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자료구조 (Data Structure)</a:t>
            </a:r>
          </a:p>
          <a:p>
            <a:r>
              <a:t>5주차: 트리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시간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트리: 루트로부터 부모 자식 관계로 연결된 구조</a:t>
            </a:r>
          </a:p>
          <a:p/>
          <a:p>
            <a:r>
              <a:t>이진 트리: 자식 노드가 최대 2개인 트리</a:t>
            </a:r>
          </a:p>
          <a:p/>
          <a:p>
            <a:r>
              <a:t>이진 트리 예제: 수식 트리</a:t>
            </a:r>
          </a:p>
          <a:p/>
          <a:p>
            <a:r>
              <a:t>이진 트리 노드: left, right, value</a:t>
            </a:r>
          </a:p>
          <a:p/>
          <a:p>
            <a:r>
              <a:t>트리 방문: Preorder, Inorder, Postorder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수식 트리 구현</a:t>
            </a:r>
          </a:p>
          <a:p>
            <a:r>
              <a:t>2) 트리 방문 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필수 헤더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#include &lt;stdlib.h&gt;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자식 노드가 최대 2개인 트리</a:t>
            </a:r>
          </a:p>
          <a:p/>
          <a:p>
            <a:r>
              <a:t>	 - root: 트리의 시작점 (타입: 이진 트리 노드)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binary_node;</a:t>
            </a:r>
          </a:p>
          <a:p>
            <a:r>
              <a:t>struct binarytree {</a:t>
            </a:r>
          </a:p>
          <a:p>
            <a:r>
              <a:t>        struct binary_node *root;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생성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binarytree *new_binarytree(struct binary_node *root) {</a:t>
            </a:r>
          </a:p>
          <a:p>
            <a:r>
              <a:t>       struct binarytree *T = (struct binarytree *)malloc(sizeof(struct binarytree));</a:t>
            </a:r>
          </a:p>
          <a:p>
            <a:r>
              <a:t>       T-&gt;root = root;</a:t>
            </a:r>
          </a:p>
          <a:p>
            <a:r>
              <a:t>       return 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노드 타입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자식 노드 2개 정보의 묶음</a:t>
            </a:r>
          </a:p>
          <a:p/>
          <a:p>
            <a:r>
              <a:t>	 - left: 왼쪽 자식 노드 주소</a:t>
            </a:r>
          </a:p>
          <a:p/>
          <a:p>
            <a:r>
              <a:t>	 - right: 오른쪽 자식 노드 주소</a:t>
            </a:r>
          </a:p>
          <a:p/>
          <a:p>
            <a:r>
              <a:t>	 - value: 저장된 데이터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노드 타입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binary_node {</a:t>
            </a:r>
          </a:p>
          <a:p>
            <a:r>
              <a:t>        struct binary_node *left;</a:t>
            </a:r>
          </a:p>
          <a:p>
            <a:r>
              <a:t>        struct binary_node *right;</a:t>
            </a:r>
          </a:p>
          <a:p>
            <a:r>
              <a:t>        char value;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노드 생성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binary_node *new_binary_node(char value, struct binary_node *left, struct binary_node *right) {</a:t>
            </a:r>
          </a:p>
          <a:p>
            <a:r>
              <a:t>       struct binary_node *n = (struct binary_node *)malloc(sizeof(struct binary_node));</a:t>
            </a:r>
          </a:p>
          <a:p>
            <a:r>
              <a:t>       n-&gt;left = left;</a:t>
            </a:r>
          </a:p>
          <a:p>
            <a:r>
              <a:t>       n-&gt;right = right;</a:t>
            </a:r>
          </a:p>
          <a:p>
            <a:r>
              <a:t>       n-&gt;value = value;</a:t>
            </a:r>
          </a:p>
          <a:p>
            <a:r>
              <a:t>       return n;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다음과 같은 이진 트리를 만드는 함수를 써보자</a:t>
            </a:r>
          </a:p>
          <a:p>
            <a:r>
              <a:t>       A</a:t>
            </a:r>
          </a:p>
          <a:p>
            <a:r>
              <a:t>      / \</a:t>
            </a:r>
          </a:p>
          <a:p>
            <a:r>
              <a:t>     B   C</a:t>
            </a:r>
          </a:p>
          <a:p>
            <a:r>
              <a:t>    / \</a:t>
            </a:r>
          </a:p>
          <a:p>
            <a:r>
              <a:t>   D   E</a:t>
            </a:r>
          </a:p>
          <a:p>
            <a:r>
              <a:t>struct binarytree *sample_tree() {</a:t>
            </a:r>
          </a:p>
          <a:p>
            <a:r>
              <a:t>       struct binary_node *D = new_binary_node('D', NULL, NULL);</a:t>
            </a:r>
          </a:p>
          <a:p>
            <a:r>
              <a:t>       struct binary_node *E = new_binary_node('E', NULL, NULL);</a:t>
            </a:r>
          </a:p>
          <a:p>
            <a:r>
              <a:t>       struct binary_node *C = new_binary_node('C', NULL, NULL);</a:t>
            </a:r>
          </a:p>
          <a:p>
            <a:r>
              <a:t>       struct binary_node *B = new_binary_node('B', D, E);</a:t>
            </a:r>
          </a:p>
          <a:p>
            <a:r>
              <a:t>       struct binary_node *A = new_binary_node('A', B, C);</a:t>
            </a:r>
          </a:p>
          <a:p>
            <a:r>
              <a:t>       struct binarytree *T = new_binarytree(A);</a:t>
            </a:r>
          </a:p>
          <a:p>
            <a:r>
              <a:t>       return T;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토큰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숫자 또는 연산자가 저장된다</a:t>
            </a:r>
          </a:p>
          <a:p/>
          <a:p>
            <a:r>
              <a:t>	 - type: 숫자, 더하기, 곱하기 구분</a:t>
            </a:r>
          </a:p>
          <a:p>
            <a:r>
              <a:t>	 - value: 숫자일 경우 값을 저장</a:t>
            </a:r>
          </a:p>
          <a:p>
            <a:r>
              <a:t>	 - precedence: 연산자 우선순위</a:t>
            </a:r>
          </a:p>
          <a:p>
            <a:r>
              <a:t>	               더하기는 1</a:t>
            </a:r>
          </a:p>
          <a:p>
            <a:r>
              <a:t>	               곱하기는 2</a:t>
            </a:r>
          </a:p>
          <a:p>
            <a:r>
              <a:t>	               숫자는 -1 (연산자 아님)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토큰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token {</a:t>
            </a:r>
          </a:p>
          <a:p>
            <a:r>
              <a:t>        char type;          // 'i': 숫자, '+': 더하기, '*': 곱하기</a:t>
            </a:r>
          </a:p>
          <a:p>
            <a:r>
              <a:t>        int value;          // 숫자일 경우 값을 저장</a:t>
            </a:r>
          </a:p>
          <a:p>
            <a:r>
              <a:t>        int precedence;     // 연산자 우선순위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토큰 생성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token *new_token(char type, int value, int precedence) {</a:t>
            </a:r>
          </a:p>
          <a:p>
            <a:r>
              <a:t>       struct token *t = (struct token *)malloc(sizeof(struct token));</a:t>
            </a:r>
          </a:p>
          <a:p>
            <a:r>
              <a:t>       t-&gt;type = type;</a:t>
            </a:r>
          </a:p>
          <a:p>
            <a:r>
              <a:t>       t-&gt;value = value;</a:t>
            </a:r>
          </a:p>
          <a:p>
            <a:r>
              <a:t>       t-&gt;precedence = precedence;</a:t>
            </a:r>
          </a:p>
          <a:p>
            <a:r>
              <a:t>       return t;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숫자 토큰 생성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token *new_number(int value) {</a:t>
            </a:r>
          </a:p>
          <a:p>
            <a:r>
              <a:t>       return new_token('i', value, -1);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더하기 토큰 생성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token *new_plus() {</a:t>
            </a:r>
          </a:p>
          <a:p>
            <a:r>
              <a:t>       return new_token('+', 0, 1);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곱하기 토큰 생성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token *new_mul() {</a:t>
            </a:r>
          </a:p>
          <a:p>
            <a:r>
              <a:t>       return new_token('*', 0, 2);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exp_node {</a:t>
            </a:r>
          </a:p>
          <a:p>
            <a:r>
              <a:t>        struct exp_node *left;</a:t>
            </a:r>
          </a:p>
          <a:p>
            <a:r>
              <a:t>        struct exp_node *right;</a:t>
            </a:r>
          </a:p>
          <a:p>
            <a:r>
              <a:t>        struct token *data;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노드 생성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exp_node *new_exp_node(struct token *data, struct exp_node *left, struct exp_node *right) {</a:t>
            </a:r>
          </a:p>
          <a:p>
            <a:r>
              <a:t>       struct exp_node *n = (struct exp_node *)malloc(sizeof(struct exp_node));</a:t>
            </a:r>
          </a:p>
          <a:p>
            <a:r>
              <a:t>       n-&gt;left = left;</a:t>
            </a:r>
          </a:p>
          <a:p>
            <a:r>
              <a:t>       n-&gt;right = right;</a:t>
            </a:r>
          </a:p>
          <a:p>
            <a:r>
              <a:t>       n-&gt;data = data;</a:t>
            </a:r>
          </a:p>
          <a:p>
            <a:r>
              <a:t>       return n;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+ 2 + 3 수식을 수식 트리 형태로 만들고 루트를 반환하는 함수를 써보자</a:t>
            </a:r>
          </a:p>
          <a:p/>
          <a:p>
            <a:r>
              <a:t>struct exp_node *sample_exptree_plus() {</a:t>
            </a:r>
          </a:p>
          <a:p>
            <a:r>
              <a:t>       struct token *t1 = new_number(1);</a:t>
            </a:r>
          </a:p>
          <a:p>
            <a:r>
              <a:t>       struct exp_node *node = new_exp_node(t1, NULL, NULL);</a:t>
            </a:r>
          </a:p>
          <a:p>
            <a:r>
              <a:t>       node = new_exp_node(new_plus(), node, new_exp_node(new_number(2), NULL, NULL));</a:t>
            </a:r>
          </a:p>
          <a:p>
            <a:r>
              <a:t>       node = new_exp_node(new_plus(), node, new_exp_node(new_number(3), NULL, NULL));</a:t>
            </a:r>
          </a:p>
          <a:p>
            <a:r>
              <a:t>       return node;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+ 2 * 3 수식을 이진 트리로 만드는 함수를 써보자</a:t>
            </a:r>
          </a:p>
          <a:p/>
          <a:p>
            <a:r>
              <a:t>struct exptree *sample_exptree_mul() {</a:t>
            </a:r>
          </a:p>
          <a:p>
            <a:r>
              <a:t>       struct token *t1 = new_number(1);</a:t>
            </a:r>
          </a:p>
          <a:p>
            <a:r>
              <a:t>       struct exp_node *node = new_exp_node(t1, NULL, NULL);</a:t>
            </a:r>
          </a:p>
          <a:p>
            <a:r>
              <a:t>       node = new_exp_node(new_plus(), node, new_exp_node(new_mul(), new_number(2), new_number(3)));</a:t>
            </a:r>
          </a:p>
          <a:p>
            <a:r>
              <a:t>       return node;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함수 expr_tree(수식 토큰 큐 Q, 최소 우선순위 min_prec):</a:t>
            </a:r>
          </a:p>
          <a:p>
            <a:r>
              <a:t>node = 새 노드 (dequeue(Q), NULL, NULL)</a:t>
            </a:r>
          </a:p>
          <a:p>
            <a:r>
              <a:t>반복: size(Q) &gt; 0</a:t>
            </a:r>
          </a:p>
          <a:p>
            <a:r>
              <a:t>	op = front(Q)</a:t>
            </a:r>
          </a:p>
          <a:p>
            <a:r>
              <a:t>	만약: 우선순위(op) &lt; min_prec이면 반복 종료</a:t>
            </a:r>
          </a:p>
          <a:p>
            <a:r>
              <a:t>	dequeue(Q)</a:t>
            </a:r>
          </a:p>
          <a:p>
            <a:r>
              <a:t>	node = 새 노드 (op, node, expr_tree(Q, 우선순위(op) + 1))</a:t>
            </a:r>
          </a:p>
          <a:p>
            <a:r>
              <a:t>반환: node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exp_node *expr_tree(struct token_queue *q, int min_prec) {</a:t>
            </a:r>
          </a:p>
          <a:p>
            <a:r>
              <a:t>       struct exp_node *node = new_exp_node(dequeue(q), NULL, NULL);</a:t>
            </a:r>
          </a:p>
          <a:p>
            <a:r>
              <a:t>       while (!queue_empty(q)) {</a:t>
            </a:r>
          </a:p>
          <a:p>
            <a:r>
              <a:t>               struct token *op = queue_front(q);</a:t>
            </a:r>
          </a:p>
          <a:p>
            <a:r>
              <a:t>               if (op-&gt;precedence &lt; min_prec)</a:t>
            </a:r>
          </a:p>
          <a:p>
            <a:r>
              <a:t>                       break;</a:t>
            </a:r>
          </a:p>
          <a:p>
            <a:r>
              <a:t>               dequeue(q);</a:t>
            </a:r>
          </a:p>
          <a:p>
            <a:r>
              <a:t>               node = new_exp_node(op, node, expr_tree(q, op-&gt;precedence + 1));</a:t>
            </a:r>
          </a:p>
          <a:p>
            <a:r>
              <a:t>       }</a:t>
            </a:r>
          </a:p>
          <a:p>
            <a:r>
              <a:t>       return node;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expr_tree([1, '+', 2, '+', 3], 0)의 실행 과정은?</a:t>
            </a:r>
          </a:p>
          <a:p/>
          <a:p>
            <a:r>
              <a:t>       1. node = 1</a:t>
            </a:r>
          </a:p>
          <a:p>
            <a:r>
              <a:t>       2. op = '+'</a:t>
            </a:r>
          </a:p>
          <a:p>
            <a:r>
              <a:t>       3. node = new_exp_node(op, node, expr_tree(q, op-&gt;precedence + 1));</a:t>
            </a:r>
          </a:p>
          <a:p>
            <a:r>
              <a:t>               3-1. node = 2</a:t>
            </a:r>
          </a:p>
          <a:p>
            <a:r>
              <a:t>               3-2. op = '+'</a:t>
            </a:r>
          </a:p>
          <a:p>
            <a:r>
              <a:t>               3-3. 반복 종료</a:t>
            </a:r>
          </a:p>
          <a:p>
            <a:r>
              <a:t>               3-4. 반환: node</a:t>
            </a:r>
          </a:p>
          <a:p>
            <a:r>
              <a:t>       4. 다음 반복</a:t>
            </a:r>
          </a:p>
          <a:p>
            <a:r>
              <a:t>       5. op = '+'</a:t>
            </a:r>
          </a:p>
          <a:p>
            <a:r>
              <a:t>       6. node = new_exp_node(op, node, expr_tree(q, op-&gt;precedence + 1));</a:t>
            </a:r>
          </a:p>
          <a:p>
            <a:r>
              <a:t>               6-1. node = 3</a:t>
            </a:r>
          </a:p>
          <a:p>
            <a:r>
              <a:t>               6-2. 반복 종료</a:t>
            </a:r>
          </a:p>
          <a:p>
            <a:r>
              <a:t>               6-3. 반환: node</a:t>
            </a:r>
          </a:p>
          <a:p>
            <a:r>
              <a:t>       7. 다음 반복</a:t>
            </a:r>
          </a:p>
          <a:p>
            <a:r>
              <a:t>       8. 반복 종료</a:t>
            </a:r>
          </a:p>
          <a:p>
            <a:r>
              <a:t>       9. 반환: node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expr_tree([1, '+', 2, '*', 3], 0)의 실행 과정은?</a:t>
            </a:r>
          </a:p>
          <a:p/>
          <a:p>
            <a:r>
              <a:t>       1. node = 1</a:t>
            </a:r>
          </a:p>
          <a:p>
            <a:r>
              <a:t>       2. op = '+'</a:t>
            </a:r>
          </a:p>
          <a:p>
            <a:r>
              <a:t>       3. node = new_exp_node(op, node, expr_tree(q, op-&gt;precedence + 1));</a:t>
            </a:r>
          </a:p>
          <a:p>
            <a:r>
              <a:t>               3-1. node = 2</a:t>
            </a:r>
          </a:p>
          <a:p>
            <a:r>
              <a:t>               3-2. op = '*'</a:t>
            </a:r>
          </a:p>
          <a:p>
            <a:r>
              <a:t>               3-3. node = new_exp_node(op, node, expr_tree(q, op-&gt;precedence + 1));</a:t>
            </a:r>
          </a:p>
          <a:p>
            <a:r>
              <a:t>                       3-3-1. node = 3</a:t>
            </a:r>
          </a:p>
          <a:p>
            <a:r>
              <a:t>                       3-3-2. 반복 종료</a:t>
            </a:r>
          </a:p>
          <a:p>
            <a:r>
              <a:t>                       3-3-3. 반환: node</a:t>
            </a:r>
          </a:p>
          <a:p>
            <a:r>
              <a:t>               3-4. 다음 반복</a:t>
            </a:r>
          </a:p>
          <a:p>
            <a:r>
              <a:t>               3-5. 반복 종료</a:t>
            </a:r>
          </a:p>
          <a:p>
            <a:r>
              <a:t>               3-6. 반환: node</a:t>
            </a:r>
          </a:p>
          <a:p>
            <a:r>
              <a:t>       4. 다음 반복</a:t>
            </a:r>
          </a:p>
          <a:p>
            <a:r>
              <a:t>       5. 반복 종료</a:t>
            </a:r>
          </a:p>
          <a:p>
            <a:r>
              <a:t>       6. 반환: node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계산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함수 EVAL(node):</a:t>
            </a:r>
          </a:p>
          <a:p>
            <a:r>
              <a:t>	만약: node가 숫자 노드면</a:t>
            </a:r>
          </a:p>
          <a:p>
            <a:r>
              <a:t>		반환: node의 숫자 값</a:t>
            </a:r>
          </a:p>
          <a:p>
            <a:r>
              <a:t>	만약: node가 연산자 노드면</a:t>
            </a:r>
          </a:p>
          <a:p>
            <a:r>
              <a:t>		left_val = EVAL(node-&gt;left)</a:t>
            </a:r>
          </a:p>
          <a:p>
            <a:r>
              <a:t>		right_val = EVAL(node-&gt;right)</a:t>
            </a:r>
          </a:p>
          <a:p>
            <a:r>
              <a:t>		만약: node가 '+'면 </a:t>
            </a:r>
          </a:p>
          <a:p>
            <a:r>
              <a:t>			반환: left_val + right_val</a:t>
            </a:r>
          </a:p>
          <a:p>
            <a:r>
              <a:t>		만약: node가 '*'이면 </a:t>
            </a:r>
          </a:p>
          <a:p>
            <a:r>
              <a:t>			반환: left_val * right_val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계산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eval(struct exp_node *node) {</a:t>
            </a:r>
          </a:p>
          <a:p>
            <a:r>
              <a:t>       if (node-&gt;data-&gt;type == 'i') {</a:t>
            </a:r>
          </a:p>
          <a:p>
            <a:r>
              <a:t>               return node-&gt;data-&gt;value;</a:t>
            </a:r>
          </a:p>
          <a:p>
            <a:r>
              <a:t>       }</a:t>
            </a:r>
          </a:p>
          <a:p>
            <a:r>
              <a:t>       left_val = eval(node-&gt;left);</a:t>
            </a:r>
          </a:p>
          <a:p>
            <a:r>
              <a:t>       right_val = eval(node-&gt;right);</a:t>
            </a:r>
          </a:p>
          <a:p>
            <a:r>
              <a:t>       if (node-&gt;data-&gt;type == '+')</a:t>
            </a:r>
          </a:p>
          <a:p>
            <a:r>
              <a:t>               return left_val + right_val;</a:t>
            </a:r>
          </a:p>
          <a:p>
            <a:r>
              <a:t>       else if (node-&gt;data-&gt;type == '*')</a:t>
            </a:r>
          </a:p>
          <a:p>
            <a:r>
              <a:t>               return left_val * right_val;</a:t>
            </a:r>
          </a:p>
          <a:p>
            <a:r>
              <a:t>       else</a:t>
            </a:r>
          </a:p>
          <a:p>
            <a:r>
              <a:t>               exit(1);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계산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'1 + 2 + 3' 수식에서 eval(root)의 실행 과정은?</a:t>
            </a:r>
          </a:p>
          <a:p/>
          <a:p>
            <a:r>
              <a:t>       1. left_val = eval('+');</a:t>
            </a:r>
          </a:p>
          <a:p>
            <a:r>
              <a:t>               1-1. left_val = eval(1);</a:t>
            </a:r>
          </a:p>
          <a:p>
            <a:r>
              <a:t>                       1-1-1. 반환: 1</a:t>
            </a:r>
          </a:p>
          <a:p>
            <a:r>
              <a:t>               1-2. right_val = eval(2);</a:t>
            </a:r>
          </a:p>
          <a:p>
            <a:r>
              <a:t>                       1-2-1. 반환: 2</a:t>
            </a:r>
          </a:p>
          <a:p>
            <a:r>
              <a:t>               1-3. 반환: 1 + 2 = 3</a:t>
            </a:r>
          </a:p>
          <a:p>
            <a:r>
              <a:t>       2. right_val = eval(3);</a:t>
            </a:r>
          </a:p>
          <a:p>
            <a:r>
              <a:t>               2-1. 반환: 3</a:t>
            </a:r>
          </a:p>
          <a:p>
            <a:r>
              <a:t>       3. 반환: 3 + 3 =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예제: 더하기/곱하기 수식 트리 계산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'1 + 2 * 3' 수식에서 eval(root)의 실행 과정은?</a:t>
            </a:r>
          </a:p>
          <a:p/>
          <a:p>
            <a:r>
              <a:t>       1. left_val = eval(1);</a:t>
            </a:r>
          </a:p>
          <a:p>
            <a:r>
              <a:t>               1-1. 반환: 1</a:t>
            </a:r>
          </a:p>
          <a:p>
            <a:r>
              <a:t>       2. right_val = eval('*');</a:t>
            </a:r>
          </a:p>
          <a:p>
            <a:r>
              <a:t>               2-1. left_val = eval(2);</a:t>
            </a:r>
          </a:p>
          <a:p>
            <a:r>
              <a:t>                       2-1-1. 반환: 2</a:t>
            </a:r>
          </a:p>
          <a:p>
            <a:r>
              <a:t>               2-2. right_val = eval(3);</a:t>
            </a:r>
          </a:p>
          <a:p>
            <a:r>
              <a:t>                       2-2-1. 반환: 3</a:t>
            </a:r>
          </a:p>
          <a:p>
            <a:r>
              <a:t>               2-3. 반환: 2 * 3 = 6</a:t>
            </a:r>
          </a:p>
          <a:p>
            <a:r>
              <a:t>       3. 반환: 1 + 6 =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깊이 우선 이진 트리 방문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함수 TRAVERSE(node):</a:t>
            </a:r>
          </a:p>
          <a:p>
            <a:r>
              <a:t>	만약: node != NULL이면</a:t>
            </a:r>
          </a:p>
          <a:p>
            <a:r>
              <a:t>		pre_task(node-&gt;value)</a:t>
            </a:r>
          </a:p>
          <a:p>
            <a:r>
              <a:t>		TRAVERSE(node-&gt;left)</a:t>
            </a:r>
          </a:p>
          <a:p>
            <a:r>
              <a:t>		in_task(node-&gt;value)</a:t>
            </a:r>
          </a:p>
          <a:p>
            <a:r>
              <a:t>		TRAVERSE(node-&gt;right)</a:t>
            </a:r>
          </a:p>
          <a:p>
            <a:r>
              <a:t>		post_task(node-&gt;value)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깊이 우선 이진 트리 방문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traverse(struct binary_node *node) {</a:t>
            </a:r>
          </a:p>
          <a:p>
            <a:r>
              <a:t>       if (node != NULL) {</a:t>
            </a:r>
          </a:p>
          <a:p>
            <a:r>
              <a:t>               pre_task(node-&gt;value);</a:t>
            </a:r>
          </a:p>
          <a:p>
            <a:r>
              <a:t>               traverse(node-&gt;left);</a:t>
            </a:r>
          </a:p>
          <a:p>
            <a:r>
              <a:t>               in_task(node-&gt;value);</a:t>
            </a:r>
          </a:p>
          <a:p>
            <a:r>
              <a:t>               traverse(node-&gt;right);</a:t>
            </a:r>
          </a:p>
          <a:p>
            <a:r>
              <a:t>               post_task(node-&gt;value);</a:t>
            </a:r>
          </a:p>
          <a:p>
            <a:r>
              <a:t>   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방문시 작업 타이밍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트리에 대한 TRAVERSE_PRE(root)에서</a:t>
            </a:r>
          </a:p>
          <a:p>
            <a:r>
              <a:t>preorder, inorder, postorder 작업이 실행되는 순서는?</a:t>
            </a:r>
          </a:p>
          <a:p/>
          <a:p>
            <a:r>
              <a:t>       A</a:t>
            </a:r>
          </a:p>
          <a:p>
            <a:r>
              <a:t>      / \</a:t>
            </a:r>
          </a:p>
          <a:p>
            <a:r>
              <a:t>     B   C</a:t>
            </a:r>
          </a:p>
          <a:p>
            <a:r>
              <a:t>    / \</a:t>
            </a:r>
          </a:p>
          <a:p>
            <a:r>
              <a:t>   D   E</a:t>
            </a:r>
          </a:p>
          <a:p/>
          <a:p>
            <a:r>
              <a:t>preorder: A B D E C</a:t>
            </a:r>
          </a:p>
          <a:p>
            <a:r>
              <a:t>inorder: D B E A C</a:t>
            </a:r>
          </a:p>
          <a:p>
            <a:r>
              <a:t>postorder: D E B C 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방문 순서로 트리 재구성하기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preorder: A B D E C</a:t>
            </a:r>
          </a:p>
          <a:p>
            <a:r>
              <a:t>inorder: D B E A C</a:t>
            </a:r>
          </a:p>
          <a:p>
            <a:r>
              <a:t>Original tree???</a:t>
            </a:r>
          </a:p>
          <a:p/>
          <a:p>
            <a:r>
              <a:t>       A</a:t>
            </a:r>
          </a:p>
          <a:p>
            <a:r>
              <a:t>      / \</a:t>
            </a:r>
          </a:p>
          <a:p>
            <a:r>
              <a:t>     B   C</a:t>
            </a:r>
          </a:p>
          <a:p>
            <a:r>
              <a:t>    / \</a:t>
            </a:r>
          </a:p>
          <a:p>
            <a:r>
              <a:t>   D   E</a:t>
            </a:r>
          </a:p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재구성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함수 REBUILD(preorder, inorder):</a:t>
            </a:r>
          </a:p>
          <a:p>
            <a:r>
              <a:t>	만약: preorder가 비어있으면</a:t>
            </a:r>
          </a:p>
          <a:p>
            <a:r>
              <a:t>		반환: NULL</a:t>
            </a:r>
          </a:p>
          <a:p>
            <a:r>
              <a:t>	root_val = 첫번째(preorder)</a:t>
            </a:r>
          </a:p>
          <a:p>
            <a:r>
              <a:t>	root = 새 노드(root_val)</a:t>
            </a:r>
          </a:p>
          <a:p>
            <a:r>
              <a:t>	root_index = inorder에서 root_val의 위치</a:t>
            </a:r>
          </a:p>
          <a:p>
            <a:r>
              <a:t>	left_inorder = inorder의 처음부터 root_index까지</a:t>
            </a:r>
          </a:p>
          <a:p>
            <a:r>
              <a:t>	right_inorder = inorder의 root_index+1부터 끝까지</a:t>
            </a:r>
          </a:p>
          <a:p>
            <a:r>
              <a:t>	left_preorder = preorder에서 left_inorder에 속하는 값들</a:t>
            </a:r>
          </a:p>
          <a:p>
            <a:r>
              <a:t>	right_preorder = preorder에서 right_inorder에 속하는 값들</a:t>
            </a:r>
          </a:p>
          <a:p>
            <a:r>
              <a:t>	root-&gt;left = REBUILD(left_preorder, left_inorder)</a:t>
            </a:r>
          </a:p>
          <a:p>
            <a:r>
              <a:t>	root-&gt;right = REBUILD(right_preorder, right_inorder)</a:t>
            </a:r>
          </a:p>
          <a:p>
            <a:r>
              <a:t>	반환: root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재구성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interval {</a:t>
            </a:r>
          </a:p>
          <a:p>
            <a:r>
              <a:t>       int start;</a:t>
            </a:r>
          </a:p>
          <a:p>
            <a:r>
              <a:t>       int end;</a:t>
            </a:r>
          </a:p>
          <a:p>
            <a:r>
              <a:t>       int size;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재구성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inline struct interval range(int start, int end){</a:t>
            </a:r>
          </a:p>
          <a:p>
            <a:r>
              <a:t>       struct interval r;</a:t>
            </a:r>
          </a:p>
          <a:p>
            <a:r>
              <a:t>       r.start = start;</a:t>
            </a:r>
          </a:p>
          <a:p>
            <a:r>
              <a:t>       r.end = end;</a:t>
            </a:r>
          </a:p>
          <a:p>
            <a:r>
              <a:t>       r.size = end - start + 1;</a:t>
            </a:r>
          </a:p>
          <a:p>
            <a:r>
              <a:t>       return r;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재구성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binary_node *rebuild(char *preorder, struct interval p_range, char *inorder, struct interval i_range) {</a:t>
            </a:r>
          </a:p>
          <a:p>
            <a:r>
              <a:t>       if (p_range.size == 0 || i_range.size == 0) return NULL;</a:t>
            </a:r>
          </a:p>
          <a:p>
            <a:r>
              <a:t>       struct binary_node *root = create_node(preorder[p_range.start]);</a:t>
            </a:r>
          </a:p>
          <a:p>
            <a:r>
              <a:t>       int i_index_root = find_index(inorder, i_range.start, i_range.end, root-&gt;value);</a:t>
            </a:r>
          </a:p>
          <a:p>
            <a:r>
              <a:t>       struct interval left_i_range = range(i_range.start, i_index_root - 1);</a:t>
            </a:r>
          </a:p>
          <a:p>
            <a:r>
              <a:t>       struct interval right_i_range = range(i_index_root + 1, i_range.end);</a:t>
            </a:r>
          </a:p>
          <a:p>
            <a:r>
              <a:t>       struct interval left_p_range = find_range(preorder, p_range, inorder, left_i_range);</a:t>
            </a:r>
          </a:p>
          <a:p>
            <a:r>
              <a:t>       struct interval right_p_range = find_range(preorder, p_range, inorder, right_i_range);</a:t>
            </a:r>
          </a:p>
          <a:p>
            <a:r>
              <a:t>       root-&gt;left = rebuild(preorder, left_p_range, inorder, left_i_range);</a:t>
            </a:r>
          </a:p>
          <a:p>
            <a:r>
              <a:t>       root-&gt;right = rebuild(preorder, right_p_range, inorder, right_i_range);</a:t>
            </a:r>
          </a:p>
          <a:p>
            <a:r>
              <a:t>       return root;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재구성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find_index(char *arr, int start, int end, char value) {</a:t>
            </a:r>
          </a:p>
          <a:p>
            <a:r>
              <a:t>       for (int i = start; i &lt;= end; i++) {</a:t>
            </a:r>
          </a:p>
          <a:p>
            <a:r>
              <a:t>               if (arr[i] == value) return i;</a:t>
            </a:r>
          </a:p>
          <a:p>
            <a:r>
              <a:t>       }</a:t>
            </a:r>
          </a:p>
          <a:p>
            <a:r>
              <a:t>       return -1;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재구성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interval find_range(char *data_arr, struct interval data_range, char *target_arr, struct interval target_range) {</a:t>
            </a:r>
          </a:p>
          <a:p>
            <a:r>
              <a:t>       int is_in_target[256] = {0};</a:t>
            </a:r>
          </a:p>
          <a:p>
            <a:r>
              <a:t>       for (int i = target_range.start; i &lt;= target_range.end; i++) {</a:t>
            </a:r>
          </a:p>
          <a:p>
            <a:r>
              <a:t>               is_in_target[(int)target_arr[i]] = 1;</a:t>
            </a:r>
          </a:p>
          <a:p>
            <a:r>
              <a:t>       }</a:t>
            </a:r>
          </a:p>
          <a:p>
            <a:r>
              <a:t>       int i = data_range.start;</a:t>
            </a:r>
          </a:p>
          <a:p>
            <a:r>
              <a:t>       while (i &lt;= data_range.end) {</a:t>
            </a:r>
          </a:p>
          <a:p>
            <a:r>
              <a:t>               if (is_in_target[(int)data_arr[i]])</a:t>
            </a:r>
          </a:p>
          <a:p>
            <a:r>
              <a:t>                       break;</a:t>
            </a:r>
          </a:p>
          <a:p>
            <a:r>
              <a:t>               i++;</a:t>
            </a:r>
          </a:p>
          <a:p>
            <a:r>
              <a:t>       }</a:t>
            </a:r>
          </a:p>
          <a:p>
            <a:r>
              <a:t>       return range(i, i + target_range.size - 1);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이진 트리: 자식 노드가 최대 2개인 트리</a:t>
            </a:r>
          </a:p>
          <a:p/>
          <a:p>
            <a:r>
              <a:t>이진 트리 노드: left, right, value</a:t>
            </a:r>
          </a:p>
          <a:p/>
          <a:p>
            <a:r>
              <a:t>수식 트리 예제: 더하기/곱하기 표현</a:t>
            </a:r>
          </a:p>
          <a:p/>
          <a:p>
            <a:r>
              <a:t>트리 방문: Preorder, Inorder, Postorder</a:t>
            </a:r>
          </a:p>
          <a:p/>
          <a:p>
            <a:r>
              <a:t>트리 재구성 예제: preorder, inorder로부터</a:t>
            </a:r>
          </a:p>
          <a:p>
            <a:r>
              <a:t>다음 시간: 트리의 특수한 케이스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방문 순서로 트리 재구성하기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preorder: A B D E C</a:t>
            </a:r>
          </a:p>
          <a:p>
            <a:r>
              <a:t>postorder: D E B C A</a:t>
            </a:r>
          </a:p>
          <a:p>
            <a:r>
              <a:t>Original tree???</a:t>
            </a:r>
          </a:p>
          <a:p/>
          <a:p>
            <a:r>
              <a:t>       A</a:t>
            </a:r>
          </a:p>
          <a:p>
            <a:r>
              <a:t>      / \</a:t>
            </a:r>
          </a:p>
          <a:p>
            <a:r>
              <a:t>     B   C</a:t>
            </a:r>
          </a:p>
          <a:p>
            <a:r>
              <a:t>    / \</a:t>
            </a:r>
          </a:p>
          <a:p>
            <a:r>
              <a:t>   D   E</a:t>
            </a:r>
          </a:p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이진 트리 방문 순서로 트리 재구성하기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preorder: A B C</a:t>
            </a:r>
          </a:p>
          <a:p>
            <a:r>
              <a:t>postorder: C B A</a:t>
            </a:r>
          </a:p>
          <a:p>
            <a:r>
              <a:t>Original tree???</a:t>
            </a:r>
          </a:p>
          <a:p/>
          <a:p>
            <a:r>
              <a:t>       A</a:t>
            </a:r>
          </a:p>
          <a:p>
            <a:r>
              <a:t>      / </a:t>
            </a:r>
          </a:p>
          <a:p>
            <a:r>
              <a:t>     B </a:t>
            </a:r>
          </a:p>
          <a:p>
            <a:r>
              <a:t>    / </a:t>
            </a:r>
          </a:p>
          <a:p>
            <a:r>
              <a:t>   C</a:t>
            </a:r>
          </a:p>
          <a:p/>
          <a:p>
            <a:r>
              <a:t>       A</a:t>
            </a:r>
          </a:p>
          <a:p>
            <a:r>
              <a:t>      / </a:t>
            </a:r>
          </a:p>
          <a:p>
            <a:r>
              <a:t>     B </a:t>
            </a:r>
          </a:p>
          <a:p>
            <a:r>
              <a:t>      \</a:t>
            </a:r>
          </a:p>
          <a:p>
            <a:r>
              <a:t>       C</a:t>
            </a:r>
          </a:p>
          <a:p/>
          <a:p>
            <a:r>
              <a:t>       A</a:t>
            </a:r>
          </a:p>
          <a:p>
            <a:r>
              <a:t>        \</a:t>
            </a:r>
          </a:p>
          <a:p>
            <a:r>
              <a:t>         B</a:t>
            </a:r>
          </a:p>
          <a:p>
            <a:r>
              <a:t>        /</a:t>
            </a:r>
          </a:p>
          <a:p>
            <a:r>
              <a:t>       C</a:t>
            </a:r>
          </a:p>
          <a:p/>
          <a:p>
            <a:r>
              <a:t>       A</a:t>
            </a:r>
          </a:p>
          <a:p>
            <a:r>
              <a:t>        \</a:t>
            </a:r>
          </a:p>
          <a:p>
            <a:r>
              <a:t>         B</a:t>
            </a:r>
          </a:p>
          <a:p>
            <a:r>
              <a:t>          \</a:t>
            </a:r>
          </a:p>
          <a:p>
            <a:r>
              <a:t>           C</a:t>
            </a:r>
          </a:p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리눅스 커널 코딩 스타일</a:t>
            </a:r>
          </a:p>
          <a:p/>
          <a:p>
            <a:r>
              <a:t>이유: 세계에서 가장 큰 C 프로젝트</a:t>
            </a:r>
          </a:p>
          <a:p/>
          <a:p>
            <a:r>
              <a:t>C 코딩을 매우 많이 하고, 많이 읽은 프로그래머들이 정한 스타일</a:t>
            </a:r>
          </a:p>
          <a:p/>
          <a:p>
            <a:r>
              <a:t>https://github.com/torvalds/linux/blob/master/Documentation/process/coding-style.rst</a:t>
            </a:r>
          </a:p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들여쓰기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들여쓰기: 8칸</a:t>
            </a:r>
          </a:p>
          <a:p/>
          <a:p>
            <a:r>
              <a:t>이유: 들여쓰기 되어 있음을 확실하게 볼 수 있다.</a:t>
            </a:r>
          </a:p>
          <a:p/>
          <a:p>
            <a:r>
              <a:t>#include &lt;stdio.h&gt;</a:t>
            </a:r>
            <a:br/>
            <a:br/>
            <a:r>
              <a:t>int main()</a:t>
            </a:r>
            <a:br/>
            <a:r>
              <a:t>{</a:t>
            </a:r>
            <a:br/>
            <a:r>
              <a:t>        printf("Hello, world!");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switch문의 들여쓰기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case 라벨의 들여쓰기: 없음</a:t>
            </a:r>
          </a:p>
          <a:p/>
          <a:p>
            <a:r>
              <a:t>이유: 지나친 들여쓰기를 방지한다.</a:t>
            </a:r>
          </a:p>
          <a:p/>
          <a:p>
            <a:r>
              <a:t>switch (suffix) {</a:t>
            </a:r>
            <a:br/>
            <a:r>
              <a:t>case 'G':</a:t>
            </a:r>
            <a:br/>
            <a:r>
              <a:t>case 'g':</a:t>
            </a:r>
          </a:p>
          <a:p>
            <a:r>
              <a:t>        mem &lt;&lt;= 30;</a:t>
            </a:r>
            <a:br/>
            <a:r>
              <a:t>        break;</a:t>
            </a:r>
            <a:br/>
            <a:r>
              <a:t>case 'M':</a:t>
            </a:r>
            <a:br/>
            <a:r>
              <a:t>case 'm':</a:t>
            </a:r>
          </a:p>
          <a:p>
            <a:r>
              <a:t>        mem &lt;&lt;= 20;</a:t>
            </a:r>
            <a:br/>
            <a:r>
              <a:t>        break;</a:t>
            </a:r>
            <a:br/>
            <a:r>
              <a:t>case 'K':</a:t>
            </a:r>
            <a:br/>
            <a:r>
              <a:t>case 'k':</a:t>
            </a:r>
          </a:p>
          <a:p>
            <a:r>
              <a:t>        mem &lt;&lt;= 10;</a:t>
            </a:r>
            <a:br/>
            <a:r>
              <a:t>        /* fallthrough */</a:t>
            </a:r>
            <a:br/>
            <a:r>
              <a:t>default:</a:t>
            </a:r>
            <a:br/>
            <a:r>
              <a:t>        break;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함수의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중괄호 여는 위치: 헤더 다음 줄</a:t>
            </a:r>
          </a:p>
          <a:p/>
          <a:p>
            <a:r>
              <a:t>이유: 함수는 특별하다. C에서는 함수 정의 안에 함수 정의를 못한다.</a:t>
            </a:r>
          </a:p>
          <a:p/>
          <a:p>
            <a:r>
              <a:t>C 언어 제작자들이 쓰는 방식</a:t>
            </a:r>
          </a:p>
          <a:p/>
          <a:p>
            <a:r>
              <a:t>int function(int x)</a:t>
            </a:r>
            <a:br/>
            <a:r>
              <a:t>{</a:t>
            </a:r>
            <a:br/>
            <a:r>
              <a:t>        /* body of function */</a:t>
            </a:r>
            <a:br/>
            <a:r>
              <a:t>}</a:t>
            </a:r>
            <a:b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모든 문장 블록의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중괄호 여는 위치: 줄의 오른쪽 끝</a:t>
            </a:r>
          </a:p>
          <a:p/>
          <a:p>
            <a:r>
              <a:t>중괄호 닫는 위치: 줄의 왼쪽 끝 (대부분의 경우 다른 문자 없음)</a:t>
            </a:r>
          </a:p>
          <a:p/>
          <a:p>
            <a:r>
              <a:t>if (x_is_true) {</a:t>
            </a:r>
            <a:br/>
            <a:r>
              <a:t>        do_y();</a:t>
            </a:r>
            <a:br/>
            <a:r>
              <a:t>        do_z();</a:t>
            </a:r>
            <a:br/>
            <a:r>
              <a:t>}</a:t>
            </a:r>
            <a:b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do-문의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중괄호를 닫고 나서 같은 줄에 while을 쓴다.</a:t>
            </a:r>
          </a:p>
          <a:p/>
          <a:p>
            <a:r>
              <a:t>do {</a:t>
            </a:r>
            <a:br/>
            <a:r>
              <a:t>        body of do-loop</a:t>
            </a:r>
            <a:br/>
            <a:r>
              <a:t>} while (condition);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if-문의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중괄호를 닫고 나서 같은 줄에 else를 쓴다.</a:t>
            </a:r>
          </a:p>
          <a:p/>
          <a:p>
            <a:r>
              <a:t>if (x == y) {</a:t>
            </a:r>
            <a:br/>
            <a:r>
              <a:t>        ..</a:t>
            </a:r>
            <a:br/>
            <a:r>
              <a:t>} else if (x &gt; y) {</a:t>
            </a:r>
            <a:br/>
            <a:r>
              <a:t>        ...</a:t>
            </a:r>
            <a:br/>
            <a:r>
              <a:t>} else {</a:t>
            </a:r>
            <a:br/>
            <a:r>
              <a:t>        ....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if-문의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if와 else에서 모두 문장 하나만 실행할 때는 중괄호를 쓰지 않는다.</a:t>
            </a:r>
          </a:p>
          <a:p/>
          <a:p>
            <a:r>
              <a:t>if (condition)</a:t>
            </a:r>
            <a:br/>
            <a:r>
              <a:t>        do_this();</a:t>
            </a:r>
            <a:br/>
            <a:r>
              <a:t>else</a:t>
            </a:r>
            <a:br/>
            <a:r>
              <a:t>        do_that();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if-문의 중괄호 (나쁜 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if의 문장을 숨길 것이 아닌 한 한줄에 쓰지 않는다.</a:t>
            </a:r>
          </a:p>
          <a:p/>
          <a:p>
            <a:r>
              <a:t>if (condition) do_this;</a:t>
            </a:r>
            <a:br/>
            <a:r>
              <a:t>do_something_everytime;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if-문의 중괄호 (나쁜 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괄호를 쓰지 않기 위해서 쉼표를 쓰지 않는다.</a:t>
            </a:r>
          </a:p>
          <a:p/>
          <a:p>
            <a:r>
              <a:t>if (condition)</a:t>
            </a:r>
            <a:br/>
            <a:r>
              <a:t>        do_this(), do_that();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if-문의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if나 else 중 하나에만 문장이 두개 이상 있어도 모두 중괄호를 쓴다.</a:t>
            </a:r>
          </a:p>
          <a:p/>
          <a:p>
            <a:r>
              <a:t>if (condition) {</a:t>
            </a:r>
            <a:br/>
            <a:r>
              <a:t>        do_this();</a:t>
            </a:r>
            <a:br/>
            <a:r>
              <a:t>        do_that();</a:t>
            </a:r>
            <a:br/>
            <a:r>
              <a:t>} else {</a:t>
            </a:r>
            <a:br/>
            <a:r>
              <a:t>        otherwise();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반복문의 중괄호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반복문은 단순 문장 한개만 있지 않은 한 항상 중괄호를 쓴다.</a:t>
            </a:r>
          </a:p>
          <a:p/>
          <a:p>
            <a:r>
              <a:t>while (condition) {</a:t>
            </a:r>
            <a:br/>
            <a:r>
              <a:t>        if (test)</a:t>
            </a:r>
            <a:br/>
            <a:r>
              <a:t>                do_something();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띄어쓰기 - 키워드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키워드 다음에는 띄어쓰기를 한칸 한다.</a:t>
            </a:r>
          </a:p>
          <a:p/>
          <a:p>
            <a:r>
              <a:t>if, switch, case, for, do, while</a:t>
            </a:r>
          </a:p>
          <a:p/>
          <a:p>
            <a:r>
              <a:t>sizeof 다음에는 띄어쓰기를 하지 않는다.</a:t>
            </a:r>
          </a:p>
          <a:p/>
          <a:p>
            <a:r>
              <a:t>좋은 예: s = sizeof(struct file);</a:t>
            </a:r>
          </a:p>
          <a:p/>
          <a:p>
            <a:r>
              <a:t>괄호 안쪽 주변에는 띄어쓰기를 하지 않는다.</a:t>
            </a:r>
          </a:p>
          <a:p/>
          <a:p>
            <a:r>
              <a:t>나쁜 예: s = sizeof( struct file );</a:t>
            </a:r>
          </a:p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띄어쓰기 - 포인터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포인터 변수를 선언하거나, 포인터를 반환하는 함수를 선언할 때,</a:t>
            </a:r>
          </a:p>
          <a:p/>
          <a:p>
            <a:r>
              <a:t>* 은 변수 이름이나 함수 이름에 붙인다.</a:t>
            </a:r>
          </a:p>
          <a:p/>
          <a:p>
            <a:r>
              <a:t>* 을 타입 옆에 붙이지 않는다.</a:t>
            </a:r>
          </a:p>
          <a:p/>
          <a:p>
            <a:r>
              <a:t>char *linux_banner;</a:t>
            </a:r>
            <a:br/>
            <a:r>
              <a:t>unsigned long long memparse(char *ptr, char **retptr);</a:t>
            </a:r>
            <a:br/>
            <a:r>
              <a:t>char *match_strdup(substring_t *s);</a:t>
            </a:r>
          </a:p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띄어쓰기 - 이항연산자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이항 연산자 / 삼항 연산자 주변에는 띄어쓰기를 한칸 한다.</a:t>
            </a:r>
          </a:p>
          <a:p/>
          <a:p>
            <a:r>
              <a:t>= + - * / % &lt; &gt; &lt;= &gt;= == != &amp; | ? :</a:t>
            </a:r>
          </a:p>
          <a:p/>
          <a:p>
            <a:r>
              <a:t>다음 구조체 멤버 연산자 주변에는 띄어쓰기를 하지 않는다.</a:t>
            </a:r>
          </a:p>
          <a:p/>
          <a:p>
            <a:r>
              <a:t>. -&gt;</a:t>
            </a:r>
          </a:p>
          <a:p/>
          <a:p>
            <a:r>
              <a:t>area = rect.x * rect.y;</a:t>
            </a:r>
          </a:p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띄어쓰기 - 단항연산자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단항 연산자 뒤에는 띄어쓰기를 하지 않는다.</a:t>
            </a:r>
          </a:p>
          <a:p/>
          <a:p>
            <a:r>
              <a:t>&amp; * + - ~ ! sizeof</a:t>
            </a:r>
          </a:p>
          <a:p/>
          <a:p>
            <a:r>
              <a:t>다음 postfix 증감 단항 연산자 주변에는 띄어쓰기를 하지 않는다.</a:t>
            </a:r>
          </a:p>
          <a:p/>
          <a:p>
            <a:r>
              <a:t>++ --</a:t>
            </a:r>
          </a:p>
          <a:p/>
          <a:p>
            <a:r>
              <a:t>다음 prefix 증감 단항 연산자 주변에는 띄어쓰기를 하지 않는다.</a:t>
            </a:r>
          </a:p>
          <a:p/>
          <a:p>
            <a:r>
              <a:t>++ --</a:t>
            </a:r>
          </a:p>
          <a:p/>
          <a:p>
            <a:r>
              <a:t>i++;</a:t>
            </a:r>
          </a:p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이름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언어는 단순하고 미니멀한 것을 추구한다.</a:t>
            </a:r>
          </a:p>
          <a:p/>
          <a:p>
            <a:r>
              <a:t>어떤 프로그래밍 언어에서는 ThisVariableIsATemporaryCounter로 쓰지만</a:t>
            </a:r>
          </a:p>
          <a:p/>
          <a:p>
            <a:r>
              <a:t>C 언어에서는 쓰기 훨씬 쉽고, 이해하기는 많이 어렵지 않은 tmp로 쓴다.</a:t>
            </a:r>
          </a:p>
          <a:p/>
          <a:p>
            <a:r>
              <a:t>한편, 전역 범위에 있는 이름은 자세하게 만들어야 한다.</a:t>
            </a:r>
          </a:p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전역 변수 이름, 함수 이름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전역 변수는 다른 방법이 전혀 없어서 어쩔 수 없이 꼭 필요할 때만 쓴다.</a:t>
            </a:r>
          </a:p>
          <a:p/>
          <a:p>
            <a:r>
              <a:t>전역 변수와 함수의 이름은 단어들을 _로 구분해서 자세하게 만든다.</a:t>
            </a:r>
          </a:p>
          <a:p/>
          <a:p>
            <a:r>
              <a:t>좋은 예: count_active_users()</a:t>
            </a:r>
          </a:p>
          <a:p/>
          <a:p>
            <a:r>
              <a:t>나쁜 예: cntusr()</a:t>
            </a:r>
          </a:p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지역 변수 이름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지역 변수 이름은 짧고, 정보를 담고 있어야 한다.</a:t>
            </a:r>
          </a:p>
          <a:p/>
          <a:p>
            <a:r>
              <a:t>좋은 예: 루프 변수 i</a:t>
            </a:r>
          </a:p>
          <a:p/>
          <a:p>
            <a:r>
              <a:t>나쁜 예: 루프 변수 loop_counter (오해의 소지가 없을 때)</a:t>
            </a:r>
          </a:p>
          <a:p/>
          <a:p>
            <a:r>
              <a:t>좋은 예: 임시 변수 tmp</a:t>
            </a:r>
          </a:p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함수는 짧고 한가지 일만 해야 한다.</a:t>
            </a:r>
          </a:p>
          <a:p/>
          <a:p>
            <a:r>
              <a:t>함수에서 지역 변수를 10개 이하로 써야 한다.</a:t>
            </a:r>
          </a:p>
          <a:p/>
          <a:p>
            <a:r>
              <a:t>함수 정의들 간에는 한줄을 띄워서 쓴다.</a:t>
            </a:r>
          </a:p>
          <a:p/>
          <a:p>
            <a:r>
              <a:t>함수 선언에서 타입과 이름을 모두 쓴다.</a:t>
            </a:r>
          </a:p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함수 관련 goto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goto는 많은 프로그래머들이 더이상 쓰지 않는다.</a:t>
            </a:r>
          </a:p>
          <a:p/>
          <a:p>
            <a:r>
              <a:t>여러 군데에서 함수가 종료되는데 공통된 정리 코드가 있을 때 유용하다.</a:t>
            </a:r>
          </a:p>
          <a:p/>
          <a:p>
            <a:r>
              <a:t>int fun(int a)</a:t>
            </a:r>
            <a:br/>
            <a:r>
              <a:t>{</a:t>
            </a:r>
            <a:br/>
            <a:r>
              <a:t>        int result = 0;</a:t>
            </a:r>
            <a:br/>
            <a:r>
              <a:t>        char *buffer;</a:t>
            </a:r>
            <a:br/>
            <a:br/>
            <a:r>
              <a:t>        buffer = malloc(SIZE);</a:t>
            </a:r>
            <a:br/>
            <a:r>
              <a:t>        if (!buffer)</a:t>
            </a:r>
            <a:br/>
            <a:r>
              <a:t>                return -ENOMEM;</a:t>
            </a:r>
            <a:br/>
            <a:br/>
            <a:r>
              <a:t>        if (condition1) {</a:t>
            </a:r>
            <a:br/>
            <a:r>
              <a:t>                while (loop1) {</a:t>
            </a:r>
            <a:br/>
            <a:r>
              <a:t>                        ...</a:t>
            </a:r>
            <a:br/>
            <a:r>
              <a:t>                }</a:t>
            </a:r>
            <a:br/>
            <a:r>
              <a:t>                result = 1;</a:t>
            </a:r>
            <a:br/>
            <a:r>
              <a:t>                goto out_free_buffer;</a:t>
            </a:r>
            <a:br/>
            <a:r>
              <a:t>        }</a:t>
            </a:r>
            <a:br/>
            <a:r>
              <a:t>        ...</a:t>
            </a:r>
            <a:br/>
            <a:r>
              <a:t>out_free_buffer:</a:t>
            </a:r>
            <a:br/>
            <a:r>
              <a:t>        free(buffer);</a:t>
            </a:r>
            <a:br/>
            <a:r>
              <a:t>        return result;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함수 관련 goto 에러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err bugs로 알려진 흔한 버그</a:t>
            </a:r>
          </a:p>
          <a:p/>
          <a:p>
            <a:r>
              <a:t>err:</a:t>
            </a:r>
            <a:br/>
            <a:r>
              <a:t>        free(foo-&gt;bar);</a:t>
            </a:r>
            <a:br/>
            <a:r>
              <a:t>        free(foo);</a:t>
            </a:r>
            <a:br/>
            <a:r>
              <a:t>        return ret;</a:t>
            </a:r>
          </a:p>
          <a:p>
            <a:r>
              <a:t>foo가 NULL인 상태에서 err로 이동했을 때 버그 발생</a:t>
            </a:r>
          </a:p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함수 관련 goto 에러 해결책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err_free_bar:와 err_free_foo:로 라벨을 분리한다.</a:t>
            </a:r>
          </a:p>
          <a:p/>
          <a:p>
            <a:r>
              <a:t>err_free_bar:</a:t>
            </a:r>
            <a:br/>
            <a:r>
              <a:t>        free(foo-&gt;bar);</a:t>
            </a:r>
            <a:br/>
            <a:r>
              <a:t>err_free_foo:</a:t>
            </a:r>
            <a:br/>
            <a:r>
              <a:t>        free(foo);</a:t>
            </a:r>
            <a:br/>
            <a:r>
              <a:t>        return ret;</a:t>
            </a:r>
          </a:p>
          <a:p>
            <a:r>
              <a:t>err_free_bar로는 foo가 NULL이 아닐 때만 이동</a:t>
            </a:r>
          </a:p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코딩 스타일 - 주석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주석은 함수 앞에 달아서 무엇을 하고, 왜 하는지를 설명한다.</a:t>
            </a:r>
          </a:p>
          <a:p/>
          <a:p>
            <a:r>
              <a:t>아주 복잡한 함수의 경우 본문 안에도 구획을 나눠서 주석을 달 수 있다.</a:t>
            </a:r>
          </a:p>
          <a:p/>
          <a:p>
            <a:r>
              <a:t>/*</a:t>
            </a:r>
            <a:br/>
            <a:r>
              <a:t> * This is the preferred style for multi-line</a:t>
            </a:r>
            <a:br/>
            <a:r>
              <a:t> * comments in the Linux kernel source code.</a:t>
            </a:r>
            <a:br/>
            <a:r>
              <a:t> */</a:t>
            </a:r>
          </a:p>
          <a:p>
            <a:r>
              <a:t>데이터에 대해 짧은 주석을 다는 것도 중요하다.</a:t>
            </a:r>
          </a:p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이름의 범위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x = 0;</a:t>
            </a:r>
          </a:p>
          <a:p>
            <a:r>
              <a:t>void function(void)</a:t>
            </a:r>
          </a:p>
          <a:p>
            <a:r>
              <a:t>{</a:t>
            </a:r>
          </a:p>
          <a:p>
            <a:r>
              <a:t>        int a = x;          /* 전역 x(=0) */</a:t>
            </a:r>
          </a:p>
          <a:p>
            <a:r>
              <a:t>        int x = 1;          /* 함수 지역 x */</a:t>
            </a:r>
          </a:p>
          <a:p>
            <a:r>
              <a:t>        for (int x = 2; x &lt; 10; x++) {</a:t>
            </a:r>
          </a:p>
          <a:p>
            <a:r>
              <a:t>                int b = x;  /* for-블록의 x */</a:t>
            </a:r>
          </a:p>
          <a:p>
            <a:r>
              <a:t>        }</a:t>
            </a:r>
          </a:p>
          <a:p>
            <a:r>
              <a:t>        a = x;              /* 여기서의 x는 함수 지역 x(=1) */</a:t>
            </a:r>
          </a:p>
          <a:p>
            <a:r>
              <a:t>}</a:t>
            </a:r>
          </a:p>
          <a:p/>
          <a:p>
            <a:r>
              <a:t>함수가 끝나기 전 a에 저장된 값은?</a:t>
            </a:r>
          </a:p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배열.c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void array_test()</a:t>
            </a:r>
            <a:br/>
            <a:r>
              <a:t>{</a:t>
            </a:r>
          </a:p>
          <a:p>
            <a:r>
              <a:t>        int arr[3];</a:t>
            </a:r>
          </a:p>
          <a:p>
            <a:r>
              <a:t>        arr[0] = 1;</a:t>
            </a:r>
          </a:p>
          <a:p>
            <a:r>
              <a:t>        arr[1] = 2;</a:t>
            </a:r>
          </a:p>
          <a:p>
            <a:r>
              <a:t>        arr[2] = 3;</a:t>
            </a:r>
          </a:p>
          <a:p>
            <a:r>
              <a:t>        for (int i = 0; i &lt; 3; i++)</a:t>
            </a:r>
          </a:p>
          <a:p>
            <a:r>
              <a:t>                printf("%d ", arr[i]);</a:t>
            </a:r>
          </a:p>
          <a:p/>
          <a:p>
            <a:r>
              <a:t>        printf("\n");</a:t>
            </a:r>
          </a:p>
          <a:p>
            <a:r>
              <a:t>}</a:t>
            </a:r>
          </a:p>
          <a:p/>
          <a:p>
            <a:r>
              <a:t>array_test()를 실행했을 때 화면에 출력되는 문자열은?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배열_포인터.c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void array_ptr_test()</a:t>
            </a:r>
            <a:br/>
            <a:r>
              <a:t>{</a:t>
            </a:r>
          </a:p>
          <a:p>
            <a:r>
              <a:t>        int arr[3];</a:t>
            </a:r>
          </a:p>
          <a:p>
            <a:r>
              <a:t>        int *arr_ptr = arr;</a:t>
            </a:r>
          </a:p>
          <a:p>
            <a:r>
              <a:t>        arr_ptr[0] = 1;</a:t>
            </a:r>
          </a:p>
          <a:p>
            <a:r>
              <a:t>        arr_ptr[1] = 2;</a:t>
            </a:r>
          </a:p>
          <a:p>
            <a:r>
              <a:t>        arr_ptr[2] = 3;</a:t>
            </a:r>
          </a:p>
          <a:p>
            <a:r>
              <a:t>        for (int i = 0; i &lt; 3; i++)</a:t>
            </a:r>
          </a:p>
          <a:p>
            <a:r>
              <a:t>                printf("%d ", arr_ptr[i]);</a:t>
            </a:r>
          </a:p>
          <a:p/>
          <a:p>
            <a:r>
              <a:t>        printf("\n");</a:t>
            </a:r>
          </a:p>
          <a:p>
            <a:r>
              <a:t>}</a:t>
            </a:r>
          </a:p>
          <a:p/>
          <a:p>
            <a:r>
              <a:t>array_ptr_test()를 실행했을 때 화면에 출력되는 문자열은?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배열_포인터_파라미터.c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void array_set_elements(int *arr_ptr)</a:t>
            </a:r>
            <a:br/>
            <a:r>
              <a:t>{</a:t>
            </a:r>
          </a:p>
          <a:p>
            <a:r>
              <a:t>        arr_ptr[0] = 1;</a:t>
            </a:r>
          </a:p>
          <a:p>
            <a:r>
              <a:t>        arr_ptr[1] = 2;</a:t>
            </a:r>
          </a:p>
          <a:p>
            <a:r>
              <a:t>        arr_ptr[2] = 3;</a:t>
            </a:r>
          </a:p>
          <a:p>
            <a:r>
              <a:t>}</a:t>
            </a:r>
          </a:p>
          <a:p/>
          <a:p>
            <a:r>
              <a:t>void array_fun_test()</a:t>
            </a:r>
            <a:br/>
            <a:r>
              <a:t>{</a:t>
            </a:r>
          </a:p>
          <a:p>
            <a:r>
              <a:t>        int arr[3];</a:t>
            </a:r>
          </a:p>
          <a:p>
            <a:r>
              <a:t>        array_set_elements(arr);</a:t>
            </a:r>
          </a:p>
          <a:p>
            <a:r>
              <a:t>        for (int i = 0; i &lt; 3; i++)</a:t>
            </a:r>
          </a:p>
          <a:p>
            <a:r>
              <a:t>                printf("%d ", arr[i]);</a:t>
            </a:r>
          </a:p>
          <a:p/>
          <a:p>
            <a:r>
              <a:t>        printf("\n");</a:t>
            </a:r>
          </a:p>
          <a:p>
            <a:r>
              <a:t>}</a:t>
            </a:r>
          </a:p>
          <a:p/>
          <a:p>
            <a:r>
              <a:t>array_fun_test()를 실행했을 때 화면에 출력되는 문자열은?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구조체.c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struct Point {</a:t>
            </a:r>
          </a:p>
          <a:p>
            <a:r>
              <a:t>        int x;</a:t>
            </a:r>
          </a:p>
          <a:p>
            <a:r>
              <a:t>        int y;</a:t>
            </a:r>
          </a:p>
          <a:p>
            <a:r>
              <a:t>};</a:t>
            </a:r>
          </a:p>
          <a:p/>
          <a:p>
            <a:r>
              <a:t>void struct_test()</a:t>
            </a:r>
            <a:br/>
            <a:r>
              <a:t>{</a:t>
            </a:r>
          </a:p>
          <a:p>
            <a:r>
              <a:t>        struct Point p;</a:t>
            </a:r>
          </a:p>
          <a:p>
            <a:r>
              <a:t>        p.x = 1;</a:t>
            </a:r>
          </a:p>
          <a:p>
            <a:r>
              <a:t>        p.y = 2;</a:t>
            </a:r>
          </a:p>
          <a:p>
            <a:r>
              <a:t>        printf("(%d, %d)\n", p.x, p.y);</a:t>
            </a:r>
          </a:p>
          <a:p>
            <a:r>
              <a:t>}</a:t>
            </a:r>
          </a:p>
          <a:p/>
          <a:p>
            <a:r>
              <a:t>struct_test()를 실행했을 때 화면에 출력되는 문자열은?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구조체_포인터.c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struct Point {</a:t>
            </a:r>
          </a:p>
          <a:p>
            <a:r>
              <a:t>        int x;</a:t>
            </a:r>
          </a:p>
          <a:p>
            <a:r>
              <a:t>        int y;</a:t>
            </a:r>
          </a:p>
          <a:p>
            <a:r>
              <a:t>};</a:t>
            </a:r>
          </a:p>
          <a:p/>
          <a:p>
            <a:r>
              <a:t>void struct_ptr_test()</a:t>
            </a:r>
            <a:br/>
            <a:r>
              <a:t>{</a:t>
            </a:r>
          </a:p>
          <a:p>
            <a:r>
              <a:t>        struct Point p;</a:t>
            </a:r>
          </a:p>
          <a:p>
            <a:r>
              <a:t>        struct Point *p_ptr = &amp;p;</a:t>
            </a:r>
          </a:p>
          <a:p>
            <a:r>
              <a:t>        p_ptr-&gt;x = 1;</a:t>
            </a:r>
          </a:p>
          <a:p>
            <a:r>
              <a:t>        p_ptr-&gt;y = 2;</a:t>
            </a:r>
          </a:p>
          <a:p>
            <a:r>
              <a:t>        printf("(%d, %d)\n", p_ptr-&gt;x, p_ptr-&gt;y);</a:t>
            </a:r>
          </a:p>
          <a:p>
            <a:r>
              <a:t>}</a:t>
            </a:r>
          </a:p>
          <a:p/>
          <a:p>
            <a:r>
              <a:t>struct_ptr_test()를 실행했을 때 화면에 출력되는 문자열은?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구조체_포인터_파라미터.c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struct Point {</a:t>
            </a:r>
          </a:p>
          <a:p>
            <a:r>
              <a:t>        int x;</a:t>
            </a:r>
          </a:p>
          <a:p>
            <a:r>
              <a:t>        int y;</a:t>
            </a:r>
          </a:p>
          <a:p>
            <a:r>
              <a:t>};</a:t>
            </a:r>
          </a:p>
          <a:p/>
          <a:p>
            <a:r>
              <a:t>void struct_set_members(struct Point *p_ptr)</a:t>
            </a:r>
            <a:br/>
            <a:r>
              <a:t>{</a:t>
            </a:r>
          </a:p>
          <a:p>
            <a:r>
              <a:t>        p_ptr-&gt;x = 1;</a:t>
            </a:r>
          </a:p>
          <a:p>
            <a:r>
              <a:t>        p_ptr-&gt;y = 2;</a:t>
            </a:r>
          </a:p>
          <a:p>
            <a:r>
              <a:t>}</a:t>
            </a:r>
          </a:p>
          <a:p/>
          <a:p>
            <a:r>
              <a:t>void struct_ptr_parameter_test()</a:t>
            </a:r>
            <a:br/>
            <a:r>
              <a:t>{</a:t>
            </a:r>
          </a:p>
          <a:p>
            <a:r>
              <a:t>        struct Point p;</a:t>
            </a:r>
          </a:p>
          <a:p>
            <a:r>
              <a:t>        struct_set_members(&amp;p);</a:t>
            </a:r>
          </a:p>
          <a:p>
            <a:r>
              <a:t>        printf("(%d, %d)\n", p.x, p.y);</a:t>
            </a:r>
          </a:p>
          <a:p>
            <a:r>
              <a:t>}</a:t>
            </a:r>
          </a:p>
          <a:p/>
          <a:p>
            <a:r>
              <a:t>struct_ptr_parameter_test()를 실행했을 때 화면에 출력되는 문자열은?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복습 - 메모리_할당_해제.c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#include &lt;stdlib.h&gt;</a:t>
            </a:r>
          </a:p>
          <a:p/>
          <a:p>
            <a:r>
              <a:t>struct Point {</a:t>
            </a:r>
          </a:p>
          <a:p>
            <a:r>
              <a:t>        int x;</a:t>
            </a:r>
          </a:p>
          <a:p>
            <a:r>
              <a:t>        int y;</a:t>
            </a:r>
          </a:p>
          <a:p>
            <a:r>
              <a:t>};</a:t>
            </a:r>
          </a:p>
          <a:p/>
          <a:p>
            <a:r>
              <a:t>struct Point *create_point()</a:t>
            </a:r>
            <a:br/>
            <a:r>
              <a:t>{</a:t>
            </a:r>
          </a:p>
          <a:p>
            <a:r>
              <a:t>        return malloc(sizeof(struct Point));</a:t>
            </a:r>
          </a:p>
          <a:p>
            <a:r>
              <a:t>}</a:t>
            </a:r>
          </a:p>
          <a:p/>
          <a:p>
            <a:r>
              <a:t>void free_point(struct Point *p_ptr)</a:t>
            </a:r>
            <a:br/>
            <a:r>
              <a:t>{</a:t>
            </a:r>
          </a:p>
          <a:p>
            <a:r>
              <a:t>        free(p_ptr);</a:t>
            </a:r>
          </a:p>
          <a:p>
            <a:r>
              <a:t>}</a:t>
            </a:r>
          </a:p>
          <a:p/>
          <a:p>
            <a:r>
              <a:t>void struct_set_members(struct Point *p_ptr)</a:t>
            </a:r>
            <a:br/>
            <a:r>
              <a:t>{</a:t>
            </a:r>
          </a:p>
          <a:p>
            <a:r>
              <a:t>        p_ptr-&gt;x = 1;</a:t>
            </a:r>
          </a:p>
          <a:p>
            <a:r>
              <a:t>        p_ptr-&gt;y = 2;</a:t>
            </a:r>
          </a:p>
          <a:p>
            <a:r>
              <a:t>}</a:t>
            </a:r>
          </a:p>
          <a:p/>
          <a:p>
            <a:r>
              <a:t>void struct_ptr_malloc_test()</a:t>
            </a:r>
            <a:br/>
            <a:r>
              <a:t>{</a:t>
            </a:r>
          </a:p>
          <a:p>
            <a:r>
              <a:t>        struct Point* p_ptr = create_point();</a:t>
            </a:r>
          </a:p>
          <a:p>
            <a:r>
              <a:t>        if (!p_ptr) </a:t>
            </a:r>
            <a:br/>
            <a:r>
              <a:t>                return;</a:t>
            </a:r>
          </a:p>
          <a:p>
            <a:r>
              <a:t>        struct_set_members(p_ptr);</a:t>
            </a:r>
          </a:p>
          <a:p>
            <a:r>
              <a:t>        printf("(%d, %d)\n", p_ptr-&gt;x, p_ptr-&gt;y);</a:t>
            </a:r>
          </a:p>
          <a:p>
            <a:r>
              <a:t>        free_point(p_ptr);}</a:t>
            </a:r>
          </a:p>
          <a:p/>
          <a:p>
            <a:r>
              <a:t>struct_ptr_malloc_test()를 실행했을 때 화면에 출력되는 문자열은?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키워드 _Bool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 또는 1을 저장할 수 있는 타입</a:t>
            </a:r>
          </a:p>
          <a:p/>
          <a:p>
            <a:r>
              <a:t>거짓 또는 참을 저장하기 위해 쓰임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12625</TotalTime>
  <Words>0</Words>
  <Application>Microsoft Office PowerPoint</Application>
  <PresentationFormat>화면 슬라이드 쇼(4:3)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5" baseType="lpstr">
      <vt:lpstr>맑은 고딕</vt:lpstr>
      <vt:lpstr>Aptos</vt:lpstr>
      <vt:lpstr>Aptos Display</vt:lpstr>
      <vt:lpstr>Arial</vt:lpstr>
      <vt:lpstr>Office 테마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13</cp:revision>
  <dcterms:created xsi:type="dcterms:W3CDTF">2025-07-28T15:04:23Z</dcterms:created>
  <dcterms:modified xsi:type="dcterms:W3CDTF">2025-09-01T13:28:01Z</dcterms:modified>
</cp:coreProperties>
</file>