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9"/>
  </p:notesMasterIdLst>
  <p:sldIdLst>
    <p:sldId id="256" r:id="rId2"/>
    <p:sldId id="257" r:id="rId3"/>
    <p:sldId id="258" r:id="rId4"/>
    <p:sldId id="481" r:id="rId5"/>
    <p:sldId id="262" r:id="rId6"/>
    <p:sldId id="470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69" r:id="rId18"/>
    <p:sldId id="495" r:id="rId19"/>
    <p:sldId id="482" r:id="rId20"/>
    <p:sldId id="483" r:id="rId21"/>
    <p:sldId id="484" r:id="rId22"/>
    <p:sldId id="485" r:id="rId23"/>
    <p:sldId id="486" r:id="rId24"/>
    <p:sldId id="487" r:id="rId25"/>
    <p:sldId id="489" r:id="rId26"/>
    <p:sldId id="488" r:id="rId27"/>
    <p:sldId id="490" r:id="rId28"/>
    <p:sldId id="491" r:id="rId29"/>
    <p:sldId id="492" r:id="rId30"/>
    <p:sldId id="493" r:id="rId31"/>
    <p:sldId id="494" r:id="rId32"/>
    <p:sldId id="496" r:id="rId33"/>
    <p:sldId id="509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508" r:id="rId46"/>
    <p:sldId id="510" r:id="rId47"/>
    <p:sldId id="511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65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rPr lang="en-US"/>
              <a:t>12</a:t>
            </a:r>
            <a:r>
              <a:t>주차: </a:t>
            </a:r>
            <a:r>
              <a:rPr lang="ko-KR" altLang="en-US"/>
              <a:t>이진 탐색 트리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t>지난 시간 </a:t>
            </a:r>
            <a:r>
              <a:rPr lang="ko-KR" altLang="en-US"/>
              <a:t>내용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이진탐색트리</a:t>
            </a:r>
            <a:r>
              <a:t>: </a:t>
            </a:r>
            <a:r>
              <a:rPr lang="ko-KR" altLang="en-US"/>
              <a:t>왼쪽 자손 </a:t>
            </a:r>
            <a:r>
              <a:rPr lang="en-US" altLang="ko-KR"/>
              <a:t>&lt; </a:t>
            </a:r>
            <a:r>
              <a:rPr lang="ko-KR" altLang="en-US"/>
              <a:t>노드 </a:t>
            </a:r>
            <a:r>
              <a:rPr lang="en-US" altLang="ko-KR"/>
              <a:t>&lt; </a:t>
            </a:r>
            <a:r>
              <a:rPr lang="ko-KR" altLang="en-US"/>
              <a:t>오른쪽 자손</a:t>
            </a:r>
            <a:endParaRPr lang="en-US"/>
          </a:p>
          <a:p>
            <a:endParaRPr lang="en-US"/>
          </a:p>
          <a:p>
            <a:r>
              <a:rPr lang="ko-KR" altLang="en-US"/>
              <a:t>데이터 찾기</a:t>
            </a:r>
            <a:r>
              <a:rPr lang="en-US" altLang="ko-KR"/>
              <a:t>: </a:t>
            </a:r>
            <a:r>
              <a:rPr lang="ko-KR" altLang="en-US"/>
              <a:t>왼쪽 또는 오른쪽 자손에서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데이터 추가</a:t>
            </a:r>
            <a:r>
              <a:rPr lang="en-US" altLang="ko-KR"/>
              <a:t>: </a:t>
            </a:r>
            <a:r>
              <a:rPr lang="ko-KR" altLang="en-US"/>
              <a:t>자손의 끝까지 찾아서 그 자리에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데이터 삭제</a:t>
            </a:r>
            <a:r>
              <a:rPr lang="en-US" altLang="ko-KR"/>
              <a:t>: </a:t>
            </a:r>
            <a:r>
              <a:rPr lang="ko-KR" altLang="en-US"/>
              <a:t>적절한 자손을 부모에 연결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t>오늘의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출력하기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이진트리 출력하기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이진탐색트리에서 노드 찾기</a:t>
            </a:r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A90C-54A5-F535-DBA2-5DE6B828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9155-6EBB-3620-548E-1CE04FD7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170" y="262442"/>
            <a:ext cx="3950305" cy="607653"/>
          </a:xfrm>
        </p:spPr>
        <p:txBody>
          <a:bodyPr>
            <a:spAutoFit/>
          </a:bodyPr>
          <a:lstStyle/>
          <a:p>
            <a:r>
              <a:rPr lang="ko-KR" altLang="en-US"/>
              <a:t>출력하기</a:t>
            </a:r>
            <a:r>
              <a:t> 목차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7F43B-8ADD-DFC8-A720-236D9C146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printf</a:t>
            </a:r>
            <a:r>
              <a:rPr lang="ko-KR" altLang="en-US"/>
              <a:t>로 </a:t>
            </a:r>
            <a:r>
              <a:rPr lang="en-US" altLang="ko-KR"/>
              <a:t>"Hello, tree!" </a:t>
            </a:r>
            <a:r>
              <a:rPr lang="ko-KR" altLang="en-US"/>
              <a:t>출력하기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문자 배열에 </a:t>
            </a:r>
            <a:r>
              <a:rPr lang="en-US" altLang="ko-KR"/>
              <a:t>"Hello, bst!"</a:t>
            </a:r>
            <a:r>
              <a:rPr lang="ko-KR" altLang="en-US"/>
              <a:t>를 저장하고</a:t>
            </a:r>
            <a:r>
              <a:rPr lang="en-US" altLang="ko-KR"/>
              <a:t>, </a:t>
            </a:r>
            <a:r>
              <a:rPr lang="ko-KR" altLang="en-US"/>
              <a:t>출력하기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이차원 문자 배열에 </a:t>
            </a:r>
            <a:r>
              <a:rPr lang="en-US" altLang="ko-KR"/>
              <a:t>'H', 'I', '!'</a:t>
            </a:r>
            <a:r>
              <a:rPr lang="ko-KR" altLang="en-US"/>
              <a:t>를 저장하고</a:t>
            </a:r>
            <a:r>
              <a:rPr lang="en-US" altLang="ko-KR"/>
              <a:t>, </a:t>
            </a:r>
            <a:r>
              <a:rPr lang="ko-KR" altLang="en-US"/>
              <a:t>출력하기</a:t>
            </a:r>
          </a:p>
        </p:txBody>
      </p:sp>
    </p:spTree>
    <p:extLst>
      <p:ext uri="{BB962C8B-B14F-4D97-AF65-F5344CB8AC3E}">
        <p14:creationId xmlns:p14="http://schemas.microsoft.com/office/powerpoint/2010/main" val="171505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1983" y="262442"/>
            <a:ext cx="4400492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Hello, tree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printf</a:t>
            </a:r>
            <a:r>
              <a:rPr lang="ko-KR" altLang="en-US"/>
              <a:t>로 문자열을 출력할 수 있다</a:t>
            </a:r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D7C3-7370-DD02-B07D-B76F7BD6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1A34-CEB1-1107-BE30-3FFA3AAF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983" y="262442"/>
            <a:ext cx="4400492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Hello, tree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0BFB-1400-F820-FBFD-02793C3CC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#include</a:t>
            </a:r>
            <a:r>
              <a:rPr lang="ko-KR" altLang="en-US"/>
              <a:t> </a:t>
            </a:r>
            <a:r>
              <a:rPr lang="en-US" altLang="ko-KR"/>
              <a:t>&lt;stdio.h&gt;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printf("Hello, tree!\n");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692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D7D33-4AF8-768C-3898-AFECCC30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AB36-EB43-1477-B9FE-96D623B4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</a:t>
            </a:r>
            <a:r>
              <a:rPr lang="ko-KR" altLang="en-US"/>
              <a:t>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A002-4B8E-7FB0-67B5-4CDA9DF1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문자열</a:t>
            </a:r>
            <a:r>
              <a:rPr lang="en-US" altLang="ko-KR"/>
              <a:t>: </a:t>
            </a:r>
            <a:r>
              <a:rPr lang="ko-KR" altLang="en-US"/>
              <a:t>문자의 배열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5411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5944-8986-213C-0112-BED013F9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0C5C-1248-61E8-71F2-5C47CB17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</a:t>
            </a:r>
            <a:r>
              <a:rPr lang="ko-KR" altLang="en-US"/>
              <a:t>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EBC94-8F89-5800-681D-64AA61E7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char str[20] = "Hello, tree!";</a:t>
            </a:r>
          </a:p>
          <a:p>
            <a:pPr marL="0" indent="0">
              <a:buNone/>
            </a:pPr>
            <a:r>
              <a:rPr lang="en-US" altLang="ko-KR"/>
              <a:t>	printf("%s\n", str);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063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8B144-0D82-3EDD-A0B4-B052773C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1FB5-168C-386B-B6DE-D74C8510D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</a:t>
            </a:r>
            <a:r>
              <a:rPr lang="ko-KR" altLang="en-US"/>
              <a:t>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C7684-8A40-1FDB-8496-D297FB3F6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문자열의 끝은 </a:t>
            </a:r>
            <a:r>
              <a:rPr lang="en-US" altLang="ko-KR"/>
              <a:t>'\0'</a:t>
            </a:r>
            <a:r>
              <a:rPr lang="ko-KR" altLang="en-US"/>
              <a:t>으로 표시한다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434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B2AB-1283-99C3-83C6-7BE59345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EB12-1691-70EF-5F92-479DFF52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</a:t>
            </a:r>
            <a:r>
              <a:rPr lang="ko-KR" altLang="en-US"/>
              <a:t>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38CEC-8827-E610-E93B-F1246CDB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for (int i = 0; i &lt; 20; i++) {</a:t>
            </a:r>
          </a:p>
          <a:p>
            <a:pPr marL="0" indent="0">
              <a:buNone/>
            </a:pPr>
            <a:r>
              <a:rPr lang="en-US" altLang="ko-KR"/>
              <a:t>		printf("%c(%d)\n", str[i], str[i]);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4773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5E9E-4771-22E9-D518-8FA2CCF3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1F41-F106-5CAC-31D7-9FE9BCC1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0421-8AF6-712A-7003-A6D5D7879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이차원 문자 배열로 문자열 여러개를 쓸 수 있다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138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A3DD-03DB-15B6-CC3A-760EF42B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F034-999B-8AEB-36AB-335BD4062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806B2-61B7-F965-F55E-994ABDC90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#define WIDTH 32</a:t>
            </a:r>
          </a:p>
          <a:p>
            <a:pPr marL="0" indent="0">
              <a:buNone/>
            </a:pPr>
            <a:r>
              <a:rPr lang="en-US" altLang="ko-KR"/>
              <a:t>#define HEIGHT 9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char texts[HEIGHT][WIDTH + 1];</a:t>
            </a:r>
          </a:p>
        </p:txBody>
      </p:sp>
    </p:spTree>
    <p:extLst>
      <p:ext uri="{BB962C8B-B14F-4D97-AF65-F5344CB8AC3E}">
        <p14:creationId xmlns:p14="http://schemas.microsoft.com/office/powerpoint/2010/main" val="28359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B3242-9879-70FB-BB9B-77777D47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F708-CE5B-120F-A9D4-D28969AE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9D202-C25A-8602-5916-49EE9CAFF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reset_texts()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HEIGHT; i++) {</a:t>
            </a:r>
          </a:p>
          <a:p>
            <a:pPr marL="0" indent="0">
              <a:buNone/>
            </a:pPr>
            <a:r>
              <a:rPr lang="en-US" altLang="ko-KR"/>
              <a:t>		for (int j = 0; j &lt; WIDTH; j++) {</a:t>
            </a:r>
          </a:p>
          <a:p>
            <a:pPr marL="0" indent="0">
              <a:buNone/>
            </a:pPr>
            <a:r>
              <a:rPr lang="en-US" altLang="ko-KR"/>
              <a:t>			texts[i][j] = ' ';</a:t>
            </a:r>
          </a:p>
          <a:p>
            <a:pPr marL="0" indent="0">
              <a:buNone/>
            </a:pPr>
            <a:r>
              <a:rPr lang="en-US" altLang="ko-KR"/>
              <a:t>		}</a:t>
            </a:r>
          </a:p>
          <a:p>
            <a:pPr marL="0" indent="0">
              <a:buNone/>
            </a:pPr>
            <a:r>
              <a:rPr lang="en-US" altLang="ko-KR"/>
              <a:t>		texts[i][WIDTH] = '\0';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7664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DCB1-B92F-938A-98BE-2BD007B2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237B-EDD4-9F82-B734-353EB3F33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D67C5-3A92-06A9-0742-55C113C20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print_texts()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HEIGHT; i++) </a:t>
            </a:r>
          </a:p>
          <a:p>
            <a:pPr marL="0" indent="0">
              <a:buNone/>
            </a:pPr>
            <a:r>
              <a:rPr lang="en-US" altLang="ko-KR"/>
              <a:t>		printf("%s\n", texts[i]);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372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7C97F-E990-DE05-0CB7-773FB658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286B-54C9-4880-66AF-8803D089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3FC7-4B65-6A9E-BD5B-C047476A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reset_texts();</a:t>
            </a:r>
          </a:p>
          <a:p>
            <a:pPr marL="0" indent="0">
              <a:buNone/>
            </a:pPr>
            <a:r>
              <a:rPr lang="en-US" altLang="ko-KR"/>
              <a:t>	texts[0][0] = 'H';</a:t>
            </a:r>
          </a:p>
          <a:p>
            <a:pPr marL="0" indent="0">
              <a:buNone/>
            </a:pPr>
            <a:r>
              <a:rPr lang="en-US" altLang="ko-KR"/>
              <a:t>	texts[1][1] = 'I';</a:t>
            </a:r>
          </a:p>
          <a:p>
            <a:pPr marL="0" indent="0">
              <a:buNone/>
            </a:pPr>
            <a:r>
              <a:rPr lang="en-US" altLang="ko-KR"/>
              <a:t>	texts[2][2] = '!';</a:t>
            </a:r>
          </a:p>
          <a:p>
            <a:pPr marL="0" indent="0">
              <a:buNone/>
            </a:pPr>
            <a:r>
              <a:rPr lang="en-US" altLang="ko-KR"/>
              <a:t>	print_texts();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881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A1AEA-537F-2A45-A750-00C8B6DA9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CA5A-F103-A3C4-A223-D51BF5D7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1152" y="262442"/>
            <a:ext cx="5561323" cy="607653"/>
          </a:xfrm>
        </p:spPr>
        <p:txBody>
          <a:bodyPr>
            <a:spAutoFit/>
          </a:bodyPr>
          <a:lstStyle/>
          <a:p>
            <a:r>
              <a:rPr lang="ko-KR" altLang="en-US"/>
              <a:t>출력 </a:t>
            </a:r>
            <a:r>
              <a:rPr lang="en-US" altLang="ko-KR"/>
              <a:t>- 2</a:t>
            </a:r>
            <a:r>
              <a:rPr lang="ko-KR" altLang="en-US"/>
              <a:t>차원 문자 배열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B6E39-AD0D-B662-E44C-2D9731138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texts[0][0] = ' ';</a:t>
            </a:r>
          </a:p>
          <a:p>
            <a:pPr marL="0" indent="0">
              <a:buNone/>
            </a:pPr>
            <a:r>
              <a:rPr lang="en-US" altLang="ko-KR"/>
              <a:t>	texts[1][1] = ' ';</a:t>
            </a:r>
          </a:p>
          <a:p>
            <a:pPr marL="0" indent="0">
              <a:buNone/>
            </a:pPr>
            <a:r>
              <a:rPr lang="en-US" altLang="ko-KR"/>
              <a:t>	texts[2][2] = ' ';</a:t>
            </a:r>
          </a:p>
          <a:p>
            <a:pPr marL="0" indent="0">
              <a:buNone/>
            </a:pPr>
            <a:r>
              <a:rPr lang="en-US" altLang="ko-KR"/>
              <a:t>	print_texts();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097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A746-937F-BF07-E007-AB7A8A31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B158-EEAC-FFA0-2616-E9B76A36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172" y="262442"/>
            <a:ext cx="3950305" cy="607653"/>
          </a:xfrm>
        </p:spPr>
        <p:txBody>
          <a:bodyPr>
            <a:spAutoFit/>
          </a:bodyPr>
          <a:lstStyle/>
          <a:p>
            <a:r>
              <a:rPr lang="ko-KR" altLang="en-US"/>
              <a:t>출력하기 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960E-A7B4-3431-C6FA-E0056648F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이차원 배열 </a:t>
            </a:r>
            <a:r>
              <a:rPr lang="en-US" altLang="ko-KR"/>
              <a:t>texts</a:t>
            </a:r>
            <a:r>
              <a:rPr lang="ko-KR" altLang="en-US"/>
              <a:t>에 출력할 내용을 편집한다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8408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AA26-033B-8F44-9672-79F241E3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8CF7-3D80-47F1-577D-5DCFDF671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742" y="262442"/>
            <a:ext cx="5886733" cy="607653"/>
          </a:xfrm>
        </p:spPr>
        <p:txBody>
          <a:bodyPr>
            <a:spAutoFit/>
          </a:bodyPr>
          <a:lstStyle/>
          <a:p>
            <a:r>
              <a:rPr lang="ko-KR" altLang="en-US"/>
              <a:t>이진트리 출력하기</a:t>
            </a:r>
            <a:r>
              <a:t> 목차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E717-7B49-4436-C93C-AD935F762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노드 구조체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루트 출력하기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루트가 아닌 노드 출력하기</a:t>
            </a:r>
          </a:p>
        </p:txBody>
      </p:sp>
    </p:spTree>
    <p:extLst>
      <p:ext uri="{BB962C8B-B14F-4D97-AF65-F5344CB8AC3E}">
        <p14:creationId xmlns:p14="http://schemas.microsoft.com/office/powerpoint/2010/main" val="1350883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7953-B305-942A-D056-883DBDA8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4E99-F494-9600-5724-48911080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52EC1-F6B5-B78E-00BC-BE21BAD85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트리 노드에 데이터</a:t>
            </a:r>
            <a:r>
              <a:rPr lang="en-US" altLang="ko-KR"/>
              <a:t>, </a:t>
            </a:r>
            <a:r>
              <a:rPr lang="ko-KR" altLang="en-US"/>
              <a:t>왼쪽 자식</a:t>
            </a:r>
            <a:r>
              <a:rPr lang="en-US" altLang="ko-KR"/>
              <a:t>, </a:t>
            </a:r>
            <a:r>
              <a:rPr lang="ko-KR" altLang="en-US"/>
              <a:t>오른쪽 자식이 있다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8013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A57B-DB40-E40E-CA91-018F413D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C237-EE04-C15F-D435-81C950396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7154C-E821-6F95-6DC7-0CE92EAC1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tree_node {</a:t>
            </a:r>
          </a:p>
          <a:p>
            <a:pPr marL="0" indent="0">
              <a:buNone/>
            </a:pPr>
            <a:r>
              <a:rPr lang="en-US" altLang="ko-KR"/>
              <a:t>	int data;</a:t>
            </a:r>
          </a:p>
          <a:p>
            <a:pPr marL="0" indent="0">
              <a:buNone/>
            </a:pPr>
            <a:r>
              <a:rPr lang="en-US" altLang="ko-KR"/>
              <a:t>	struct tree_node *left;</a:t>
            </a:r>
          </a:p>
          <a:p>
            <a:pPr marL="0" indent="0">
              <a:buNone/>
            </a:pPr>
            <a:r>
              <a:rPr lang="en-US" altLang="ko-KR"/>
              <a:t>	struct tree_node *right;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10584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E35C-2C0E-E640-4502-80F92C05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226E-C05C-122E-AF5F-48CD2ADE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3B7B2-BA59-B02B-E291-D4D26D6D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print_node(struct tree_node *node)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char data = '0' + node-&gt;data;</a:t>
            </a:r>
          </a:p>
          <a:p>
            <a:pPr marL="0" indent="0">
              <a:buNone/>
            </a:pPr>
            <a:r>
              <a:rPr lang="en-US" altLang="ko-KR"/>
              <a:t>	char l = node-&gt;left ? '0' + node-&gt;left-&gt;data : '.';</a:t>
            </a:r>
          </a:p>
          <a:p>
            <a:pPr marL="0" indent="0">
              <a:buNone/>
            </a:pPr>
            <a:r>
              <a:rPr lang="en-US" altLang="ko-KR"/>
              <a:t>	char r = node-&gt;right ? '0' + node-&gt;right-&gt;data : '.';</a:t>
            </a:r>
          </a:p>
          <a:p>
            <a:pPr marL="0" indent="0">
              <a:buNone/>
            </a:pPr>
            <a:r>
              <a:rPr lang="en-US" altLang="ko-KR"/>
              <a:t>	printf("node[%c] (%c, %c)\n", data, left, right);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907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474B-0CEF-CFE9-59F1-533C5E69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85F0-8D0C-E350-5E5F-BA02859A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556" y="262442"/>
            <a:ext cx="5772919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노드 구조체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115C-AEA4-9549-EDC3-C7F29ED16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struct tree_node nodes[10];</a:t>
            </a:r>
          </a:p>
          <a:p>
            <a:pPr marL="0" indent="0">
              <a:buNone/>
            </a:pPr>
            <a:r>
              <a:rPr lang="en-US" altLang="ko-KR"/>
              <a:t>	for (int i = 0; i &lt; 10; i++) {</a:t>
            </a:r>
          </a:p>
          <a:p>
            <a:pPr marL="0" indent="0">
              <a:buNone/>
            </a:pPr>
            <a:r>
              <a:rPr lang="en-US" altLang="ko-KR"/>
              <a:t>		nodes[i].data = i;</a:t>
            </a:r>
          </a:p>
          <a:p>
            <a:pPr marL="0" indent="0">
              <a:buNone/>
            </a:pPr>
            <a:r>
              <a:rPr lang="en-US" altLang="ko-KR"/>
              <a:t>		nodes[i].left = nodes[i].right = NULL;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print_tree(&amp;nodes[0]);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2173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1AE3-D69B-816E-DC8D-AFD8676A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BDB2-7CC6-75B8-71F9-34C92FAD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19" y="262442"/>
            <a:ext cx="4298156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A9E4-D16D-7E0B-0CD4-2F3F066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루트 노드를 출력할 때는 화면 가운데에 출력한다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8650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B90B2-E52E-50BC-73FE-F82244FF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79DE-EAF3-EB9A-BD52-D97D58C67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4320" y="262442"/>
            <a:ext cx="4298155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A7944-E44E-2337-D25B-9FED7809A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print_tree(struct tree_node *root)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x = WIDTH / 2;</a:t>
            </a:r>
          </a:p>
          <a:p>
            <a:pPr marL="0" indent="0">
              <a:buNone/>
            </a:pPr>
            <a:r>
              <a:rPr lang="en-US" altLang="ko-KR"/>
              <a:t>	int y = 0;</a:t>
            </a:r>
          </a:p>
          <a:p>
            <a:pPr marL="0" indent="0">
              <a:buNone/>
            </a:pPr>
            <a:r>
              <a:rPr lang="en-US" altLang="ko-KR"/>
              <a:t>	if (root)</a:t>
            </a:r>
          </a:p>
          <a:p>
            <a:pPr marL="0" indent="0">
              <a:buNone/>
            </a:pPr>
            <a:r>
              <a:rPr lang="en-US" altLang="ko-KR"/>
              <a:t>		texts[y][x] = '0' + root-&gt;data;</a:t>
            </a:r>
          </a:p>
          <a:p>
            <a:pPr marL="0" indent="0">
              <a:buNone/>
            </a:pPr>
            <a:r>
              <a:rPr lang="en-US" altLang="ko-KR"/>
              <a:t>	else</a:t>
            </a:r>
          </a:p>
          <a:p>
            <a:pPr marL="0" indent="0">
              <a:buNone/>
            </a:pPr>
            <a:r>
              <a:rPr lang="en-US" altLang="ko-KR"/>
              <a:t>		texts[y][x] = '.';</a:t>
            </a:r>
          </a:p>
          <a:p>
            <a:pPr marL="0" indent="0">
              <a:buNone/>
            </a:pPr>
            <a:r>
              <a:rPr lang="en-US" altLang="ko-KR"/>
              <a:t>	print_texts();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8744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B747B-8CB1-F516-197D-AA293883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2264-7CD3-FC31-4CED-64C0FFE7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4" y="262442"/>
            <a:ext cx="4759821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E79A1-0C03-792F-49E8-5F8895BF5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루트가 아닌 노드를 출력할 때는</a:t>
            </a:r>
            <a:r>
              <a:rPr lang="en-US" altLang="ko-KR"/>
              <a:t>,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노드의 위치를 계산한다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부모로부터 연결선을 출력한다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데이터를 출력한다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자식들을 재귀호출한다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93229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CEA9-105B-FD2E-6CBE-FB34436A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3B7B-A686-33A3-EE6D-B35DFFE4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3D2D-8732-0D14-2EAC-90D755CBD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print_tree_visit(struct tree_node *node,</a:t>
            </a:r>
            <a:r>
              <a:rPr lang="ko-KR" altLang="en-US"/>
              <a:t> </a:t>
            </a:r>
            <a:r>
              <a:rPr lang="en-US" altLang="ko-KR"/>
              <a:t>int</a:t>
            </a:r>
            <a:r>
              <a:rPr lang="ko-KR" altLang="en-US"/>
              <a:t> </a:t>
            </a:r>
            <a:r>
              <a:rPr lang="en-US" altLang="ko-KR"/>
              <a:t>level,</a:t>
            </a:r>
            <a:r>
              <a:rPr lang="ko-KR" altLang="en-US"/>
              <a:t>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int level_index)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(level &gt;= (HEIGHT + 1) / 2)</a:t>
            </a:r>
          </a:p>
          <a:p>
            <a:pPr marL="0" indent="0">
              <a:buNone/>
            </a:pPr>
            <a:r>
              <a:rPr lang="en-US" altLang="ko-KR"/>
              <a:t>		return;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int y_edge = 2 * level - 1;</a:t>
            </a:r>
          </a:p>
          <a:p>
            <a:pPr marL="0" indent="0">
              <a:buNone/>
            </a:pPr>
            <a:r>
              <a:rPr lang="en-US" altLang="ko-KR"/>
              <a:t>	int y_node = 2 * level</a:t>
            </a:r>
          </a:p>
        </p:txBody>
      </p:sp>
    </p:spTree>
    <p:extLst>
      <p:ext uri="{BB962C8B-B14F-4D97-AF65-F5344CB8AC3E}">
        <p14:creationId xmlns:p14="http://schemas.microsoft.com/office/powerpoint/2010/main" val="2530843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291D-6868-5CF2-642E-D479685A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1A36-98AA-1074-D48F-00CC8C15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205E8-C338-2EFE-B97E-3C1424784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int level_capacity = 1 &lt;&lt; level;</a:t>
            </a:r>
          </a:p>
          <a:p>
            <a:pPr marL="0" indent="0">
              <a:buNone/>
            </a:pPr>
            <a:r>
              <a:rPr lang="en-US" altLang="ko-KR"/>
              <a:t>	int level_margin = WIDTH / level_capacity / 2;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int x = WIDTH * level_index / level_capacity</a:t>
            </a:r>
          </a:p>
          <a:p>
            <a:pPr marL="0" indent="0">
              <a:buNone/>
            </a:pPr>
            <a:r>
              <a:rPr lang="en-US" altLang="ko-KR"/>
              <a:t>		+ level_margin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texts[y_node][x] = '0' + node-&gt;data;	</a:t>
            </a:r>
          </a:p>
        </p:txBody>
      </p:sp>
    </p:spTree>
    <p:extLst>
      <p:ext uri="{BB962C8B-B14F-4D97-AF65-F5344CB8AC3E}">
        <p14:creationId xmlns:p14="http://schemas.microsoft.com/office/powerpoint/2010/main" val="3352428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1D6F-F2CC-9860-F7FB-467BCD690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FEDC-CEC5-103C-6312-A300194F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C2D2B-FA32-B266-458C-B742C66A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if (level_index % 2 == 0) {</a:t>
            </a:r>
          </a:p>
          <a:p>
            <a:pPr marL="0" indent="0">
              <a:buNone/>
            </a:pPr>
            <a:r>
              <a:rPr lang="en-US" altLang="ko-KR"/>
              <a:t>		x += level_margin / 2;</a:t>
            </a:r>
          </a:p>
          <a:p>
            <a:pPr marL="0" indent="0">
              <a:buNone/>
            </a:pPr>
            <a:r>
              <a:rPr lang="en-US" altLang="ko-KR"/>
              <a:t>		texts[y_edge][x] = '/';</a:t>
            </a:r>
          </a:p>
          <a:p>
            <a:pPr marL="0" indent="0">
              <a:buNone/>
            </a:pPr>
            <a:r>
              <a:rPr lang="en-US" altLang="ko-KR"/>
              <a:t>	} </a:t>
            </a:r>
          </a:p>
          <a:p>
            <a:pPr marL="0" indent="0">
              <a:buNone/>
            </a:pPr>
            <a:r>
              <a:rPr lang="en-US" altLang="ko-KR"/>
              <a:t>	else {</a:t>
            </a:r>
          </a:p>
          <a:p>
            <a:pPr marL="0" indent="0">
              <a:buNone/>
            </a:pPr>
            <a:r>
              <a:rPr lang="en-US" altLang="ko-KR"/>
              <a:t>		x -= level_margin / 2;</a:t>
            </a:r>
          </a:p>
          <a:p>
            <a:pPr marL="0" indent="0">
              <a:buNone/>
            </a:pPr>
            <a:r>
              <a:rPr lang="en-US" altLang="ko-KR"/>
              <a:t>		texts[y_edge][x] = '\\';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468422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D6D20-424D-318A-8966-7683F6E64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22A3-28F6-7AA6-7F20-9BF77856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26608-6213-1DA9-FD0E-745A55CEF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if (node-&gt;left) {</a:t>
            </a:r>
          </a:p>
          <a:p>
            <a:pPr marL="0" indent="0">
              <a:buNone/>
            </a:pPr>
            <a:r>
              <a:rPr lang="en-US" altLang="ko-KR"/>
              <a:t>		print_tree_visit(node-&gt;left, level + 1, </a:t>
            </a:r>
          </a:p>
          <a:p>
            <a:pPr marL="0" indent="0">
              <a:buNone/>
            </a:pPr>
            <a:r>
              <a:rPr lang="en-US" altLang="ko-KR"/>
              <a:t>			level_index * 2);</a:t>
            </a:r>
          </a:p>
          <a:p>
            <a:pPr marL="0" indent="0">
              <a:buNone/>
            </a:pPr>
            <a:r>
              <a:rPr lang="en-US" altLang="ko-KR"/>
              <a:t>	} </a:t>
            </a:r>
          </a:p>
          <a:p>
            <a:pPr marL="0" indent="0">
              <a:buNone/>
            </a:pPr>
            <a:r>
              <a:rPr lang="en-US" altLang="ko-KR"/>
              <a:t>	if (node-&gt;right) {</a:t>
            </a:r>
          </a:p>
          <a:p>
            <a:pPr marL="0" indent="0">
              <a:buNone/>
            </a:pPr>
            <a:r>
              <a:rPr lang="en-US" altLang="ko-KR"/>
              <a:t>		print_tree_visit(node-&gt;right, level + 1, </a:t>
            </a:r>
          </a:p>
          <a:p>
            <a:pPr marL="0" indent="0">
              <a:buNone/>
            </a:pPr>
            <a:r>
              <a:rPr lang="en-US" altLang="ko-KR"/>
              <a:t>			level_index * 2 + 1);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3295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A7F3-7AFA-76C9-7E8B-11428863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866B-E79A-5A23-5F44-02367A0D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8AFF7-A75E-E9E8-1D70-94465A32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print_tree(struct tree_node *root)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if (root-&gt;left) {</a:t>
            </a:r>
          </a:p>
          <a:p>
            <a:pPr marL="0" indent="0">
              <a:buNone/>
            </a:pPr>
            <a:r>
              <a:rPr lang="en-US" altLang="ko-KR"/>
              <a:t>		print_tree_visit(root-&gt;left, 1, 0);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if (root-&gt;right) {</a:t>
            </a:r>
          </a:p>
          <a:p>
            <a:pPr marL="0" indent="0">
              <a:buNone/>
            </a:pPr>
            <a:r>
              <a:rPr lang="en-US" altLang="ko-KR"/>
              <a:t>		print_tree_visit(root-&gt;right, 1, 1);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print_texts();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5832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4FFB-4A78-A6DB-DC13-8D263FFE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77B6-D173-6FA6-BEFB-4F724C7E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rPr lang="ko-KR" altLang="en-US"/>
              <a:t>트리 출력 </a:t>
            </a:r>
            <a:r>
              <a:rPr lang="en-US" altLang="ko-KR"/>
              <a:t>- </a:t>
            </a:r>
            <a:r>
              <a:rPr lang="ko-KR" altLang="en-US"/>
              <a:t>비루트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16A3F-921A-E72F-47B3-6BC01BF57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9; i++) {</a:t>
            </a:r>
          </a:p>
          <a:p>
            <a:pPr marL="0" indent="0">
              <a:buNone/>
            </a:pPr>
            <a:r>
              <a:rPr lang="en-US" altLang="ko-KR"/>
              <a:t>		nodes[i].right = &amp;nodes[i + 1];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print_tree(&amp;nodes[0]);</a:t>
            </a:r>
          </a:p>
          <a:p>
            <a:pPr marL="0" indent="0">
              <a:buNone/>
            </a:pPr>
            <a:r>
              <a:rPr lang="en-US" altLang="ko-KR"/>
              <a:t>	reset_texts();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0166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F5EA-6161-277B-AFFE-527AC637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1366-CA65-B687-FA2E-58B1B80C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742" y="262442"/>
            <a:ext cx="5886733" cy="607653"/>
          </a:xfrm>
        </p:spPr>
        <p:txBody>
          <a:bodyPr>
            <a:spAutoFit/>
          </a:bodyPr>
          <a:lstStyle/>
          <a:p>
            <a:r>
              <a:rPr lang="ko-KR" altLang="en-US"/>
              <a:t>이진트리 출력하기</a:t>
            </a:r>
            <a:r>
              <a:t> </a:t>
            </a:r>
            <a:r>
              <a:rPr lang="ko-KR" altLang="en-US"/>
              <a:t>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4591C-93C4-96CA-F595-51A7D5C7A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노드 구조체에 </a:t>
            </a:r>
            <a:r>
              <a:rPr lang="en-US" altLang="ko-KR"/>
              <a:t>data, left, right</a:t>
            </a:r>
            <a:r>
              <a:rPr lang="ko-KR" altLang="en-US"/>
              <a:t>가 있다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print_tree </a:t>
            </a:r>
            <a:r>
              <a:rPr lang="ko-KR" altLang="en-US"/>
              <a:t>함수로 트리를 출력한다</a:t>
            </a:r>
          </a:p>
        </p:txBody>
      </p:sp>
    </p:spTree>
    <p:extLst>
      <p:ext uri="{BB962C8B-B14F-4D97-AF65-F5344CB8AC3E}">
        <p14:creationId xmlns:p14="http://schemas.microsoft.com/office/powerpoint/2010/main" val="2885290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FD95-3A23-4936-6689-F93C52ED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3F02-626B-2B78-F617-CB6D04C7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목차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DF9FF-BF6C-2F7B-1C7D-1F9547B98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균형 잡힌 이진 탐색 트리 만들기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찾기 함수 만들기</a:t>
            </a:r>
          </a:p>
        </p:txBody>
      </p:sp>
    </p:spTree>
    <p:extLst>
      <p:ext uri="{BB962C8B-B14F-4D97-AF65-F5344CB8AC3E}">
        <p14:creationId xmlns:p14="http://schemas.microsoft.com/office/powerpoint/2010/main" val="3672689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216E-7EC1-9640-D379-5C6128A2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22AC-8FA7-2A8C-84B7-7BE7D88A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9E9E4-3594-446C-7F41-4F1222F5B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정렬된 배열을 </a:t>
            </a:r>
            <a:r>
              <a:rPr lang="en-US" altLang="ko-KR"/>
              <a:t>bst</a:t>
            </a:r>
            <a:r>
              <a:rPr lang="ko-KR" altLang="en-US"/>
              <a:t>로 만들때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전체 구간의 가운데가 루트다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루트의 왼쪽 자식은 왼쪽 구간의 가운데다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루트의 오른쪽 자식은 오른쪽 구간의 가운데다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재귀호출한다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2977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A264-B8A6-D3B1-2F53-EC301D91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6DBB-CF86-71A1-45D4-AD280DB7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9815-E3F2-18EA-D51D-CC5F7DA0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</a:t>
            </a:r>
            <a:r>
              <a:rPr lang="ko-KR" altLang="en-US"/>
              <a:t> </a:t>
            </a:r>
            <a:r>
              <a:rPr lang="en-US" altLang="ko-KR"/>
              <a:t>interval</a:t>
            </a:r>
            <a:r>
              <a:rPr lang="ko-KR" altLang="en-US"/>
              <a:t> </a:t>
            </a: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l;</a:t>
            </a:r>
          </a:p>
          <a:p>
            <a:pPr marL="0" indent="0">
              <a:buNone/>
            </a:pPr>
            <a:r>
              <a:rPr lang="en-US" altLang="ko-KR"/>
              <a:t>	int r;</a:t>
            </a:r>
          </a:p>
          <a:p>
            <a:pPr marL="0" indent="0">
              <a:buNone/>
            </a:pPr>
            <a:r>
              <a:rPr lang="en-US" altLang="ko-KR"/>
              <a:t>};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void set_childs_mid(struct tree_node *node_array,</a:t>
            </a:r>
          </a:p>
          <a:p>
            <a:pPr marL="0" indent="0">
              <a:buNone/>
            </a:pPr>
            <a:r>
              <a:rPr lang="en-US" altLang="ko-KR"/>
              <a:t>struct interval *range);</a:t>
            </a:r>
          </a:p>
        </p:txBody>
      </p:sp>
    </p:spTree>
    <p:extLst>
      <p:ext uri="{BB962C8B-B14F-4D97-AF65-F5344CB8AC3E}">
        <p14:creationId xmlns:p14="http://schemas.microsoft.com/office/powerpoint/2010/main" val="949665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56B3-B6CF-2D84-FFA9-9E795884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68A3-9AFD-9A9F-5405-4BDF35BE5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06495-E441-43BD-6B5E-69296C108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 tree_node *balanced_bst_from_sorted_nums (</a:t>
            </a:r>
          </a:p>
          <a:p>
            <a:pPr marL="0" indent="0">
              <a:buNone/>
            </a:pPr>
            <a:r>
              <a:rPr lang="en-US" altLang="ko-KR"/>
              <a:t>struct tree_node *nodes, int *nums, int size)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for (int i = 0; i &lt; size; i++) {</a:t>
            </a:r>
          </a:p>
          <a:p>
            <a:pPr marL="0" indent="0">
              <a:buNone/>
            </a:pPr>
            <a:r>
              <a:rPr lang="en-US" altLang="ko-KR"/>
              <a:t>		nodes[i].data = nums[i];</a:t>
            </a:r>
          </a:p>
          <a:p>
            <a:pPr marL="0" indent="0">
              <a:buNone/>
            </a:pPr>
            <a:r>
              <a:rPr lang="en-US" altLang="ko-KR"/>
              <a:t>		nodes[i].left = NULL;</a:t>
            </a:r>
          </a:p>
          <a:p>
            <a:pPr marL="0" indent="0">
              <a:buNone/>
            </a:pPr>
            <a:r>
              <a:rPr lang="en-US" altLang="ko-KR"/>
              <a:t>		nodes[i].right = NULL;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447398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A4832-DE1C-B47A-5B3C-C7664A8B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F93E-71C3-EBC5-3FAA-95D37183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F4C2D-84C0-4A87-1B4B-ABA20B91D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interval range = {0, size - 1};</a:t>
            </a:r>
          </a:p>
          <a:p>
            <a:pPr marL="0" indent="0">
              <a:buNone/>
            </a:pPr>
            <a:r>
              <a:rPr lang="en-US" altLang="ko-KR"/>
              <a:t>	set_childs_mid(nodes, &amp;range);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int mid = (range.l + range.r + 1) / 2;</a:t>
            </a:r>
          </a:p>
          <a:p>
            <a:pPr marL="0" indent="0">
              <a:buNone/>
            </a:pPr>
            <a:r>
              <a:rPr lang="en-US" altLang="ko-KR"/>
              <a:t>	return &amp;nodes[mid];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  <a:p>
            <a:pPr marL="0" indent="0">
              <a:buNone/>
            </a:pPr>
            <a:r>
              <a:rPr lang="en-US" altLang="ko-KR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11117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2BCA-2B42-E6C7-2442-B1B4418F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2CA2-9D35-91F4-21AA-D6C382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B1478-39BD-5C33-61DB-F42F20F73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void set_childs_mid(struct tree_node *nodes,</a:t>
            </a:r>
          </a:p>
          <a:p>
            <a:pPr marL="0" indent="0">
              <a:buNone/>
            </a:pPr>
            <a:r>
              <a:rPr lang="en-US" altLang="ko-KR"/>
              <a:t>struct interval *range)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int mid = (range-&gt;l + range-&gt;r + 1) / 2;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struct interval left_range = {range-&gt;l, mid - 1};</a:t>
            </a:r>
          </a:p>
          <a:p>
            <a:pPr marL="0" indent="0">
              <a:buNone/>
            </a:pPr>
            <a:r>
              <a:rPr lang="en-US" altLang="ko-KR"/>
              <a:t>	struct interval right_range = {mid + 1, range-&gt;r};</a:t>
            </a:r>
          </a:p>
        </p:txBody>
      </p:sp>
    </p:spTree>
    <p:extLst>
      <p:ext uri="{BB962C8B-B14F-4D97-AF65-F5344CB8AC3E}">
        <p14:creationId xmlns:p14="http://schemas.microsoft.com/office/powerpoint/2010/main" val="360704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1A00-A8BB-718C-0901-DF319699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0B5D-3FEA-EA57-1DA7-91250331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B03B-3345-0F15-3215-D7392A8A7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if (left_range.l &lt;= left_range.r) {</a:t>
            </a:r>
          </a:p>
          <a:p>
            <a:pPr marL="0" indent="0">
              <a:buNone/>
            </a:pPr>
            <a:r>
              <a:rPr lang="en-US" altLang="ko-KR"/>
              <a:t>		int left_mid </a:t>
            </a:r>
          </a:p>
          <a:p>
            <a:pPr marL="0" indent="0">
              <a:buNone/>
            </a:pPr>
            <a:r>
              <a:rPr lang="en-US" altLang="ko-KR"/>
              <a:t>			= (left_range.l + left_range.r + 1) / 2;</a:t>
            </a:r>
          </a:p>
          <a:p>
            <a:pPr marL="0" indent="0">
              <a:buNone/>
            </a:pPr>
            <a:r>
              <a:rPr lang="en-US" altLang="ko-KR"/>
              <a:t>		nodes[mid].left = &amp;nodes[left_mid];</a:t>
            </a:r>
          </a:p>
          <a:p>
            <a:pPr marL="0" indent="0">
              <a:buNone/>
            </a:pPr>
            <a:r>
              <a:rPr lang="en-US" altLang="ko-KR"/>
              <a:t>		set_childs_mid(nodes, &amp;left_range);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78348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6FA0-503D-58CC-D509-39D8285E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D7F8-0C7A-F8D2-45B5-5F47F0C4B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A9D9-A90D-9F1C-C32D-D80CBCB86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if (right_range.l &lt;= right_range.r) {</a:t>
            </a:r>
          </a:p>
          <a:p>
            <a:pPr marL="0" indent="0">
              <a:buNone/>
            </a:pPr>
            <a:r>
              <a:rPr lang="en-US" altLang="ko-KR"/>
              <a:t>		int right_mid </a:t>
            </a:r>
          </a:p>
          <a:p>
            <a:pPr marL="0" indent="0">
              <a:buNone/>
            </a:pPr>
            <a:r>
              <a:rPr lang="en-US" altLang="ko-KR"/>
              <a:t>			= (right_range.l + right_range.r + 1) /2;</a:t>
            </a:r>
          </a:p>
          <a:p>
            <a:pPr marL="0" indent="0">
              <a:buNone/>
            </a:pPr>
            <a:r>
              <a:rPr lang="en-US" altLang="ko-KR"/>
              <a:t>		nodes[mid].right = &amp;nodes[right_mid];</a:t>
            </a:r>
          </a:p>
          <a:p>
            <a:pPr marL="0" indent="0">
              <a:buNone/>
            </a:pPr>
            <a:r>
              <a:rPr lang="en-US" altLang="ko-KR"/>
              <a:t>		set_childs_mid(nodes, &amp;right_range);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49733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B324A-AD60-57EB-BEF0-521FC0DF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24B6-4361-A29A-6FDE-54AECD17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9713B-D666-65B7-F3FF-A58C2E9D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for (int i = 0; i &lt; 9; i++) {</a:t>
            </a:r>
          </a:p>
          <a:p>
            <a:pPr marL="0" indent="0">
              <a:buNone/>
            </a:pPr>
            <a:r>
              <a:rPr lang="en-US" altLang="ko-KR"/>
              <a:t>		nodes[i].data = -1;</a:t>
            </a:r>
          </a:p>
          <a:p>
            <a:pPr marL="0" indent="0">
              <a:buNone/>
            </a:pPr>
            <a:r>
              <a:rPr lang="en-US" altLang="ko-KR"/>
              <a:t>		nodes[i].left = NULL;</a:t>
            </a:r>
          </a:p>
          <a:p>
            <a:pPr marL="0" indent="0">
              <a:buNone/>
            </a:pPr>
            <a:r>
              <a:rPr lang="en-US" altLang="ko-KR"/>
              <a:t>		nodes[i].right = NULL;</a:t>
            </a:r>
          </a:p>
          <a:p>
            <a:pPr marL="0" indent="0">
              <a:buNone/>
            </a:pPr>
            <a:r>
              <a:rPr lang="en-US" altLang="ko-KR"/>
              <a:t>	}</a:t>
            </a:r>
          </a:p>
          <a:p>
            <a:pPr marL="0" indent="0">
              <a:buNone/>
            </a:pPr>
            <a:r>
              <a:rPr lang="en-US" altLang="ko-KR"/>
              <a:t>	int nums[10];</a:t>
            </a:r>
          </a:p>
          <a:p>
            <a:pPr marL="0" indent="0">
              <a:buNone/>
            </a:pPr>
            <a:r>
              <a:rPr lang="en-US" altLang="ko-KR"/>
              <a:t>	for (int i = 0; i &lt; 10; i++)</a:t>
            </a:r>
          </a:p>
          <a:p>
            <a:pPr marL="0" indent="0">
              <a:buNone/>
            </a:pPr>
            <a:r>
              <a:rPr lang="en-US" altLang="ko-KR"/>
              <a:t>		nums[i] = i;</a:t>
            </a:r>
          </a:p>
        </p:txBody>
      </p:sp>
    </p:spTree>
    <p:extLst>
      <p:ext uri="{BB962C8B-B14F-4D97-AF65-F5344CB8AC3E}">
        <p14:creationId xmlns:p14="http://schemas.microsoft.com/office/powerpoint/2010/main" val="3456430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1E35-99C6-4811-D013-67F27EF4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E9DA-1F61-1EA9-02A1-D6967045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22" y="262442"/>
            <a:ext cx="528945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make_bst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0FFF-2559-4939-5960-C54FFDC4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	struct tree_node *root</a:t>
            </a:r>
          </a:p>
          <a:p>
            <a:pPr marL="0" indent="0">
              <a:buNone/>
            </a:pPr>
            <a:r>
              <a:rPr lang="en-US" altLang="ko-KR"/>
              <a:t>		= balanced_bst_from_sorted_nums(</a:t>
            </a:r>
          </a:p>
          <a:p>
            <a:pPr marL="0" indent="0">
              <a:buNone/>
            </a:pPr>
            <a:r>
              <a:rPr lang="en-US" altLang="ko-KR"/>
              <a:t>			nodes, nums, 10);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print_tree(root)</a:t>
            </a:r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7447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800C-3B32-B070-0C8C-AA93B8D4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11DE7-793B-6D15-6C22-AD44C62C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41" y="262442"/>
            <a:ext cx="4704934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search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560CB-B592-74B5-089A-9C72C5DF8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노드가 없으면 </a:t>
            </a:r>
            <a:r>
              <a:rPr lang="en-US" altLang="ko-KR"/>
              <a:t>NULL</a:t>
            </a:r>
            <a:r>
              <a:rPr lang="ko-KR" altLang="en-US"/>
              <a:t>을 반환한다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key == node-&gt;data</a:t>
            </a:r>
            <a:r>
              <a:rPr lang="ko-KR" altLang="en-US"/>
              <a:t>면 노드를 반환한다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key &lt; node-&gt;data</a:t>
            </a:r>
            <a:r>
              <a:rPr lang="ko-KR" altLang="en-US"/>
              <a:t>면 왼쪽 자손에서 찾는다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key &gt; node-&gt;data</a:t>
            </a:r>
            <a:r>
              <a:rPr lang="ko-KR" altLang="en-US"/>
              <a:t>면 오른쪽 자손에서 찾는다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296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D0170-DF1F-B40F-EF54-A034DDD6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1A99-47EC-2D72-503E-EBFB2196D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41" y="262442"/>
            <a:ext cx="4704934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search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47DC0-9AEA-0B0D-0261-5DC5FFAD6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struct</a:t>
            </a:r>
            <a:r>
              <a:rPr lang="ko-KR" altLang="en-US"/>
              <a:t> </a:t>
            </a:r>
            <a:r>
              <a:rPr lang="en-US" altLang="ko-KR"/>
              <a:t>tree_node *search(struct tree_node n, int key)</a:t>
            </a:r>
          </a:p>
          <a:p>
            <a:pPr marL="0" indent="0">
              <a:buNone/>
            </a:pPr>
            <a:r>
              <a:rPr lang="en-US" altLang="ko-KR"/>
              <a:t>{</a:t>
            </a:r>
          </a:p>
          <a:p>
            <a:pPr marL="0" indent="0">
              <a:buNone/>
            </a:pPr>
            <a:r>
              <a:rPr lang="en-US" altLang="ko-KR"/>
              <a:t>	if (!n) return NULL;</a:t>
            </a:r>
          </a:p>
          <a:p>
            <a:pPr marL="0" indent="0">
              <a:buNone/>
            </a:pPr>
            <a:r>
              <a:rPr lang="en-US" altLang="ko-KR"/>
              <a:t>	if (key == n-&gt;data)</a:t>
            </a:r>
          </a:p>
          <a:p>
            <a:pPr marL="0" indent="0">
              <a:buNone/>
            </a:pPr>
            <a:r>
              <a:rPr lang="en-US" altLang="ko-KR"/>
              <a:t>		return n;</a:t>
            </a:r>
          </a:p>
          <a:p>
            <a:pPr marL="0" indent="0">
              <a:buNone/>
            </a:pPr>
            <a:r>
              <a:rPr lang="en-US" altLang="ko-KR"/>
              <a:t>	else if (key &lt; n-&gt;data)</a:t>
            </a:r>
          </a:p>
          <a:p>
            <a:pPr marL="0" indent="0">
              <a:buNone/>
            </a:pPr>
            <a:r>
              <a:rPr lang="en-US" altLang="ko-KR"/>
              <a:t>		return search(n-&gt;left, key);</a:t>
            </a:r>
          </a:p>
          <a:p>
            <a:pPr marL="0" indent="0">
              <a:buNone/>
            </a:pPr>
            <a:r>
              <a:rPr lang="en-US" altLang="ko-KR"/>
              <a:t>	else</a:t>
            </a:r>
          </a:p>
          <a:p>
            <a:pPr marL="0" indent="0">
              <a:buNone/>
            </a:pPr>
            <a:r>
              <a:rPr lang="en-US" altLang="ko-KR"/>
              <a:t>		return search(n-&gt;right, key);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1618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863F-4D24-083C-8FF6-DF751495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8C716-2BBF-1210-A6B1-CF0764B1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541" y="262442"/>
            <a:ext cx="4704934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</a:t>
            </a:r>
            <a:r>
              <a:rPr lang="en-US" altLang="ko-KR"/>
              <a:t>- search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7644C-6EA2-D254-8967-AE2E2F14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int main()</a:t>
            </a:r>
          </a:p>
          <a:p>
            <a:pPr marL="0" indent="0">
              <a:buNone/>
            </a:pPr>
            <a:r>
              <a:rPr lang="en-US" altLang="ko-KR"/>
              <a:t>{	/* </a:t>
            </a:r>
            <a:r>
              <a:rPr lang="ko-KR" altLang="en-US"/>
              <a:t>이전 내용에 이어서 </a:t>
            </a:r>
            <a:r>
              <a:rPr lang="en-US" altLang="ko-KR"/>
              <a:t>*/</a:t>
            </a:r>
          </a:p>
          <a:p>
            <a:pPr marL="0" indent="0">
              <a:buNone/>
            </a:pPr>
            <a:r>
              <a:rPr lang="en-US" altLang="ko-KR"/>
              <a:t>	struct tree_node *seven = search(root, 7);</a:t>
            </a:r>
          </a:p>
          <a:p>
            <a:pPr marL="0" indent="0">
              <a:buNone/>
            </a:pPr>
            <a:r>
              <a:rPr lang="en-US" altLang="ko-KR"/>
              <a:t>	printf("search node 7... ");</a:t>
            </a:r>
          </a:p>
          <a:p>
            <a:pPr marL="0" indent="0">
              <a:buNone/>
            </a:pPr>
            <a:r>
              <a:rPr lang="en-US" altLang="ko-KR"/>
              <a:t>	print_node(seven);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	return 0;</a:t>
            </a:r>
          </a:p>
          <a:p>
            <a:pPr marL="0" indent="0">
              <a:buNone/>
            </a:pPr>
            <a:r>
              <a:rPr lang="en-US" altLang="ko-K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469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C7A6-4727-E2FC-7B6A-547585B6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22F22-FCF3-06C9-321D-5F805665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노드 찾기 요약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3CC8E-D005-19A7-9D54-0FA363397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정렬된 구간의 가운데를 이어서 </a:t>
            </a:r>
            <a:r>
              <a:rPr lang="en-US" altLang="ko-KR"/>
              <a:t>bst</a:t>
            </a:r>
            <a:r>
              <a:rPr lang="ko-KR" altLang="en-US"/>
              <a:t>를 만든다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왼쪽 또는 오른쪽을 따라 </a:t>
            </a:r>
            <a:r>
              <a:rPr lang="en-US" altLang="ko-KR"/>
              <a:t>search</a:t>
            </a:r>
            <a:r>
              <a:rPr lang="ko-KR" altLang="en-US"/>
              <a:t>를 한다</a:t>
            </a:r>
          </a:p>
        </p:txBody>
      </p:sp>
    </p:spTree>
    <p:extLst>
      <p:ext uri="{BB962C8B-B14F-4D97-AF65-F5344CB8AC3E}">
        <p14:creationId xmlns:p14="http://schemas.microsoft.com/office/powerpoint/2010/main" val="2658950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47CD-6E6F-E87B-5321-7442D8C7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6712-1D70-3748-E9E0-E31D9D6C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68" y="262442"/>
            <a:ext cx="3578407" cy="607653"/>
          </a:xfrm>
        </p:spPr>
        <p:txBody>
          <a:bodyPr>
            <a:spAutoFit/>
          </a:bodyPr>
          <a:lstStyle/>
          <a:p>
            <a:r>
              <a:rPr lang="ko-KR" altLang="en-US"/>
              <a:t>오늘 한 내용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EECC-0429-144D-E445-1E1E7D6F9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전역 변수로 출력할 내용을 저장한다</a:t>
            </a:r>
            <a:endParaRPr lang="en-US" altLang="ko-KR"/>
          </a:p>
          <a:p>
            <a:endParaRPr lang="en-US"/>
          </a:p>
          <a:p>
            <a:r>
              <a:rPr lang="ko-KR" altLang="en-US"/>
              <a:t>좌표를 계산해서 이진트리를 출력한다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방향을 선택해서 이진탐색트리의 노드를 찾는다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455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14615</TotalTime>
  <Words>2088</Words>
  <Application>Microsoft Office PowerPoint</Application>
  <PresentationFormat>화면 슬라이드 쇼(4:3)</PresentationFormat>
  <Paragraphs>334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맑은 고딕</vt:lpstr>
      <vt:lpstr>Aptos</vt:lpstr>
      <vt:lpstr>Aptos Display</vt:lpstr>
      <vt:lpstr>Arial</vt:lpstr>
      <vt:lpstr>Office 테마</vt:lpstr>
      <vt:lpstr>자료구조 (Data Structure) 12주차: 이진 탐색 트리</vt:lpstr>
      <vt:lpstr>지난 시간 내용</vt:lpstr>
      <vt:lpstr>오늘의 목차</vt:lpstr>
      <vt:lpstr>출력하기 목차</vt:lpstr>
      <vt:lpstr>출력 - Hello, tree</vt:lpstr>
      <vt:lpstr>출력 - Hello, tree</vt:lpstr>
      <vt:lpstr>출력 - 문자 배열</vt:lpstr>
      <vt:lpstr>출력 - 문자 배열</vt:lpstr>
      <vt:lpstr>출력 - 문자 배열</vt:lpstr>
      <vt:lpstr>출력 - 문자 배열</vt:lpstr>
      <vt:lpstr>출력 - 2차원 문자 배열</vt:lpstr>
      <vt:lpstr>출력 - 2차원 문자 배열</vt:lpstr>
      <vt:lpstr>출력 - 2차원 문자 배열</vt:lpstr>
      <vt:lpstr>출력 - 2차원 문자 배열</vt:lpstr>
      <vt:lpstr>출력 - 2차원 문자 배열</vt:lpstr>
      <vt:lpstr>출력 - 2차원 문자 배열</vt:lpstr>
      <vt:lpstr>출력하기 요약</vt:lpstr>
      <vt:lpstr>이진트리 출력하기 목차</vt:lpstr>
      <vt:lpstr>트리 출력 - 노드 구조체</vt:lpstr>
      <vt:lpstr>트리 출력 - 노드 구조체</vt:lpstr>
      <vt:lpstr>트리 출력 - 노드 구조체</vt:lpstr>
      <vt:lpstr>트리 출력 - 노드 구조체</vt:lpstr>
      <vt:lpstr>트리 출력 - 루트</vt:lpstr>
      <vt:lpstr>트리 출력 - 루트</vt:lpstr>
      <vt:lpstr>트리 출력 - 비루트</vt:lpstr>
      <vt:lpstr>트리 출력 - 비루트</vt:lpstr>
      <vt:lpstr>트리 출력 - 비루트</vt:lpstr>
      <vt:lpstr>트리 출력 - 비루트</vt:lpstr>
      <vt:lpstr>트리 출력 - 비루트</vt:lpstr>
      <vt:lpstr>트리 출력 - 비루트</vt:lpstr>
      <vt:lpstr>트리 출력 - 비루트</vt:lpstr>
      <vt:lpstr>이진트리 출력하기 요약</vt:lpstr>
      <vt:lpstr>노드 찾기 목차</vt:lpstr>
      <vt:lpstr>노드 찾기 - make_bst</vt:lpstr>
      <vt:lpstr>노드 찾기 - make_bst</vt:lpstr>
      <vt:lpstr>노드 찾기 - make_bst</vt:lpstr>
      <vt:lpstr>노드 찾기 - make_bst</vt:lpstr>
      <vt:lpstr>노드 찾기 - make_bst</vt:lpstr>
      <vt:lpstr>노드 찾기 - make_bst</vt:lpstr>
      <vt:lpstr>노드 찾기 - make_bst</vt:lpstr>
      <vt:lpstr>노드 찾기 - make_bst</vt:lpstr>
      <vt:lpstr>노드 찾기 - make_bst</vt:lpstr>
      <vt:lpstr>노드 찾기 - search</vt:lpstr>
      <vt:lpstr>노드 찾기 - search</vt:lpstr>
      <vt:lpstr>노드 찾기 - search</vt:lpstr>
      <vt:lpstr>노드 찾기 요약</vt:lpstr>
      <vt:lpstr>오늘 한 내용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22</cp:revision>
  <dcterms:created xsi:type="dcterms:W3CDTF">2025-07-28T15:04:23Z</dcterms:created>
  <dcterms:modified xsi:type="dcterms:W3CDTF">2025-12-04T22:35:07Z</dcterms:modified>
</cp:coreProperties>
</file>