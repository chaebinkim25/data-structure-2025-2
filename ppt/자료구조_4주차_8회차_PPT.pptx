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35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36" r:id="rId48"/>
    <p:sldId id="301" r:id="rId49"/>
    <p:sldId id="302" r:id="rId50"/>
    <p:sldId id="337" r:id="rId51"/>
    <p:sldId id="303" r:id="rId52"/>
    <p:sldId id="304" r:id="rId53"/>
    <p:sldId id="305" r:id="rId54"/>
    <p:sldId id="306" r:id="rId55"/>
    <p:sldId id="338" r:id="rId56"/>
    <p:sldId id="308" r:id="rId57"/>
    <p:sldId id="309" r:id="rId58"/>
    <p:sldId id="310" r:id="rId59"/>
    <p:sldId id="311" r:id="rId60"/>
    <p:sldId id="339" r:id="rId61"/>
    <p:sldId id="312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76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4주차: 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0263" y="262442"/>
            <a:ext cx="1552212" cy="607653"/>
          </a:xfrm>
        </p:spPr>
        <p:txBody>
          <a:bodyPr>
            <a:spAutoFit/>
          </a:bodyPr>
          <a:lstStyle/>
          <a:p>
            <a:r>
              <a:t>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In First Out (FIFO) 자료구조</a:t>
            </a:r>
          </a:p>
          <a:p>
            <a:endParaRPr/>
          </a:p>
          <a:p>
            <a:r>
              <a:t>가장 먼저 들어온 데이터가 가장 먼저 나간다</a:t>
            </a:r>
          </a:p>
          <a:p>
            <a:endParaRPr/>
          </a:p>
          <a:p>
            <a:r>
              <a:t>데이터 추가/삭제는 반대쪽 끝에서 일어난다</a:t>
            </a:r>
          </a:p>
          <a:p>
            <a:endParaRPr/>
          </a:p>
        </p:txBody>
      </p:sp>
      <p:pic>
        <p:nvPicPr>
          <p:cNvPr id="4" name="ElevenLabs_2025-09-24T09_35_53_Lecture_pvc_sp100_s50_sb51_se0_b_m2">
            <a:hlinkClick r:id="" action="ppaction://media"/>
            <a:extLst>
              <a:ext uri="{FF2B5EF4-FFF2-40B4-BE49-F238E27FC236}">
                <a16:creationId xmlns:a16="http://schemas.microsoft.com/office/drawing/2014/main" id="{88A89C56-9025-0010-E58A-B5EAAD85B8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68800" y="32258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오늘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단방향 링크드 리스트로 구현한 큐</a:t>
            </a:r>
          </a:p>
          <a:p>
            <a:endParaRPr/>
          </a:p>
          <a:p>
            <a:r>
              <a:t>배열로 구현한 큐</a:t>
            </a:r>
          </a:p>
          <a:p>
            <a:endParaRPr/>
          </a:p>
          <a:p>
            <a:r>
              <a:t>미로 찾기</a:t>
            </a:r>
          </a:p>
          <a:p>
            <a:endParaRPr/>
          </a:p>
        </p:txBody>
      </p:sp>
      <p:pic>
        <p:nvPicPr>
          <p:cNvPr id="4" name="ElevenLabs_2025-09-24T09_42_32_Lecture_pvc_sp100_s50_sb51_se0_b_m2">
            <a:hlinkClick r:id="" action="ppaction://media"/>
            <a:extLst>
              <a:ext uri="{FF2B5EF4-FFF2-40B4-BE49-F238E27FC236}">
                <a16:creationId xmlns:a16="http://schemas.microsoft.com/office/drawing/2014/main" id="{4C0DF959-7055-F2F1-FF2F-36F1F6BFBA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68800" y="32258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필수 헤더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endParaRPr/>
          </a:p>
          <a:p>
            <a:r>
              <a:t>#include &lt;stdlib.h&gt;</a:t>
            </a:r>
          </a:p>
          <a:p>
            <a:endParaRPr/>
          </a:p>
        </p:txBody>
      </p:sp>
      <p:pic>
        <p:nvPicPr>
          <p:cNvPr id="4" name="ElevenLabs_2025-09-24T23_59_15_Lecture_pvc_sp100_s50_sb51_se0_b_m2">
            <a:hlinkClick r:id="" action="ppaction://media"/>
            <a:extLst>
              <a:ext uri="{FF2B5EF4-FFF2-40B4-BE49-F238E27FC236}">
                <a16:creationId xmlns:a16="http://schemas.microsoft.com/office/drawing/2014/main" id="{868846F0-E053-4596-9E41-B3528F2D0B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68800" y="32258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428" y="262442"/>
            <a:ext cx="6055047" cy="607653"/>
          </a:xfrm>
        </p:spPr>
        <p:txBody>
          <a:bodyPr>
            <a:spAutoFit/>
          </a:bodyPr>
          <a:lstStyle/>
          <a:p>
            <a:r>
              <a:t>링크드 리스트-큐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더미 노드를 써서 가장 오래된 데이터 노드를 항상 </a:t>
            </a:r>
            <a:br>
              <a:rPr lang="en-US" altLang="ko-KR"/>
            </a:br>
            <a:r>
              <a:rPr lang="en-US" altLang="ko-KR"/>
              <a:t>front</a:t>
            </a:r>
            <a:r>
              <a:rPr lang="ko-KR" altLang="en-US"/>
              <a:t>의 </a:t>
            </a:r>
            <a:r>
              <a:rPr lang="en-US" altLang="ko-KR"/>
              <a:t>next</a:t>
            </a:r>
            <a:r>
              <a:rPr lang="ko-KR" altLang="en-US"/>
              <a:t>에 두면</a:t>
            </a:r>
            <a:r>
              <a:rPr lang="en-US" altLang="ko-KR"/>
              <a:t>, front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인 경우가 없다</a:t>
            </a:r>
            <a:endParaRPr lang="en-US"/>
          </a:p>
          <a:p>
            <a:endParaRPr lang="en-US"/>
          </a:p>
          <a:p>
            <a:r>
              <a:t>front: 최근에 dequeue된 노드 (초기값 더미 노드)</a:t>
            </a:r>
          </a:p>
          <a:p>
            <a:r>
              <a:t>rear: 최근에 추가된 노드 (초기값 더미 노드)</a:t>
            </a:r>
          </a:p>
          <a:p>
            <a:r>
              <a:t>size: 데이터 개수 (초기값 0)</a:t>
            </a:r>
          </a:p>
          <a:p>
            <a:endParaRPr/>
          </a:p>
          <a:p>
            <a:r>
              <a:t>LQUEUE_ENQUEUE: 새 노드를 rear 뒤에 연결</a:t>
            </a:r>
          </a:p>
          <a:p>
            <a:r>
              <a:t>LQUEUE_DEQUEUE: </a:t>
            </a:r>
            <a:r>
              <a:rPr lang="ko-KR" altLang="en-US"/>
              <a:t>이전 </a:t>
            </a:r>
            <a:r>
              <a:t>front </a:t>
            </a:r>
            <a:r>
              <a:rPr lang="ko-KR" altLang="en-US"/>
              <a:t>삭제</a:t>
            </a:r>
            <a:r>
              <a:rPr lang="en-US"/>
              <a:t> /</a:t>
            </a:r>
            <a:r>
              <a:t> 데이터 반환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579" y="262442"/>
            <a:ext cx="7468896" cy="607653"/>
          </a:xfrm>
        </p:spPr>
        <p:txBody>
          <a:bodyPr>
            <a:spAutoFit/>
          </a:bodyPr>
          <a:lstStyle/>
          <a:p>
            <a:r>
              <a:t>링크드 리스트-큐 구조체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lqueue {</a:t>
            </a:r>
          </a:p>
          <a:p>
            <a:pPr marL="0" indent="0">
              <a:buNone/>
            </a:pPr>
            <a:r>
              <a:t>        struct node *front;</a:t>
            </a:r>
          </a:p>
          <a:p>
            <a:pPr marL="0" indent="0">
              <a:buNone/>
            </a:pPr>
            <a:r>
              <a:t>        struct node *rear;</a:t>
            </a:r>
          </a:p>
          <a:p>
            <a:pPr marL="0" indent="0">
              <a:buNone/>
            </a:pPr>
            <a:r>
              <a:t>        int size;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t>단방향 노드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데이터 정보의 묶음</a:t>
            </a:r>
          </a:p>
          <a:p>
            <a:endParaRPr/>
          </a:p>
          <a:p>
            <a:r>
              <a:t>next: 다음 노드 정보</a:t>
            </a:r>
          </a:p>
          <a:p>
            <a:r>
              <a:t>value: 저장된 데이터</a:t>
            </a:r>
          </a:p>
          <a:p>
            <a:endParaRPr lang="en-US"/>
          </a:p>
          <a:p>
            <a:r>
              <a:rPr lang="en-US"/>
              <a:t>NODE_CREATE: </a:t>
            </a:r>
            <a:r>
              <a:rPr lang="ko-KR" altLang="en-US"/>
              <a:t>노드 생성하는 함수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t>단방향 노드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node {</a:t>
            </a:r>
          </a:p>
          <a:p>
            <a:pPr marL="0" indent="0">
              <a:buNone/>
            </a:pPr>
            <a:r>
              <a:t>        struct node *next;</a:t>
            </a:r>
          </a:p>
          <a:p>
            <a:pPr marL="0" indent="0">
              <a:buNone/>
            </a:pPr>
            <a:r>
              <a:t>        int value;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27" y="262442"/>
            <a:ext cx="7949348" cy="607653"/>
          </a:xfrm>
        </p:spPr>
        <p:txBody>
          <a:bodyPr>
            <a:spAutoFit/>
          </a:bodyPr>
          <a:lstStyle/>
          <a:p>
            <a:r>
              <a:t>NODE_CREATE(value, next)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node *node_create(int value, struct node *next)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node *node = malloc(sizeof(struct node));</a:t>
            </a:r>
          </a:p>
          <a:p>
            <a:pPr marL="0" indent="0">
              <a:buNone/>
            </a:pPr>
            <a:r>
              <a:t>        if (!node) exit(1);</a:t>
            </a:r>
          </a:p>
          <a:p>
            <a:pPr marL="0" indent="0">
              <a:buNone/>
            </a:pPr>
            <a:r>
              <a:t>        node-&gt;value = value;</a:t>
            </a:r>
          </a:p>
          <a:p>
            <a:pPr marL="0" indent="0">
              <a:buNone/>
            </a:pPr>
            <a:r>
              <a:t>        node-&gt;next = next;</a:t>
            </a:r>
          </a:p>
          <a:p>
            <a:pPr marL="0" indent="0">
              <a:buNone/>
            </a:pPr>
            <a:r>
              <a:t>        return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LQUEUE_CREATE()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비어 있는 큐를 만들어서 반환한다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q에 새로운 LQUEUE를 저장한다</a:t>
            </a:r>
            <a:br/>
            <a:r>
              <a:t>            dummy에 NODE_CREATE(0, NULL)을 저장한다</a:t>
            </a:r>
            <a:br/>
            <a:r>
              <a:t>            q의 front에 dummy를 저장한다</a:t>
            </a:r>
            <a:br/>
            <a:r>
              <a:t>            q의 rear에 dummy를 저장한다</a:t>
            </a:r>
            <a:br/>
            <a:r>
              <a:t>            q의 size에 0을 저장한다</a:t>
            </a:r>
          </a:p>
          <a:p>
            <a:r>
              <a:t>반환: q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429" y="262442"/>
            <a:ext cx="6285046" cy="607653"/>
          </a:xfrm>
        </p:spPr>
        <p:txBody>
          <a:bodyPr>
            <a:spAutoFit/>
          </a:bodyPr>
          <a:lstStyle/>
          <a:p>
            <a:r>
              <a:t>LQUEUE_CREATE()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lqueue *lqueue_create()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lqueue *q = malloc(sizeof(struct lqueue));</a:t>
            </a:r>
          </a:p>
          <a:p>
            <a:pPr marL="0" indent="0">
              <a:buNone/>
            </a:pPr>
            <a:r>
              <a:t>        if (!q) exit(1);</a:t>
            </a:r>
          </a:p>
          <a:p>
            <a:pPr marL="0" indent="0">
              <a:buNone/>
            </a:pPr>
            <a:r>
              <a:t>        q-&gt;front = q-&gt;rear = node_create(0, NULL); // 더미</a:t>
            </a:r>
          </a:p>
          <a:p>
            <a:pPr marL="0" indent="0">
              <a:buNone/>
            </a:pPr>
            <a:r>
              <a:t>        q-&gt;size = 0;</a:t>
            </a:r>
          </a:p>
          <a:p>
            <a:pPr marL="0" indent="0">
              <a:buNone/>
            </a:pPr>
            <a:r>
              <a:t>        return q;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267" y="260839"/>
            <a:ext cx="6828208" cy="610859"/>
          </a:xfrm>
        </p:spPr>
        <p:txBody>
          <a:bodyPr>
            <a:spAutoFit/>
          </a:bodyPr>
          <a:lstStyle/>
          <a:p>
            <a:r>
              <a:t>LQUEUE_ENQUEUE(q,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데이터가 value인 노드를 만들어 rear 뒤에 추가한다</a:t>
            </a:r>
          </a:p>
          <a:p>
            <a:endParaRPr/>
          </a:p>
          <a:p>
            <a:r>
              <a:t>조건: q가 실제 큐를 가리킨다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node에 NODE_CREATE(value, NULL)를 저장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   </a:t>
            </a:r>
            <a:r>
              <a:t>        q의 rear의 next에 node를 저장한다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   </a:t>
            </a:r>
            <a:r>
              <a:t>        q의 rear에 node를 저장한다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   </a:t>
            </a:r>
            <a:r>
              <a:t>        q의 size를 1 증가시킨다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419" y="262442"/>
            <a:ext cx="8242056" cy="607653"/>
          </a:xfrm>
        </p:spPr>
        <p:txBody>
          <a:bodyPr>
            <a:spAutoFit/>
          </a:bodyPr>
          <a:lstStyle/>
          <a:p>
            <a:r>
              <a:t>LQUEUE_ENQUEUE(q, value)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lqueue_enqueue(struct lqueue *q, int value)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(!q) exit(1);</a:t>
            </a:r>
          </a:p>
          <a:p>
            <a:pPr marL="0" indent="0">
              <a:buNone/>
            </a:pPr>
            <a:r>
              <a:t>        q-&gt;rear-&gt;next = node_create(value, NULL);</a:t>
            </a:r>
          </a:p>
          <a:p>
            <a:pPr marL="0" indent="0">
              <a:buNone/>
            </a:pPr>
            <a:r>
              <a:t>        q-&gt;rear = q-&gt;rear-&gt;next;</a:t>
            </a:r>
          </a:p>
          <a:p>
            <a:pPr marL="0" indent="0">
              <a:buNone/>
            </a:pPr>
            <a:r>
              <a:t>        ++q-&gt;size;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9427" y="260839"/>
            <a:ext cx="5543048" cy="610859"/>
          </a:xfrm>
        </p:spPr>
        <p:txBody>
          <a:bodyPr>
            <a:spAutoFit/>
          </a:bodyPr>
          <a:lstStyle/>
          <a:p>
            <a:r>
              <a:t>LQUEUE_DEQUEUE(q)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 데이터 노드</a:t>
            </a:r>
            <a:r>
              <a:rPr lang="ko-KR" altLang="en-US"/>
              <a:t>를 더미로</a:t>
            </a:r>
            <a:r>
              <a:t> </a:t>
            </a:r>
            <a:r>
              <a:rPr lang="ko-KR" altLang="en-US"/>
              <a:t>돌리</a:t>
            </a:r>
            <a:r>
              <a:t>고 데이터를 반환한다. </a:t>
            </a:r>
            <a:endParaRPr lang="en-US"/>
          </a:p>
          <a:p>
            <a:endParaRPr/>
          </a:p>
          <a:p>
            <a:r>
              <a:t>조건: q의 front의 next 존재</a:t>
            </a:r>
          </a:p>
          <a:p>
            <a:pPr>
              <a:lnSpc>
                <a:spcPct val="150000"/>
              </a:lnSpc>
            </a:pPr>
            <a:r>
              <a:t>동작: old_head에 q의 front를 저장한다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   </a:t>
            </a:r>
            <a:r>
              <a:t>        q의 front에 old_head의 next를 저장한다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</a:t>
            </a:r>
            <a:r>
              <a:rPr lang="en-US"/>
              <a:t>       </a:t>
            </a:r>
            <a:r>
              <a:t>old_head를 삭제한다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</a:t>
            </a:r>
            <a:r>
              <a:rPr lang="en-US"/>
              <a:t>       </a:t>
            </a:r>
            <a:r>
              <a:t>q의 size를 1 감소시킨다</a:t>
            </a:r>
          </a:p>
          <a:p>
            <a:r>
              <a:t>반환: q의 front의 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579" y="262442"/>
            <a:ext cx="6956896" cy="607653"/>
          </a:xfrm>
        </p:spPr>
        <p:txBody>
          <a:bodyPr>
            <a:spAutoFit/>
          </a:bodyPr>
          <a:lstStyle/>
          <a:p>
            <a:r>
              <a:t>LQUEUE_DEQUEUE(q)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lqueue_dequeue(struct lqueue *q)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(!q) exit(1);</a:t>
            </a:r>
          </a:p>
          <a:p>
            <a:pPr marL="0" indent="0">
              <a:buNone/>
            </a:pPr>
            <a:r>
              <a:t>        struct node *old_head = q-&gt;front;</a:t>
            </a:r>
          </a:p>
          <a:p>
            <a:pPr marL="0" indent="0">
              <a:buNone/>
            </a:pPr>
            <a:r>
              <a:t>        if (!old_head</a:t>
            </a:r>
            <a:r>
              <a:rPr lang="en-US"/>
              <a:t> || </a:t>
            </a:r>
            <a:r>
              <a:t>!old_head-&gt;next) exit(1);</a:t>
            </a:r>
          </a:p>
          <a:p>
            <a:pPr marL="0" indent="0">
              <a:buNone/>
            </a:pPr>
            <a:r>
              <a:t>        q-&gt;front = old_head-&gt;next;</a:t>
            </a:r>
          </a:p>
          <a:p>
            <a:pPr marL="0" indent="0">
              <a:buNone/>
            </a:pPr>
            <a:r>
              <a:t>        q-&gt;size--;</a:t>
            </a:r>
          </a:p>
          <a:p>
            <a:pPr marL="0" indent="0">
              <a:buNone/>
            </a:pPr>
            <a:r>
              <a:t>        free(old_head);</a:t>
            </a:r>
          </a:p>
          <a:p>
            <a:pPr marL="0" indent="0">
              <a:buNone/>
            </a:pPr>
            <a:r>
              <a:t>        return q-&gt;front-&gt;value;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배열로 구현한 큐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 인덱스의 범위는 1..capacity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data: 데이터를 저장할 배열 (크기 capacity + 1)</a:t>
            </a:r>
          </a:p>
          <a:p>
            <a:pPr>
              <a:lnSpc>
                <a:spcPct val="150000"/>
              </a:lnSpc>
            </a:pPr>
            <a:r>
              <a:t>capacity: 배열의 최대 저장량</a:t>
            </a:r>
          </a:p>
          <a:p>
            <a:pPr>
              <a:lnSpc>
                <a:spcPct val="150000"/>
              </a:lnSpc>
            </a:pPr>
            <a:r>
              <a:t>front: 가장 오래된 데이터의 인덱스 (초기값 1)</a:t>
            </a:r>
          </a:p>
          <a:p>
            <a:pPr>
              <a:lnSpc>
                <a:spcPct val="150000"/>
              </a:lnSpc>
            </a:pPr>
            <a:r>
              <a:t>rear: 가장 최신 데이터의 인덱스 (초기값 0)</a:t>
            </a:r>
          </a:p>
          <a:p>
            <a:pPr>
              <a:lnSpc>
                <a:spcPct val="150000"/>
              </a:lnSpc>
            </a:pPr>
            <a:r>
              <a:t>size: 저장된 데이터 개수 (초기값 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0008" y="262442"/>
            <a:ext cx="5532467" cy="607653"/>
          </a:xfrm>
        </p:spPr>
        <p:txBody>
          <a:bodyPr>
            <a:spAutoFit/>
          </a:bodyPr>
          <a:lstStyle/>
          <a:p>
            <a:r>
              <a:t>배열-큐 구조체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aqueue {</a:t>
            </a:r>
          </a:p>
          <a:p>
            <a:pPr marL="0" indent="0">
              <a:buNone/>
            </a:pPr>
            <a:r>
              <a:t>        int *data;</a:t>
            </a:r>
          </a:p>
          <a:p>
            <a:pPr marL="0" indent="0">
              <a:buNone/>
            </a:pPr>
            <a:r>
              <a:t>        int capacity;</a:t>
            </a:r>
          </a:p>
          <a:p>
            <a:pPr marL="0" indent="0">
              <a:buNone/>
            </a:pPr>
            <a:r>
              <a:t>        int front;</a:t>
            </a:r>
          </a:p>
          <a:p>
            <a:pPr marL="0" indent="0">
              <a:buNone/>
            </a:pPr>
            <a:r>
              <a:t>        int rear;</a:t>
            </a:r>
          </a:p>
          <a:p>
            <a:pPr marL="0" indent="0">
              <a:buNone/>
            </a:pPr>
            <a:r>
              <a:t>        int size;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00" y="260839"/>
            <a:ext cx="8602475" cy="610859"/>
          </a:xfrm>
        </p:spPr>
        <p:txBody>
          <a:bodyPr>
            <a:spAutoFit/>
          </a:bodyPr>
          <a:lstStyle/>
          <a:p>
            <a:r>
              <a:t>SIMPLE_AQUEUE_ENQUEUE(q,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끝에 데이터 value를 추가한다</a:t>
            </a:r>
          </a:p>
          <a:p>
            <a:endParaRPr/>
          </a:p>
          <a:p>
            <a:r>
              <a:t>조건: q의 rear &lt; q의 capacity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q의 rear를 1 증가시</a:t>
            </a:r>
            <a:r>
              <a:rPr lang="ko-KR" altLang="en-US"/>
              <a:t>킨다</a:t>
            </a:r>
            <a:r>
              <a:t> 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           q</a:t>
            </a:r>
            <a:r>
              <a:rPr lang="ko-KR" altLang="en-US"/>
              <a:t>의 </a:t>
            </a:r>
            <a:r>
              <a:rPr lang="en-US" altLang="ko-KR"/>
              <a:t>data[q</a:t>
            </a:r>
            <a:r>
              <a:rPr lang="ko-KR" altLang="en-US"/>
              <a:t>의 </a:t>
            </a:r>
            <a:r>
              <a:rPr lang="en-US" altLang="ko-KR"/>
              <a:t>rear]</a:t>
            </a:r>
            <a:r>
              <a:t>에 value를 저장한다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</a:t>
            </a:r>
            <a:r>
              <a:rPr lang="en-US"/>
              <a:t>       </a:t>
            </a:r>
            <a:r>
              <a:t>q의 size를 1 증가시킨다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00" y="260839"/>
            <a:ext cx="8602475" cy="610859"/>
          </a:xfrm>
        </p:spPr>
        <p:txBody>
          <a:bodyPr>
            <a:spAutoFit/>
          </a:bodyPr>
          <a:lstStyle/>
          <a:p>
            <a:r>
              <a:t>SIMPLE_AQUEUE_ENQUEUE(q,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t>void simple_aqueue_enqueue(struct aqueue *q, int v)</a:t>
            </a:r>
          </a:p>
          <a:p>
            <a:pPr marL="0" indent="0">
              <a:lnSpc>
                <a:spcPct val="100000"/>
              </a:lnSpc>
              <a:buNone/>
            </a:pPr>
            <a: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t>        if (!q</a:t>
            </a:r>
            <a:r>
              <a:rPr lang="en-US"/>
              <a:t> || </a:t>
            </a:r>
            <a:r>
              <a:t>q-&gt;rear &gt;= q-&gt;capacity) exit(1);</a:t>
            </a:r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t>        q-&gt;data[++q-&gt;rear] = v;</a:t>
            </a:r>
          </a:p>
          <a:p>
            <a:pPr marL="0" indent="0">
              <a:lnSpc>
                <a:spcPct val="100000"/>
              </a:lnSpc>
              <a:buNone/>
            </a:pPr>
            <a:r>
              <a:t>        ++q-&gt;size;</a:t>
            </a:r>
          </a:p>
          <a:p>
            <a:pPr marL="0" indent="0">
              <a:lnSpc>
                <a:spcPct val="100000"/>
              </a:lnSpc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5159" y="260839"/>
            <a:ext cx="7317316" cy="610859"/>
          </a:xfrm>
        </p:spPr>
        <p:txBody>
          <a:bodyPr>
            <a:spAutoFit/>
          </a:bodyPr>
          <a:lstStyle/>
          <a:p>
            <a:r>
              <a:t>SIMPLE_AQUEUE_DEQUEUE(q)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첫번째 데이터를 삭제하고 데이터를 반환한다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조건: q의 front ≤ q의 rear</a:t>
            </a:r>
          </a:p>
          <a:p>
            <a:pPr>
              <a:lnSpc>
                <a:spcPct val="150000"/>
              </a:lnSpc>
            </a:pPr>
            <a:r>
              <a:t>동작: </a:t>
            </a:r>
            <a:r>
              <a:rPr lang="en-US"/>
              <a:t>tmp</a:t>
            </a:r>
            <a:r>
              <a:rPr lang="ko-KR" altLang="en-US"/>
              <a:t>에 </a:t>
            </a:r>
            <a:r>
              <a:rPr lang="en-US" altLang="ko-KR"/>
              <a:t>q</a:t>
            </a:r>
            <a:r>
              <a:rPr lang="ko-KR" altLang="en-US"/>
              <a:t>의 </a:t>
            </a:r>
            <a:r>
              <a:rPr lang="en-US" altLang="ko-KR"/>
              <a:t>data[</a:t>
            </a:r>
            <a:r>
              <a:t>q의 front</a:t>
            </a:r>
            <a:r>
              <a:rPr lang="en-US"/>
              <a:t>]</a:t>
            </a:r>
            <a:r>
              <a:t>를 저장한다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</a:t>
            </a:r>
            <a:r>
              <a:rPr lang="en-US"/>
              <a:t>       </a:t>
            </a:r>
            <a:r>
              <a:t>q의 front를 1 증가시킨다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</a:t>
            </a:r>
            <a:r>
              <a:rPr lang="en-US"/>
              <a:t>       </a:t>
            </a:r>
            <a:r>
              <a:t>q의 size를 1 감소시킨다</a:t>
            </a:r>
          </a:p>
          <a:p>
            <a:pPr>
              <a:lnSpc>
                <a:spcPct val="150000"/>
              </a:lnSpc>
            </a:pPr>
            <a:r>
              <a:t>반환: tmp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5159" y="260839"/>
            <a:ext cx="7317316" cy="610859"/>
          </a:xfrm>
        </p:spPr>
        <p:txBody>
          <a:bodyPr>
            <a:spAutoFit/>
          </a:bodyPr>
          <a:lstStyle/>
          <a:p>
            <a:r>
              <a:t>SIMPLE_AQUEUE_DEQUEUE(q)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t>int simple_aqueue_dequeue(struct aqueue *q)</a:t>
            </a:r>
          </a:p>
          <a:p>
            <a:pPr marL="0" indent="0">
              <a:lnSpc>
                <a:spcPct val="100000"/>
              </a:lnSpc>
              <a:buNone/>
            </a:pPr>
            <a: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t>        if (!q</a:t>
            </a:r>
            <a:r>
              <a:rPr lang="en-US"/>
              <a:t> || q-&gt;front &gt; q-&gt;rear</a:t>
            </a:r>
            <a:r>
              <a:t>) exit(1);</a:t>
            </a:r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t>        int tmp = q-&gt;data[q-&gt;front++];</a:t>
            </a:r>
          </a:p>
          <a:p>
            <a:pPr marL="0" indent="0">
              <a:lnSpc>
                <a:spcPct val="100000"/>
              </a:lnSpc>
              <a:buNone/>
            </a:pPr>
            <a:r>
              <a:t>        q-&gt;size--;</a:t>
            </a:r>
          </a:p>
          <a:p>
            <a:pPr marL="0" indent="0">
              <a:lnSpc>
                <a:spcPct val="100000"/>
              </a:lnSpc>
              <a:buNone/>
            </a:pPr>
            <a:r>
              <a:t>        return tmp;</a:t>
            </a:r>
          </a:p>
          <a:p>
            <a:pPr marL="0" indent="0">
              <a:lnSpc>
                <a:spcPct val="100000"/>
              </a:lnSpc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548" y="262442"/>
            <a:ext cx="7912927" cy="607653"/>
          </a:xfrm>
        </p:spPr>
        <p:txBody>
          <a:bodyPr>
            <a:spAutoFit/>
          </a:bodyPr>
          <a:lstStyle/>
          <a:p>
            <a:r>
              <a:t>단순하게 배열로 구현한 큐의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초기 상태: </a:t>
            </a:r>
            <a:r>
              <a:rPr lang="en-US"/>
              <a:t>	</a:t>
            </a:r>
            <a:r>
              <a:t>front = 1, rear = 0, size = 0</a:t>
            </a:r>
          </a:p>
          <a:p>
            <a:endParaRPr/>
          </a:p>
          <a:p>
            <a:r>
              <a:t>비어있는 상태: </a:t>
            </a:r>
            <a:r>
              <a:rPr lang="en-US"/>
              <a:t>	</a:t>
            </a:r>
            <a:r>
              <a:t>항상 size == 0, front &gt; rear</a:t>
            </a:r>
          </a:p>
          <a:p>
            <a:endParaRPr/>
          </a:p>
          <a:p>
            <a:r>
              <a:t>크기: </a:t>
            </a:r>
            <a:r>
              <a:rPr lang="en-US"/>
              <a:t>		</a:t>
            </a:r>
            <a:r>
              <a:t>size == rear - front + 1</a:t>
            </a:r>
          </a:p>
          <a:p>
            <a:endParaRPr/>
          </a:p>
          <a:p>
            <a:r>
              <a:t>추가 불가 상태: </a:t>
            </a:r>
            <a:r>
              <a:rPr lang="en-US"/>
              <a:t>	</a:t>
            </a:r>
            <a:r>
              <a:t>rear == capacity</a:t>
            </a:r>
          </a:p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원형 배열로 구현한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원형 배열: 인덱스가 capacity를 넘어가면 </a:t>
            </a:r>
            <a:br>
              <a:rPr lang="en-US"/>
            </a:br>
            <a:r>
              <a:rPr lang="en-US"/>
              <a:t>                       </a:t>
            </a:r>
            <a:r>
              <a:t>다시 1이 된다</a:t>
            </a:r>
          </a:p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50000"/>
              </a:lnSpc>
            </a:pPr>
            <a:r>
              <a:t>size로 비어있음과 꽉차있음을 체크한다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11965" y="260839"/>
            <a:ext cx="9224440" cy="610859"/>
          </a:xfrm>
        </p:spPr>
        <p:txBody>
          <a:bodyPr>
            <a:spAutoFit/>
          </a:bodyPr>
          <a:lstStyle/>
          <a:p>
            <a:r>
              <a:t>CIRCULAR_AQUEUE_ENQUEUE(q,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끝에 데이터 value를 추가한다</a:t>
            </a:r>
          </a:p>
          <a:p>
            <a:endParaRPr/>
          </a:p>
          <a:p>
            <a:r>
              <a:t>조건: q의 size &lt; q의 capacity</a:t>
            </a:r>
          </a:p>
          <a:p>
            <a:endParaRPr/>
          </a:p>
          <a:p>
            <a:r>
              <a:t>동작: q의 rear를 1 증가시킨다</a:t>
            </a:r>
          </a:p>
          <a:p>
            <a:pPr marL="0" indent="0">
              <a:buNone/>
            </a:pPr>
            <a:r>
              <a:rPr lang="en-US"/>
              <a:t>       </a:t>
            </a:r>
            <a:r>
              <a:t>        만약: q의 rear가 q의 capacity를 넘어갔으면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            </a:t>
            </a:r>
            <a:r>
              <a:t>q의 rear에 1을 저장한다</a:t>
            </a:r>
          </a:p>
          <a:p>
            <a:pPr marL="0" indent="0">
              <a:buNone/>
            </a:pPr>
            <a:r>
              <a:rPr lang="en-US"/>
              <a:t>       </a:t>
            </a:r>
            <a:r>
              <a:t>        q의 data[q의 rear]에 value를 저장한다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       </a:t>
            </a:r>
            <a:r>
              <a:t> q의 size를 1 증가시킨다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11965" y="260839"/>
            <a:ext cx="9224440" cy="610859"/>
          </a:xfrm>
        </p:spPr>
        <p:txBody>
          <a:bodyPr>
            <a:spAutoFit/>
          </a:bodyPr>
          <a:lstStyle/>
          <a:p>
            <a:r>
              <a:t>CIRCULAR_AQUEUE_ENQUEUE(q,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circular_aqueue_enqueue(struct aqueue *q, int v)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(!q</a:t>
            </a:r>
            <a:r>
              <a:rPr lang="en-US"/>
              <a:t> || </a:t>
            </a:r>
            <a:r>
              <a:t>q-&gt;size &gt;= q-&gt;capacity) exit(1);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++q-&gt;rear;</a:t>
            </a:r>
          </a:p>
          <a:p>
            <a:pPr marL="0" indent="0">
              <a:buNone/>
            </a:pPr>
            <a:r>
              <a:t>        if (q-&gt;rear &gt; q-&gt;capacity)</a:t>
            </a:r>
          </a:p>
          <a:p>
            <a:pPr marL="0" indent="0">
              <a:buNone/>
            </a:pPr>
            <a:r>
              <a:t>                q-&gt;rear = 1;</a:t>
            </a:r>
          </a:p>
          <a:p>
            <a:pPr marL="0" indent="0">
              <a:buNone/>
            </a:pPr>
            <a:r>
              <a:t>        q-&gt;data[q-&gt;rear] = ;</a:t>
            </a:r>
          </a:p>
          <a:p>
            <a:pPr marL="0" indent="0">
              <a:buNone/>
            </a:pPr>
            <a:r>
              <a:t>        ++q-&gt;size;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94" y="260839"/>
            <a:ext cx="7939281" cy="610859"/>
          </a:xfrm>
        </p:spPr>
        <p:txBody>
          <a:bodyPr>
            <a:spAutoFit/>
          </a:bodyPr>
          <a:lstStyle/>
          <a:p>
            <a:r>
              <a:t>CIRCULAR_AQUEUE_DEQUEUE(q)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front 데이터를 삭제하고 반환한다</a:t>
            </a:r>
          </a:p>
          <a:p>
            <a:endParaRPr/>
          </a:p>
          <a:p>
            <a:r>
              <a:t>조건: q의 size &gt; 0</a:t>
            </a:r>
          </a:p>
          <a:p>
            <a:r>
              <a:t>동작: tmp에 q의 data[q의 front]를 저장한다</a:t>
            </a:r>
          </a:p>
          <a:p>
            <a:pPr marL="0" indent="0">
              <a:buNone/>
            </a:pPr>
            <a:r>
              <a:rPr lang="ko-KR" altLang="en-US"/>
              <a:t> </a:t>
            </a:r>
            <a:r>
              <a:t>       </a:t>
            </a:r>
            <a:r>
              <a:rPr lang="en-US"/>
              <a:t>       </a:t>
            </a:r>
            <a:r>
              <a:t>q의 front를 1 증가시킨다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       </a:t>
            </a:r>
            <a:r>
              <a:t>만약: q의 front가 q의 capacity를 넘어갔으면</a:t>
            </a:r>
          </a:p>
          <a:p>
            <a:pPr marL="0" indent="0">
              <a:buNone/>
            </a:pPr>
            <a:r>
              <a:t>                </a:t>
            </a:r>
            <a:r>
              <a:rPr lang="en-US"/>
              <a:t>           </a:t>
            </a:r>
            <a:r>
              <a:t>q의 front에 1을 저장한다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       </a:t>
            </a:r>
            <a:r>
              <a:t>q의 size를 1 감소시킨다</a:t>
            </a:r>
          </a:p>
          <a:p>
            <a:r>
              <a:t>반환: tmp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94" y="260839"/>
            <a:ext cx="7939281" cy="610859"/>
          </a:xfrm>
        </p:spPr>
        <p:txBody>
          <a:bodyPr>
            <a:spAutoFit/>
          </a:bodyPr>
          <a:lstStyle/>
          <a:p>
            <a:r>
              <a:t>CIRCULAR_AQUEUE_DEQUEUE(q)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circular_aqueue_dequeue(struct aqueue *q)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if (!q</a:t>
            </a:r>
            <a:r>
              <a:rPr lang="en-US"/>
              <a:t> || </a:t>
            </a:r>
            <a:r>
              <a:t>q-&gt;size == 0) exit(1);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int tmp = q-&gt;data[q-&gt;front++];</a:t>
            </a:r>
          </a:p>
          <a:p>
            <a:pPr marL="0" indent="0">
              <a:buNone/>
            </a:pPr>
            <a:r>
              <a:t>        if (q-&gt;front &gt; q-&gt;capacity)</a:t>
            </a:r>
          </a:p>
          <a:p>
            <a:pPr marL="0" indent="0">
              <a:buNone/>
            </a:pPr>
            <a:r>
              <a:t>                q-&gt;front = 1;</a:t>
            </a:r>
          </a:p>
          <a:p>
            <a:pPr marL="0" indent="0">
              <a:buNone/>
            </a:pPr>
            <a:r>
              <a:t>        q-&gt;size--;</a:t>
            </a:r>
          </a:p>
          <a:p>
            <a:pPr marL="0" indent="0">
              <a:buNone/>
            </a:pPr>
            <a:r>
              <a:t>        return tmp;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168" y="262442"/>
            <a:ext cx="8222307" cy="607653"/>
          </a:xfrm>
        </p:spPr>
        <p:txBody>
          <a:bodyPr>
            <a:spAutoFit/>
          </a:bodyPr>
          <a:lstStyle/>
          <a:p>
            <a:r>
              <a:t>미로 정보: 2차원 배열 (배열의 배열)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미로[i][j]: (행 i, 열 j) 위치의 상태</a:t>
            </a:r>
          </a:p>
          <a:p>
            <a:endParaRPr/>
          </a:p>
          <a:p>
            <a:r>
              <a:t>0 : 통로(아직 처리하지 않음)</a:t>
            </a:r>
          </a:p>
          <a:p>
            <a:endParaRPr/>
          </a:p>
          <a:p>
            <a:r>
              <a:t>1 : 벽</a:t>
            </a:r>
          </a:p>
          <a:p>
            <a:endParaRPr/>
          </a:p>
          <a:p>
            <a:r>
              <a:t>row*len + col : 최단경로에서 이전 좌표의 선형 index</a:t>
            </a:r>
          </a:p>
          <a:p>
            <a:endParaRPr/>
          </a:p>
          <a:p>
            <a:r>
              <a:t>0행과 0열은 모두 벽(1)로 두어, 내부 좌표에서 0/1과의 값 충돌을 방지함</a:t>
            </a:r>
          </a:p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좌표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row: 행 좌표</a:t>
            </a:r>
          </a:p>
          <a:p>
            <a:endParaRPr/>
          </a:p>
          <a:p>
            <a:r>
              <a:t>col: 열 좌표</a:t>
            </a:r>
          </a:p>
          <a:p>
            <a:endParaRPr/>
          </a:p>
          <a:p>
            <a:r>
              <a:rPr lang="en-US"/>
              <a:t>prev_size</a:t>
            </a:r>
            <a:r>
              <a:t>: 출발점부터의 거리 (출발점은 0)</a:t>
            </a:r>
          </a:p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t>좌표 구조체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point {</a:t>
            </a:r>
          </a:p>
          <a:p>
            <a:pPr marL="0" indent="0">
              <a:buNone/>
            </a:pPr>
            <a:r>
              <a:t>        int row;</a:t>
            </a:r>
          </a:p>
          <a:p>
            <a:pPr marL="0" indent="0">
              <a:buNone/>
            </a:pPr>
            <a:r>
              <a:t>        int col;</a:t>
            </a:r>
          </a:p>
          <a:p>
            <a:pPr marL="0" indent="0">
              <a:buNone/>
            </a:pPr>
            <a:r>
              <a:t>        int </a:t>
            </a:r>
            <a:r>
              <a:rPr lang="en-US"/>
              <a:t>prev_size</a:t>
            </a:r>
            <a:r>
              <a:t>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942" y="260839"/>
            <a:ext cx="6566533" cy="610859"/>
          </a:xfrm>
        </p:spPr>
        <p:txBody>
          <a:bodyPr>
            <a:spAutoFit/>
          </a:bodyPr>
          <a:lstStyle/>
          <a:p>
            <a:r>
              <a:t>MAZE_STATUS(maze,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반환: maze[point의 row][point의 col]</a:t>
            </a:r>
          </a:p>
          <a:p>
            <a:endParaRPr/>
          </a:p>
          <a:p>
            <a:r>
              <a:t> 0 : 미방문 통로</a:t>
            </a:r>
          </a:p>
          <a:p>
            <a:r>
              <a:t> 1 : 벽</a:t>
            </a:r>
          </a:p>
          <a:p>
            <a:r>
              <a:t> ≥ len+1 : 최단거리 계산됨 - 이전 좌표의 선형 index</a:t>
            </a:r>
          </a:p>
          <a:p>
            <a:r>
              <a:t> -1 : 출발점 표시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093" y="262442"/>
            <a:ext cx="7980382" cy="607653"/>
          </a:xfrm>
        </p:spPr>
        <p:txBody>
          <a:bodyPr>
            <a:spAutoFit/>
          </a:bodyPr>
          <a:lstStyle/>
          <a:p>
            <a:r>
              <a:t>MAZE_STATUS(maze, point)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maze_status(int **maze, struct point point)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return maze[point.row][point.col];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9754" y="260839"/>
            <a:ext cx="7392721" cy="610859"/>
          </a:xfrm>
        </p:spPr>
        <p:txBody>
          <a:bodyPr>
            <a:spAutoFit/>
          </a:bodyPr>
          <a:lstStyle/>
          <a:p>
            <a:r>
              <a:t>MAZE_MARK(maze, point, from)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maze[point의 row][point의 col]에 from 저장</a:t>
            </a:r>
          </a:p>
          <a:p>
            <a:endParaRPr/>
          </a:p>
          <a:p>
            <a:r>
              <a:t>최단경로에서 이전 좌표가 (i, j)일 때 from == i * len + j// 일차적으로 처리가 됐다는 정보가 저장됨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05" y="262442"/>
            <a:ext cx="8806570" cy="607653"/>
          </a:xfrm>
        </p:spPr>
        <p:txBody>
          <a:bodyPr>
            <a:spAutoFit/>
          </a:bodyPr>
          <a:lstStyle/>
          <a:p>
            <a:r>
              <a:t>MAZE_MARK(maze, point, from)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maze_mark(int **maze, struct point point, int </a:t>
            </a:r>
            <a:r>
              <a:rPr lang="en-US"/>
              <a:t>val</a:t>
            </a:r>
            <a:r>
              <a:t>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maze[point.row][point.col] = </a:t>
            </a:r>
            <a:r>
              <a:rPr lang="en-US"/>
              <a:t>val</a:t>
            </a:r>
            <a:r>
              <a:t>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68" y="262442"/>
            <a:ext cx="3578407" cy="607653"/>
          </a:xfrm>
        </p:spPr>
        <p:txBody>
          <a:bodyPr>
            <a:spAutoFit/>
          </a:bodyPr>
          <a:lstStyle/>
          <a:p>
            <a:r>
              <a:t>좌표 선형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points: 좌표 구조체의 배열</a:t>
            </a:r>
          </a:p>
          <a:p>
            <a:endParaRPr/>
          </a:p>
          <a:p>
            <a:r>
              <a:t>front: 꺼낼 좌표의 인덱스</a:t>
            </a:r>
          </a:p>
          <a:p>
            <a:endParaRPr/>
          </a:p>
          <a:p>
            <a:r>
              <a:t>rear: 마지막으로 저장된 좌표의 인덱스</a:t>
            </a:r>
          </a:p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0219" y="262442"/>
            <a:ext cx="4992256" cy="607653"/>
          </a:xfrm>
        </p:spPr>
        <p:txBody>
          <a:bodyPr>
            <a:spAutoFit/>
          </a:bodyPr>
          <a:lstStyle/>
          <a:p>
            <a:r>
              <a:t>좌표 선형 큐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point_queue {</a:t>
            </a:r>
          </a:p>
          <a:p>
            <a:pPr marL="0" indent="0">
              <a:buNone/>
            </a:pPr>
            <a:r>
              <a:t>        struct point *points;</a:t>
            </a:r>
          </a:p>
          <a:p>
            <a:pPr marL="0" indent="0">
              <a:buNone/>
            </a:pPr>
            <a:r>
              <a:t>        int front;</a:t>
            </a:r>
          </a:p>
          <a:p>
            <a:pPr marL="0" indent="0">
              <a:buNone/>
            </a:pPr>
            <a:r>
              <a:t>        int rear;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6387" y="262442"/>
            <a:ext cx="9218862" cy="607653"/>
          </a:xfrm>
        </p:spPr>
        <p:txBody>
          <a:bodyPr>
            <a:spAutoFit/>
          </a:bodyPr>
          <a:lstStyle/>
          <a:p>
            <a:r>
              <a:t>POINT_QUEUE_CREATE(capacity)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point_queue *point_queue_create(int cap)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point_queue *q </a:t>
            </a:r>
            <a:endParaRPr lang="en-US"/>
          </a:p>
          <a:p>
            <a:pPr marL="0" indent="0">
              <a:buNone/>
            </a:pPr>
            <a:r>
              <a:rPr lang="en-US"/>
              <a:t>                </a:t>
            </a:r>
            <a:r>
              <a:t>= malloc(sizeof(struct point_queue));</a:t>
            </a:r>
          </a:p>
          <a:p>
            <a:pPr marL="0" indent="0">
              <a:buNone/>
            </a:pPr>
            <a:r>
              <a:t>        if (!q) return NULL;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q-&gt;points = malloc(sizeof(struct point) * (cap + 1));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CF08-4993-6482-2EDA-4951BE0D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3FD9-8534-3087-26DC-6335C2D7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6387" y="262442"/>
            <a:ext cx="9218862" cy="607653"/>
          </a:xfrm>
        </p:spPr>
        <p:txBody>
          <a:bodyPr>
            <a:spAutoFit/>
          </a:bodyPr>
          <a:lstStyle/>
          <a:p>
            <a:r>
              <a:t>POINT_QUEUE_CREATE(capacity) C 코드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56186-CA17-488F-2C99-8D7573D9A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if (!q-&gt;points) {</a:t>
            </a:r>
          </a:p>
          <a:p>
            <a:pPr marL="0" indent="0">
              <a:buNone/>
            </a:pPr>
            <a:r>
              <a:t>                free(q);</a:t>
            </a:r>
          </a:p>
          <a:p>
            <a:pPr marL="0" indent="0">
              <a:buNone/>
            </a:pPr>
            <a:r>
              <a:t>                return NULL;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q-&gt;front = 1;</a:t>
            </a:r>
          </a:p>
          <a:p>
            <a:pPr marL="0" indent="0">
              <a:buNone/>
            </a:pPr>
            <a:r>
              <a:t>        q-&gt;rear = 0;</a:t>
            </a:r>
          </a:p>
          <a:p>
            <a:pPr marL="0" indent="0">
              <a:buNone/>
            </a:pPr>
            <a:r>
              <a:t>        return q;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1810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809" y="262442"/>
            <a:ext cx="7239666" cy="607653"/>
          </a:xfrm>
        </p:spPr>
        <p:txBody>
          <a:bodyPr>
            <a:spAutoFit/>
          </a:bodyPr>
          <a:lstStyle/>
          <a:p>
            <a:r>
              <a:t>POINT_QUEUE_FREE(q)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point_queue_free(struct point_queue *q)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rPr lang="en-US" altLang="ko-KR"/>
              <a:t>        if (!q) return NULL;</a:t>
            </a:r>
          </a:p>
          <a:p>
            <a:pPr marL="0" indent="0">
              <a:buNone/>
            </a:pPr>
            <a:r>
              <a:t>        free(q-&gt;points);</a:t>
            </a:r>
          </a:p>
          <a:p>
            <a:pPr marL="0" indent="0">
              <a:buNone/>
            </a:pPr>
            <a:r>
              <a:t>        free(q);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2541" y="262442"/>
            <a:ext cx="9455016" cy="607653"/>
          </a:xfrm>
        </p:spPr>
        <p:txBody>
          <a:bodyPr>
            <a:spAutoFit/>
          </a:bodyPr>
          <a:lstStyle/>
          <a:p>
            <a:r>
              <a:t>POINT_QUEUE_ENQUEUE(q, point)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point_queue_enqueue(struct point_queue *q, </a:t>
            </a:r>
            <a:br>
              <a:rPr lang="en-US"/>
            </a:br>
            <a:r>
              <a:rPr lang="en-US"/>
              <a:t>                                                          </a:t>
            </a:r>
            <a:r>
              <a:t>struct point point)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q-&gt;points[++q-&gt;rear] = point;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244" y="262442"/>
            <a:ext cx="8224231" cy="607653"/>
          </a:xfrm>
        </p:spPr>
        <p:txBody>
          <a:bodyPr>
            <a:spAutoFit/>
          </a:bodyPr>
          <a:lstStyle/>
          <a:p>
            <a:r>
              <a:t>POINT_QUEUE_DEQUEUE(q)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point </a:t>
            </a:r>
            <a:endParaRPr lang="en-US"/>
          </a:p>
          <a:p>
            <a:pPr marL="0" indent="0">
              <a:buNone/>
            </a:pPr>
            <a:r>
              <a:t>point_queue_dequeue(struct point_queue *q)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return q-&gt;points[q-&gt;front++];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284" y="262442"/>
            <a:ext cx="7938191" cy="607653"/>
          </a:xfrm>
        </p:spPr>
        <p:txBody>
          <a:bodyPr>
            <a:spAutoFit/>
          </a:bodyPr>
          <a:lstStyle/>
          <a:p>
            <a:r>
              <a:t>NEXT_POINT(point, direction)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point의 좌표를 direction 방향으로 이동한 좌표 반환</a:t>
            </a:r>
          </a:p>
          <a:p>
            <a:endParaRPr lang="en-US"/>
          </a:p>
          <a:p>
            <a:r>
              <a:t>distance는 point의 distance에서 1 증가</a:t>
            </a:r>
          </a:p>
          <a:p>
            <a:endParaRPr lang="en-US"/>
          </a:p>
          <a:p>
            <a:r>
              <a:t>direction: 1(상), 2(하), 3(좌), 4(우)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34" y="262442"/>
            <a:ext cx="8338941" cy="607653"/>
          </a:xfrm>
        </p:spPr>
        <p:txBody>
          <a:bodyPr>
            <a:spAutoFit/>
          </a:bodyPr>
          <a:lstStyle/>
          <a:p>
            <a:r>
              <a:t>NEXT_POINT(point, direction)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point next_point(struct point point, int direction)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 struct point next = point;</a:t>
            </a:r>
          </a:p>
          <a:p>
            <a:pPr marL="0" indent="0">
              <a:buNone/>
            </a:pPr>
            <a:r>
              <a:t>        next.distance++;</a:t>
            </a:r>
          </a:p>
          <a:p>
            <a:pPr marL="0" indent="0">
              <a:buNone/>
            </a:pPr>
            <a:r>
              <a:t>        if (direction == 1) {</a:t>
            </a:r>
            <a:r>
              <a:rPr lang="en-US"/>
              <a:t>			// </a:t>
            </a:r>
            <a:r>
              <a:rPr lang="ko-KR" altLang="en-US"/>
              <a:t>상</a:t>
            </a:r>
            <a:endParaRPr/>
          </a:p>
          <a:p>
            <a:pPr marL="0" indent="0">
              <a:buNone/>
            </a:pPr>
            <a:r>
              <a:t>                next.row--;</a:t>
            </a:r>
          </a:p>
          <a:p>
            <a:pPr marL="0" indent="0">
              <a:buNone/>
            </a:pPr>
            <a:r>
              <a:t>        } else if (direction == 2) {</a:t>
            </a:r>
            <a:r>
              <a:rPr lang="en-US"/>
              <a:t>		// </a:t>
            </a:r>
            <a:r>
              <a:rPr lang="ko-KR" altLang="en-US"/>
              <a:t>하</a:t>
            </a:r>
            <a:endParaRPr/>
          </a:p>
          <a:p>
            <a:pPr marL="0" indent="0">
              <a:buNone/>
            </a:pPr>
            <a:r>
              <a:t>                next.row++;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34" y="262442"/>
            <a:ext cx="8338941" cy="607653"/>
          </a:xfrm>
        </p:spPr>
        <p:txBody>
          <a:bodyPr>
            <a:spAutoFit/>
          </a:bodyPr>
          <a:lstStyle/>
          <a:p>
            <a:r>
              <a:t>NEXT_POINT(point, direction)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} else if (direction == 3) {</a:t>
            </a:r>
            <a:r>
              <a:rPr lang="en-US"/>
              <a:t>		// </a:t>
            </a:r>
            <a:r>
              <a:rPr lang="ko-KR" altLang="en-US"/>
              <a:t>좌</a:t>
            </a:r>
            <a:endParaRPr/>
          </a:p>
          <a:p>
            <a:pPr marL="0" indent="0">
              <a:buNone/>
            </a:pPr>
            <a:r>
              <a:t>                next.col--;</a:t>
            </a:r>
          </a:p>
          <a:p>
            <a:pPr marL="0" indent="0">
              <a:buNone/>
            </a:pPr>
            <a:r>
              <a:t>        } else if (direction == 4) {</a:t>
            </a:r>
            <a:r>
              <a:rPr lang="en-US"/>
              <a:t>		// </a:t>
            </a:r>
            <a:r>
              <a:rPr lang="ko-KR" altLang="en-US"/>
              <a:t>우</a:t>
            </a:r>
            <a:endParaRPr/>
          </a:p>
          <a:p>
            <a:pPr marL="0" indent="0">
              <a:buNone/>
            </a:pPr>
            <a:r>
              <a:t>                next.col++;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        return next;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462" y="260839"/>
            <a:ext cx="8646013" cy="610859"/>
          </a:xfrm>
        </p:spPr>
        <p:txBody>
          <a:bodyPr>
            <a:spAutoFit/>
          </a:bodyPr>
          <a:lstStyle/>
          <a:p>
            <a:r>
              <a:t>PUSH_NBRS(maze, len, to_visit,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point_index에 point의 row * len + point의 col 저장</a:t>
            </a:r>
          </a:p>
          <a:p>
            <a:r>
              <a:t>반복: point의 상하좌우 좌표 next에 대하여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t>       만약: STATUS(maze, next) == 0 이면</a:t>
            </a:r>
          </a:p>
          <a:p>
            <a:pPr marL="0" indent="0">
              <a:buNone/>
            </a:pPr>
            <a:r>
              <a:rPr lang="en-US"/>
              <a:t>             </a:t>
            </a:r>
            <a:r>
              <a:t>              MARK(maze, next, point_index)</a:t>
            </a:r>
          </a:p>
          <a:p>
            <a:pPr marL="0" indent="0">
              <a:buNone/>
            </a:pPr>
            <a:r>
              <a:t>              </a:t>
            </a:r>
            <a:r>
              <a:rPr lang="en-US"/>
              <a:t>             </a:t>
            </a:r>
            <a:r>
              <a:t>ENQUEUE(to_visit, next)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695" y="260839"/>
            <a:ext cx="8735780" cy="610859"/>
          </a:xfrm>
        </p:spPr>
        <p:txBody>
          <a:bodyPr>
            <a:spAutoFit/>
          </a:bodyPr>
          <a:lstStyle/>
          <a:p>
            <a:r>
              <a:t>PUSH_NBRS(maze, len, to_visit,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push_nbrs</a:t>
            </a:r>
            <a:r>
              <a:rPr lang="en-US"/>
              <a:t> </a:t>
            </a:r>
            <a:r>
              <a:t>(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**maze,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len,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struct point_queue *to_visit,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struct point point</a:t>
            </a:r>
            <a:endParaRPr lang="en-US"/>
          </a:p>
          <a:p>
            <a:pPr marL="0" indent="0">
              <a:buNone/>
            </a:pPr>
            <a:r>
              <a:t>)</a:t>
            </a:r>
            <a:r>
              <a:rPr lang="en-US"/>
              <a:t> </a:t>
            </a:r>
            <a:r>
              <a:t>{</a:t>
            </a:r>
            <a:endParaRPr lang="en-US"/>
          </a:p>
          <a:p>
            <a:pPr marL="0" indent="0">
              <a:buNone/>
            </a:pPr>
            <a:r>
              <a:rPr lang="en-US" altLang="ko-KR"/>
              <a:t>        int point_index = point.row * len + point.col;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    for (int direction = 1; direction &lt;= 4; direction++) {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F61A9-3F58-C6F0-401F-31EC9128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3665-99F1-AEA1-09E3-C28761874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95" y="260839"/>
            <a:ext cx="8735780" cy="610859"/>
          </a:xfrm>
        </p:spPr>
        <p:txBody>
          <a:bodyPr>
            <a:spAutoFit/>
          </a:bodyPr>
          <a:lstStyle/>
          <a:p>
            <a:r>
              <a:t>PUSH_NBRS(maze, len, to_visit, point)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7B252-304C-DF04-E93C-3C3EAC4D0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                struct point next = next_point(point, direction);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        if (maze_status(maze, next) == 0) {</a:t>
            </a:r>
          </a:p>
          <a:p>
            <a:pPr marL="0" indent="0">
              <a:buNone/>
            </a:pPr>
            <a:r>
              <a:t>                        maze_mark(maze, next</a:t>
            </a:r>
            <a:r>
              <a:rPr lang="en-US"/>
              <a:t>, </a:t>
            </a:r>
            <a:r>
              <a:rPr lang="en-US" altLang="ko-KR"/>
              <a:t>point_index</a:t>
            </a:r>
            <a:r>
              <a:t>);</a:t>
            </a:r>
          </a:p>
          <a:p>
            <a:pPr marL="0" indent="0">
              <a:buNone/>
            </a:pPr>
            <a:r>
              <a:t>                        point_queue_enqueue(to_visit, next);</a:t>
            </a:r>
          </a:p>
          <a:p>
            <a:pPr marL="0" indent="0">
              <a:buNone/>
            </a:pPr>
            <a:r>
              <a:t>                }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1197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41" y="262442"/>
            <a:ext cx="8125934" cy="607653"/>
          </a:xfrm>
        </p:spPr>
        <p:txBody>
          <a:bodyPr>
            <a:spAutoFit/>
          </a:bodyPr>
          <a:lstStyle/>
          <a:p>
            <a:r>
              <a:t>FIND(maze, len, start, end) 개요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to_visit에 CREATE(len * len) 저장     // 갈 곳들</a:t>
            </a:r>
          </a:p>
          <a:p>
            <a:r>
              <a:t>start의 distance에 0 저장</a:t>
            </a:r>
          </a:p>
          <a:p>
            <a:r>
              <a:t>MARK(maze, start, -1)</a:t>
            </a:r>
          </a:p>
          <a:p>
            <a:r>
              <a:t>ENQUEUE(to_visit, start)</a:t>
            </a:r>
          </a:p>
          <a:p>
            <a:r>
              <a:t>반복: to_visit이 비어있지 않음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90" y="262442"/>
            <a:ext cx="8526685" cy="607653"/>
          </a:xfrm>
        </p:spPr>
        <p:txBody>
          <a:bodyPr>
            <a:spAutoFit/>
          </a:bodyPr>
          <a:lstStyle/>
          <a:p>
            <a:r>
              <a:t>FIND(maze, start, end, len) C 코드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find</a:t>
            </a:r>
            <a:r>
              <a:rPr lang="en-US"/>
              <a:t> </a:t>
            </a:r>
            <a:r>
              <a:t>(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**maze,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len,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struct point start,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struct point end</a:t>
            </a:r>
            <a:endParaRPr lang="en-US"/>
          </a:p>
          <a:p>
            <a:pPr marL="0" indent="0">
              <a:buNone/>
            </a:pPr>
            <a:r>
              <a:t>)</a:t>
            </a:r>
            <a:r>
              <a:rPr lang="en-US"/>
              <a:t> </a:t>
            </a:r>
            <a:r>
              <a:t>{</a:t>
            </a:r>
          </a:p>
          <a:p>
            <a:pPr marL="0" indent="0">
              <a:buNone/>
            </a:pPr>
            <a:r>
              <a:t>        struct point_queue *to_visit </a:t>
            </a:r>
            <a:endParaRPr lang="en-US"/>
          </a:p>
          <a:p>
            <a:pPr marL="0" indent="0">
              <a:buNone/>
            </a:pPr>
            <a:r>
              <a:rPr lang="en-US"/>
              <a:t>                </a:t>
            </a:r>
            <a:r>
              <a:t>= point_queue_create(len * len);</a:t>
            </a:r>
          </a:p>
          <a:p>
            <a:pPr marL="0" indent="0">
              <a:buNone/>
            </a:pPr>
            <a:r>
              <a:t>        if (!to_visit) return -</a:t>
            </a:r>
            <a:r>
              <a:rPr lang="en-US"/>
              <a:t>2</a:t>
            </a:r>
            <a:r>
              <a:t>;</a:t>
            </a:r>
            <a:r>
              <a:rPr lang="en-US"/>
              <a:t>		// </a:t>
            </a:r>
            <a:r>
              <a:rPr lang="ko-KR" altLang="en-US"/>
              <a:t>에러 코드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6970-8037-1363-C46C-F384222C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EA01-687E-DAA1-ED84-5AAFB639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90" y="262442"/>
            <a:ext cx="8526685" cy="607653"/>
          </a:xfrm>
        </p:spPr>
        <p:txBody>
          <a:bodyPr>
            <a:spAutoFit/>
          </a:bodyPr>
          <a:lstStyle/>
          <a:p>
            <a:r>
              <a:t>FIND(maze, start, end, len) C 코드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E7BEA-3ADB-BA32-F58C-B909F5F2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start.distance = 0;</a:t>
            </a:r>
          </a:p>
          <a:p>
            <a:pPr marL="0" indent="0">
              <a:buNone/>
            </a:pPr>
            <a:r>
              <a:t>        maze_mark(maze, start, -1);</a:t>
            </a:r>
          </a:p>
          <a:p>
            <a:pPr marL="0" indent="0">
              <a:buNone/>
            </a:pPr>
            <a:r>
              <a:t>        point_queue_enqueue(to_visit, start);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while (to_visit-&gt;front &lt;= to_visit-&gt;rear) {</a:t>
            </a:r>
          </a:p>
        </p:txBody>
      </p:sp>
    </p:spTree>
    <p:extLst>
      <p:ext uri="{BB962C8B-B14F-4D97-AF65-F5344CB8AC3E}">
        <p14:creationId xmlns:p14="http://schemas.microsoft.com/office/powerpoint/2010/main" val="1094511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41" y="262442"/>
            <a:ext cx="8125934" cy="607653"/>
          </a:xfrm>
        </p:spPr>
        <p:txBody>
          <a:bodyPr>
            <a:spAutoFit/>
          </a:bodyPr>
          <a:lstStyle/>
          <a:p>
            <a:r>
              <a:t>FIND(maze, len, start, end) 개요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</a:t>
            </a:r>
            <a:r>
              <a:t>       </a:t>
            </a:r>
            <a:r>
              <a:rPr lang="en-US"/>
              <a:t>      </a:t>
            </a:r>
            <a:r>
              <a:t>point에 DEQUEUE(to_visit) 저장</a:t>
            </a:r>
          </a:p>
          <a:p>
            <a:pPr marL="0" indent="0">
              <a:buNone/>
            </a:pPr>
            <a:r>
              <a:t>  </a:t>
            </a:r>
            <a:r>
              <a:rPr lang="en-US"/>
              <a:t>  </a:t>
            </a:r>
            <a:r>
              <a:t>     </a:t>
            </a:r>
            <a:r>
              <a:rPr lang="en-US"/>
              <a:t>      </a:t>
            </a:r>
            <a:r>
              <a:t>만약: point와 end의 좌표가 동일</a:t>
            </a:r>
          </a:p>
          <a:p>
            <a:pPr marL="0" indent="0">
              <a:buNone/>
            </a:pPr>
            <a:r>
              <a:t>     </a:t>
            </a:r>
            <a:r>
              <a:rPr lang="en-US"/>
              <a:t>  </a:t>
            </a:r>
            <a:r>
              <a:t>      </a:t>
            </a:r>
            <a:r>
              <a:rPr lang="en-US"/>
              <a:t>      </a:t>
            </a:r>
            <a:r>
              <a:t>    </a:t>
            </a:r>
            <a:r>
              <a:rPr lang="en-US"/>
              <a:t>    </a:t>
            </a:r>
            <a:r>
              <a:t>반환: point.distance</a:t>
            </a:r>
          </a:p>
          <a:p>
            <a:pPr marL="0" indent="0">
              <a:buNone/>
            </a:pPr>
            <a:r>
              <a:t>   </a:t>
            </a:r>
            <a:r>
              <a:rPr lang="en-US"/>
              <a:t>  </a:t>
            </a:r>
            <a:r>
              <a:t>    </a:t>
            </a:r>
            <a:r>
              <a:rPr lang="en-US"/>
              <a:t>      </a:t>
            </a:r>
            <a:r>
              <a:t>PUSH_NBRS(maze, len, to_visit, point)</a:t>
            </a:r>
          </a:p>
          <a:p>
            <a:endParaRPr lang="en-US"/>
          </a:p>
          <a:p>
            <a:r>
              <a:t>반환: -1 (못찾음)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90" y="262442"/>
            <a:ext cx="8526685" cy="607653"/>
          </a:xfrm>
        </p:spPr>
        <p:txBody>
          <a:bodyPr>
            <a:spAutoFit/>
          </a:bodyPr>
          <a:lstStyle/>
          <a:p>
            <a:r>
              <a:t>FIND(maze, start, end, len) C 코드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       struct point p = point_queue_dequeue(to_visit);</a:t>
            </a:r>
            <a:endParaRPr lang="en-US"/>
          </a:p>
          <a:p>
            <a:pPr marL="0" indent="0">
              <a:buNone/>
            </a:pPr>
            <a:r>
              <a:rPr lang="en-US"/>
              <a:t>               if (p.row == end.row &amp;&amp; p.col == end.col) {</a:t>
            </a:r>
          </a:p>
          <a:p>
            <a:pPr marL="0" indent="0">
              <a:buNone/>
            </a:pPr>
            <a:r>
              <a:t>                        point_queue_free(to_visit);</a:t>
            </a:r>
          </a:p>
          <a:p>
            <a:pPr marL="0" indent="0">
              <a:buNone/>
            </a:pPr>
            <a:r>
              <a:t>                        return point.distance; </a:t>
            </a:r>
            <a:r>
              <a:rPr lang="en-US"/>
              <a:t>   </a:t>
            </a:r>
            <a:r>
              <a:t>// </a:t>
            </a:r>
            <a:r>
              <a:rPr lang="ko-KR" altLang="en-US"/>
              <a:t>경로 </a:t>
            </a:r>
            <a:r>
              <a:t>거리</a:t>
            </a:r>
          </a:p>
          <a:p>
            <a:pPr marL="0" indent="0">
              <a:buNone/>
            </a:pPr>
            <a:r>
              <a:t>               }</a:t>
            </a:r>
          </a:p>
          <a:p>
            <a:pPr marL="0" indent="0">
              <a:buNone/>
            </a:pPr>
            <a:r>
              <a:rPr lang="en-US" altLang="ko-KR"/>
              <a:t>               push_nbrs(maze, len, to_visit, p);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        point_queue_free(to_visit);</a:t>
            </a:r>
          </a:p>
          <a:p>
            <a:pPr marL="0" indent="0">
              <a:buNone/>
            </a:pPr>
            <a:r>
              <a:t>        return -1;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9833" y="260839"/>
            <a:ext cx="9162308" cy="610859"/>
          </a:xfrm>
        </p:spPr>
        <p:txBody>
          <a:bodyPr>
            <a:spAutoFit/>
          </a:bodyPr>
          <a:lstStyle/>
          <a:p>
            <a:r>
              <a:t>DECODE_PATH(maze, len, end, path_len)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path에 새 좌표 배열 저장 (크기: path_len + 1)</a:t>
            </a:r>
          </a:p>
          <a:p>
            <a:pPr marL="0" indent="0">
              <a:buNone/>
            </a:pPr>
            <a:r>
              <a:t>point에 end 저장</a:t>
            </a:r>
          </a:p>
          <a:p>
            <a:pPr marL="0" indent="0">
              <a:buNone/>
            </a:pPr>
            <a:r>
              <a:t>반복: i를 path_len - 1부터 0까지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    </a:t>
            </a:r>
            <a:r>
              <a:t>path[i]에 point를 저장한다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    </a:t>
            </a:r>
            <a:r>
              <a:t>prev_data에 STATUS(maze, point)를 저장한다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    </a:t>
            </a:r>
            <a:r>
              <a:t>point의 row에 prev_data / len를 저장한다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    </a:t>
            </a:r>
            <a:r>
              <a:t> point의 col에 prev_data % len를 저장한다</a:t>
            </a:r>
          </a:p>
          <a:p>
            <a:pPr marL="0" indent="0">
              <a:buNone/>
            </a:pPr>
            <a:r>
              <a:t>반환: path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39600" y="260839"/>
            <a:ext cx="9252075" cy="610859"/>
          </a:xfrm>
        </p:spPr>
        <p:txBody>
          <a:bodyPr>
            <a:spAutoFit/>
          </a:bodyPr>
          <a:lstStyle/>
          <a:p>
            <a:r>
              <a:t>DECODE_PATH(maze, len, end, path_len)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point *decode_path</a:t>
            </a:r>
            <a:r>
              <a:rPr lang="en-US"/>
              <a:t> </a:t>
            </a:r>
            <a:r>
              <a:t>(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**maze,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len,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struct point end,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path_len</a:t>
            </a:r>
            <a:endParaRPr lang="en-US"/>
          </a:p>
          <a:p>
            <a:pPr marL="0" indent="0">
              <a:buNone/>
            </a:pPr>
            <a:r>
              <a:t>)</a:t>
            </a:r>
            <a:r>
              <a:rPr lang="en-US"/>
              <a:t> </a:t>
            </a:r>
            <a:r>
              <a:t>{</a:t>
            </a:r>
          </a:p>
          <a:p>
            <a:pPr marL="0" indent="0">
              <a:buNone/>
            </a:pPr>
            <a:r>
              <a:t>        struct point *path</a:t>
            </a:r>
            <a:endParaRPr lang="en-US"/>
          </a:p>
          <a:p>
            <a:pPr marL="0" indent="0">
              <a:buNone/>
            </a:pPr>
            <a:r>
              <a:rPr lang="en-US"/>
              <a:t>    </a:t>
            </a:r>
            <a:r>
              <a:t> </a:t>
            </a:r>
            <a:r>
              <a:rPr lang="en-US"/>
              <a:t>           </a:t>
            </a:r>
            <a:r>
              <a:t>= malloc(sizeof(struct point) * (path_len + 1));</a:t>
            </a:r>
          </a:p>
          <a:p>
            <a:pPr marL="0" indent="0">
              <a:buNone/>
            </a:pPr>
            <a:r>
              <a:t>        if (!path) return NULL;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A750-7546-546D-6BE2-E29256E4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4BAC-A208-0409-1BB6-3CA5B49B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9600" y="260839"/>
            <a:ext cx="9252075" cy="610859"/>
          </a:xfrm>
        </p:spPr>
        <p:txBody>
          <a:bodyPr>
            <a:spAutoFit/>
          </a:bodyPr>
          <a:lstStyle/>
          <a:p>
            <a:r>
              <a:t>DECODE_PATH(maze, len, end, path_len)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6A429-AF50-C4F9-19AC-A31E090AC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struct point point = end;</a:t>
            </a:r>
          </a:p>
          <a:p>
            <a:pPr marL="0" indent="0">
              <a:buNone/>
            </a:pPr>
            <a:r>
              <a:t>        for (int i = path_len; i &gt;= 0; i--) {</a:t>
            </a:r>
          </a:p>
          <a:p>
            <a:pPr marL="0" indent="0">
              <a:buNone/>
            </a:pPr>
            <a:r>
              <a:t>                path[i] = point;</a:t>
            </a:r>
          </a:p>
          <a:p>
            <a:pPr marL="0" indent="0">
              <a:buNone/>
            </a:pPr>
            <a:r>
              <a:t>                int prev_data = maze_status(maze, point);</a:t>
            </a:r>
          </a:p>
          <a:p>
            <a:pPr marL="0" indent="0">
              <a:buNone/>
            </a:pPr>
            <a:r>
              <a:rPr lang="en-US" altLang="ko-KR"/>
              <a:t>                if (prev_data &lt; 0) break;</a:t>
            </a:r>
          </a:p>
          <a:p>
            <a:pPr marL="0" indent="0">
              <a:buNone/>
            </a:pPr>
            <a:r>
              <a:t>                point.row = prev_data / len;</a:t>
            </a:r>
          </a:p>
          <a:p>
            <a:pPr marL="0" indent="0">
              <a:buNone/>
            </a:pPr>
            <a:r>
              <a:t>                point.col = prev_data % len;</a:t>
            </a:r>
          </a:p>
          <a:p>
            <a:pPr marL="0" indent="0">
              <a:buNone/>
            </a:pPr>
            <a:r>
              <a:t>        }</a:t>
            </a:r>
          </a:p>
          <a:p>
            <a:pPr marL="0" indent="0">
              <a:buNone/>
            </a:pPr>
            <a:r>
              <a:t>        return path;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44266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8746" y="262442"/>
            <a:ext cx="4753729" cy="607653"/>
          </a:xfrm>
        </p:spPr>
        <p:txBody>
          <a:bodyPr>
            <a:spAutoFit/>
          </a:bodyPr>
          <a:lstStyle/>
          <a:p>
            <a:r>
              <a:t>MAZE_TEST()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maze </a:t>
            </a:r>
            <a:r>
              <a:rPr lang="ko-KR" altLang="en-US"/>
              <a:t>이차원 배열에 미로 정보를 저장한다</a:t>
            </a:r>
            <a:r>
              <a:rPr lang="en-US" altLang="ko-KR"/>
              <a:t>,</a:t>
            </a:r>
          </a:p>
          <a:p>
            <a:r>
              <a:rPr lang="en-US" altLang="ko-KR"/>
              <a:t>m_row_ptrs</a:t>
            </a:r>
            <a:r>
              <a:rPr lang="ko-KR" altLang="en-US"/>
              <a:t>에 </a:t>
            </a:r>
            <a:r>
              <a:rPr lang="en-US" altLang="ko-KR"/>
              <a:t>maze</a:t>
            </a:r>
            <a:r>
              <a:rPr lang="ko-KR" altLang="en-US"/>
              <a:t>의 행 배열들의 배열을 저장한다</a:t>
            </a:r>
            <a:r>
              <a:rPr lang="en-US" altLang="ko-KR"/>
              <a:t>,</a:t>
            </a:r>
          </a:p>
          <a:p>
            <a:r>
              <a:rPr lang="ko-KR" altLang="en-US"/>
              <a:t>출발점</a:t>
            </a:r>
            <a:r>
              <a:rPr lang="en-US" altLang="ko-KR"/>
              <a:t>, </a:t>
            </a:r>
            <a:r>
              <a:rPr lang="ko-KR" altLang="en-US"/>
              <a:t>도착점을 찾고</a:t>
            </a:r>
            <a:r>
              <a:rPr lang="en-US" altLang="ko-KR"/>
              <a:t>, find()</a:t>
            </a:r>
            <a:r>
              <a:rPr lang="ko-KR" altLang="en-US"/>
              <a:t>를 실행한다</a:t>
            </a:r>
            <a:r>
              <a:rPr lang="en-US" altLang="ko-KR"/>
              <a:t>,</a:t>
            </a:r>
          </a:p>
          <a:p>
            <a:r>
              <a:rPr lang="en-US" altLang="ko-KR"/>
              <a:t>find() </a:t>
            </a:r>
            <a:r>
              <a:rPr lang="ko-KR" altLang="en-US"/>
              <a:t>실행 결과에 따라 에러 처리를 한다</a:t>
            </a:r>
            <a:r>
              <a:rPr lang="en-US" altLang="ko-KR"/>
              <a:t>,</a:t>
            </a:r>
          </a:p>
          <a:p>
            <a:r>
              <a:rPr lang="en-US" altLang="ko-KR"/>
              <a:t>decode_path()</a:t>
            </a:r>
            <a:r>
              <a:rPr lang="ko-KR" altLang="en-US"/>
              <a:t>를 실행한다</a:t>
            </a:r>
            <a:r>
              <a:rPr lang="en-US" altLang="ko-KR"/>
              <a:t>,</a:t>
            </a:r>
          </a:p>
          <a:p>
            <a:r>
              <a:rPr lang="ko-KR" altLang="en-US"/>
              <a:t>결과를 화면에 출력한다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7995" y="262442"/>
            <a:ext cx="5154480" cy="607653"/>
          </a:xfrm>
        </p:spPr>
        <p:txBody>
          <a:bodyPr>
            <a:spAutoFit/>
          </a:bodyPr>
          <a:lstStyle/>
          <a:p>
            <a:r>
              <a:t>MAZE_TEST()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maze_test()</a:t>
            </a:r>
            <a:r>
              <a:rPr lang="en-US"/>
              <a:t> </a:t>
            </a:r>
            <a:r>
              <a:t>{</a:t>
            </a:r>
          </a:p>
          <a:p>
            <a:pPr marL="0" indent="0">
              <a:buNone/>
            </a:pPr>
            <a:r>
              <a:t>        int maze[7][7] = {</a:t>
            </a:r>
            <a:endParaRPr lang="en-US"/>
          </a:p>
          <a:p>
            <a:pPr marL="0" indent="0">
              <a:buNone/>
            </a:pPr>
            <a:r>
              <a:t>                {1, 1, 1, 1, 1, 1, 1},</a:t>
            </a:r>
            <a:endParaRPr lang="en-US"/>
          </a:p>
          <a:p>
            <a:pPr marL="0" indent="0">
              <a:buNone/>
            </a:pPr>
            <a:r>
              <a:t>                {1, 0, 0, 0, 0, 0, 1},</a:t>
            </a:r>
            <a:endParaRPr lang="en-US"/>
          </a:p>
          <a:p>
            <a:pPr marL="0" indent="0">
              <a:buNone/>
            </a:pPr>
            <a:r>
              <a:t>                {1, 0, 0, 1, 0, 1, 1},</a:t>
            </a:r>
            <a:endParaRPr lang="en-US"/>
          </a:p>
          <a:p>
            <a:pPr marL="0" indent="0">
              <a:buNone/>
            </a:pPr>
            <a:r>
              <a:t>                {1, 0, 1, 0, 0, 0, 1},</a:t>
            </a:r>
            <a:endParaRPr lang="en-US"/>
          </a:p>
          <a:p>
            <a:pPr marL="0" indent="0">
              <a:buNone/>
            </a:pPr>
            <a:r>
              <a:t>                {1, 0, 1, 0, 1, 0, 1},</a:t>
            </a:r>
            <a:endParaRPr lang="en-US"/>
          </a:p>
          <a:p>
            <a:pPr marL="0" indent="0">
              <a:buNone/>
            </a:pPr>
            <a:r>
              <a:t>                {1, 0, 0, 0, 1, 0, 1},</a:t>
            </a:r>
            <a:endParaRPr lang="en-US"/>
          </a:p>
          <a:p>
            <a:pPr marL="0" indent="0">
              <a:buNone/>
            </a:pPr>
            <a:r>
              <a:t>                {1, 1, 1, 1, 1, 1, 1},</a:t>
            </a:r>
            <a:endParaRPr lang="en-US"/>
          </a:p>
          <a:p>
            <a:pPr marL="0" indent="0">
              <a:buNone/>
            </a:pPr>
            <a:r>
              <a:t>        };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7995" y="262442"/>
            <a:ext cx="5154480" cy="607653"/>
          </a:xfrm>
        </p:spPr>
        <p:txBody>
          <a:bodyPr>
            <a:spAutoFit/>
          </a:bodyPr>
          <a:lstStyle/>
          <a:p>
            <a:r>
              <a:t>MAZE_TEST()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int *m_row_ptrs[7];</a:t>
            </a:r>
          </a:p>
          <a:p>
            <a:pPr marL="0" indent="0">
              <a:buNone/>
            </a:pPr>
            <a:r>
              <a:t>        for(int i = 0; i &lt; 7; i++)</a:t>
            </a:r>
          </a:p>
          <a:p>
            <a:pPr marL="0" indent="0">
              <a:buNone/>
            </a:pPr>
            <a:r>
              <a:t>                m_row_ptrs[i] = maze[i];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        struct point start = {1, 1, 0};</a:t>
            </a:r>
          </a:p>
          <a:p>
            <a:pPr marL="0" indent="0">
              <a:buNone/>
            </a:pPr>
            <a:r>
              <a:rPr lang="en-US" altLang="ko-KR"/>
              <a:t>        struct point end   = {5, 5, 0};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 int path_len = find(m_row_ptrs, 7, start, end);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7995" y="262442"/>
            <a:ext cx="5154480" cy="607653"/>
          </a:xfrm>
        </p:spPr>
        <p:txBody>
          <a:bodyPr>
            <a:spAutoFit/>
          </a:bodyPr>
          <a:lstStyle/>
          <a:p>
            <a:r>
              <a:t>MAZE_TEST()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        if (path_len &lt; 0) {</a:t>
            </a:r>
          </a:p>
          <a:p>
            <a:pPr marL="0" indent="0">
              <a:buNone/>
            </a:pPr>
            <a:r>
              <a:rPr lang="en-US" altLang="ko-KR"/>
              <a:t>               if (path_len == -1) printf(no path found\\n);</a:t>
            </a:r>
          </a:p>
          <a:p>
            <a:pPr marL="0" indent="0">
              <a:buNone/>
            </a:pPr>
            <a:r>
              <a:rPr lang="en-US" altLang="ko-KR"/>
              <a:t>               if (path_len == -2) printf(malloc</a:t>
            </a:r>
            <a:r>
              <a:rPr lang="ko-KR" altLang="en-US"/>
              <a:t> </a:t>
            </a:r>
            <a:r>
              <a:rPr lang="en-US" altLang="ko-KR"/>
              <a:t>failed\\n);</a:t>
            </a:r>
          </a:p>
          <a:p>
            <a:pPr marL="0" indent="0">
              <a:buNone/>
            </a:pPr>
            <a:r>
              <a:rPr lang="en-US" altLang="ko-KR"/>
              <a:t>               return;</a:t>
            </a:r>
          </a:p>
          <a:p>
            <a:pPr marL="0" indent="0">
              <a:buNone/>
            </a:pPr>
            <a:r>
              <a:rPr lang="en-US" altLang="ko-KR"/>
              <a:t>        }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t>        struct point *path</a:t>
            </a:r>
            <a:endParaRPr lang="en-US"/>
          </a:p>
          <a:p>
            <a:pPr marL="0" indent="0">
              <a:buNone/>
            </a:pPr>
            <a:r>
              <a:rPr lang="en-US"/>
              <a:t>                </a:t>
            </a:r>
            <a:r>
              <a:t>= decode_path(m</a:t>
            </a:r>
            <a:r>
              <a:rPr lang="en-US"/>
              <a:t>_row_ptrs</a:t>
            </a:r>
            <a:r>
              <a:t>, 7, end, path_len);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21243-0D47-0F2F-53AE-6B21747F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6C74-CBDB-5C0D-92A2-730F3A85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995" y="262442"/>
            <a:ext cx="5154480" cy="607653"/>
          </a:xfrm>
        </p:spPr>
        <p:txBody>
          <a:bodyPr>
            <a:spAutoFit/>
          </a:bodyPr>
          <a:lstStyle/>
          <a:p>
            <a:r>
              <a:t>MAZE_TEST() C 코드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9FEB3-988B-F197-9CD6-24D1B5C77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for (int i = 1; i &lt;= path_len; i++)</a:t>
            </a:r>
          </a:p>
          <a:p>
            <a:pPr marL="0" indent="0">
              <a:buNone/>
            </a:pPr>
            <a:r>
              <a:t>                printf((%d,%d), , path[i].row, path[i].col);</a:t>
            </a:r>
          </a:p>
          <a:p>
            <a:pPr marL="0" indent="0">
              <a:buNone/>
            </a:pPr>
            <a:r>
              <a:t>        printf(\n);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//리소스 정리</a:t>
            </a:r>
          </a:p>
          <a:p>
            <a:pPr marL="0" indent="0">
              <a:buNone/>
            </a:pPr>
            <a:r>
              <a:t>       free(path);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26066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링크드 리스트로 구현한 </a:t>
            </a:r>
            <a:r>
              <a:rPr lang="ko-KR" altLang="en-US"/>
              <a:t>큐</a:t>
            </a:r>
            <a:r>
              <a:t>에서 데이터 추가/삭제</a:t>
            </a:r>
          </a:p>
          <a:p>
            <a:endParaRPr/>
          </a:p>
          <a:p>
            <a:r>
              <a:t>배열로 구현한 </a:t>
            </a:r>
            <a:r>
              <a:rPr lang="ko-KR" altLang="en-US"/>
              <a:t>큐</a:t>
            </a:r>
            <a:r>
              <a:t>에서 데이터 추가/삭제</a:t>
            </a:r>
          </a:p>
          <a:p>
            <a:endParaRPr/>
          </a:p>
          <a:p>
            <a:r>
              <a:t>미로 찾기 예제</a:t>
            </a:r>
          </a:p>
          <a:p>
            <a:endParaRPr/>
          </a:p>
          <a:p>
            <a:r>
              <a:t>다음주: </a:t>
            </a:r>
            <a:r>
              <a:rPr lang="ko-KR" altLang="en-US"/>
              <a:t>계층이라는 차원이 있는 자료구조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13776</TotalTime>
  <Words>3407</Words>
  <Application>Microsoft Office PowerPoint</Application>
  <PresentationFormat>화면 슬라이드 쇼(4:3)</PresentationFormat>
  <Paragraphs>469</Paragraphs>
  <Slides>61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6" baseType="lpstr">
      <vt:lpstr>맑은 고딕</vt:lpstr>
      <vt:lpstr>Aptos</vt:lpstr>
      <vt:lpstr>Aptos Display</vt:lpstr>
      <vt:lpstr>Arial</vt:lpstr>
      <vt:lpstr>Office 테마</vt:lpstr>
      <vt:lpstr>자료구조 (Data Structure) 4주차: 큐</vt:lpstr>
      <vt:lpstr>큐</vt:lpstr>
      <vt:lpstr>오늘 목표</vt:lpstr>
      <vt:lpstr>필수 헤더</vt:lpstr>
      <vt:lpstr>링크드 리스트-큐 구조체</vt:lpstr>
      <vt:lpstr>링크드 리스트-큐 구조체 C 코드</vt:lpstr>
      <vt:lpstr>단방향 노드 개요</vt:lpstr>
      <vt:lpstr>단방향 노드 C 코드</vt:lpstr>
      <vt:lpstr>NODE_CREATE(value, next) C 코드</vt:lpstr>
      <vt:lpstr>LQUEUE_CREATE() 개요</vt:lpstr>
      <vt:lpstr>LQUEUE_CREATE() C 코드</vt:lpstr>
      <vt:lpstr>LQUEUE_ENQUEUE(q, value)</vt:lpstr>
      <vt:lpstr>LQUEUE_ENQUEUE(q, value) C 코드</vt:lpstr>
      <vt:lpstr>LQUEUE_DEQUEUE(q)</vt:lpstr>
      <vt:lpstr>LQUEUE_DEQUEUE(q) C 코드</vt:lpstr>
      <vt:lpstr>배열로 구현한 큐 구조체</vt:lpstr>
      <vt:lpstr>배열-큐 구조체 C 코드</vt:lpstr>
      <vt:lpstr>SIMPLE_AQUEUE_ENQUEUE(q, value)</vt:lpstr>
      <vt:lpstr>SIMPLE_AQUEUE_ENQUEUE(q, value)</vt:lpstr>
      <vt:lpstr>SIMPLE_AQUEUE_DEQUEUE(q)</vt:lpstr>
      <vt:lpstr>SIMPLE_AQUEUE_DEQUEUE(q)</vt:lpstr>
      <vt:lpstr>단순하게 배열로 구현한 큐의 특징</vt:lpstr>
      <vt:lpstr>원형 배열로 구현한 큐</vt:lpstr>
      <vt:lpstr>CIRCULAR_AQUEUE_ENQUEUE(q, value)</vt:lpstr>
      <vt:lpstr>CIRCULAR_AQUEUE_ENQUEUE(q, value)</vt:lpstr>
      <vt:lpstr>CIRCULAR_AQUEUE_DEQUEUE(q)</vt:lpstr>
      <vt:lpstr>CIRCULAR_AQUEUE_DEQUEUE(q)</vt:lpstr>
      <vt:lpstr>미로 정보: 2차원 배열 (배열의 배열)</vt:lpstr>
      <vt:lpstr>좌표 구조체</vt:lpstr>
      <vt:lpstr>좌표 구조체 C 코드</vt:lpstr>
      <vt:lpstr>MAZE_STATUS(maze, point)</vt:lpstr>
      <vt:lpstr>MAZE_STATUS(maze, point) C 코드</vt:lpstr>
      <vt:lpstr>MAZE_MARK(maze, point, from)</vt:lpstr>
      <vt:lpstr>MAZE_MARK(maze, point, from) C 코드</vt:lpstr>
      <vt:lpstr>좌표 선형 큐</vt:lpstr>
      <vt:lpstr>좌표 선형 큐 C 코드</vt:lpstr>
      <vt:lpstr>POINT_QUEUE_CREATE(capacity) C 코드</vt:lpstr>
      <vt:lpstr>POINT_QUEUE_CREATE(capacity) C 코드</vt:lpstr>
      <vt:lpstr>POINT_QUEUE_FREE(q) C 코드</vt:lpstr>
      <vt:lpstr>POINT_QUEUE_ENQUEUE(q, point) C 코드</vt:lpstr>
      <vt:lpstr>POINT_QUEUE_DEQUEUE(q) C 코드</vt:lpstr>
      <vt:lpstr>NEXT_POINT(point, direction) 개요</vt:lpstr>
      <vt:lpstr>NEXT_POINT(point, direction) C 코드</vt:lpstr>
      <vt:lpstr>NEXT_POINT(point, direction) C 코드</vt:lpstr>
      <vt:lpstr>PUSH_NBRS(maze, len, to_visit, point)</vt:lpstr>
      <vt:lpstr>PUSH_NBRS(maze, len, to_visit, point)</vt:lpstr>
      <vt:lpstr>PUSH_NBRS(maze, len, to_visit, point)</vt:lpstr>
      <vt:lpstr>FIND(maze, len, start, end) 개요 1/2</vt:lpstr>
      <vt:lpstr>FIND(maze, start, end, len) C 코드 1/2</vt:lpstr>
      <vt:lpstr>FIND(maze, start, end, len) C 코드 1/2</vt:lpstr>
      <vt:lpstr>FIND(maze, len, start, end) 개요 2/2</vt:lpstr>
      <vt:lpstr>FIND(maze, start, end, len) C 코드 2/2</vt:lpstr>
      <vt:lpstr>DECODE_PATH(maze, len, end, path_len)</vt:lpstr>
      <vt:lpstr>DECODE_PATH(maze, len, end, path_len)</vt:lpstr>
      <vt:lpstr>DECODE_PATH(maze, len, end, path_len)</vt:lpstr>
      <vt:lpstr>MAZE_TEST() 개요</vt:lpstr>
      <vt:lpstr>MAZE_TEST() C 코드</vt:lpstr>
      <vt:lpstr>MAZE_TEST() C 코드</vt:lpstr>
      <vt:lpstr>MAZE_TEST() C 코드</vt:lpstr>
      <vt:lpstr>MAZE_TEST() C 코드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30</cp:revision>
  <dcterms:created xsi:type="dcterms:W3CDTF">2025-07-28T15:04:23Z</dcterms:created>
  <dcterms:modified xsi:type="dcterms:W3CDTF">2025-09-25T00:54:48Z</dcterms:modified>
</cp:coreProperties>
</file>