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0"/>
  </p:notesMasterIdLst>
  <p:sldIdLst>
    <p:sldId id="256" r:id="rId2"/>
    <p:sldId id="257" r:id="rId3"/>
    <p:sldId id="370" r:id="rId4"/>
    <p:sldId id="371" r:id="rId5"/>
    <p:sldId id="372" r:id="rId6"/>
    <p:sldId id="374" r:id="rId7"/>
    <p:sldId id="375" r:id="rId8"/>
    <p:sldId id="376" r:id="rId9"/>
    <p:sldId id="377" r:id="rId10"/>
    <p:sldId id="378" r:id="rId11"/>
    <p:sldId id="379" r:id="rId12"/>
    <p:sldId id="382" r:id="rId13"/>
    <p:sldId id="383" r:id="rId14"/>
    <p:sldId id="384" r:id="rId15"/>
    <p:sldId id="385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자료구조는 데이터를 어떻게 담고</a:t>
            </a:r>
            <a:r>
              <a:rPr lang="en-US" altLang="ko-KR"/>
              <a:t>, </a:t>
            </a:r>
            <a:r>
              <a:rPr lang="ko-KR" altLang="en-US"/>
              <a:t>꺼내고</a:t>
            </a:r>
            <a:r>
              <a:rPr lang="en-US" altLang="ko-KR"/>
              <a:t>, </a:t>
            </a:r>
            <a:r>
              <a:rPr lang="ko-KR" altLang="en-US"/>
              <a:t>바꿀 것인지에 대한 체계적인 설계도예요</a:t>
            </a:r>
            <a:r>
              <a:rPr lang="en-US" altLang="ko-KR"/>
              <a:t>.</a:t>
            </a:r>
          </a:p>
          <a:p>
            <a:r>
              <a:rPr lang="ko-KR" altLang="en-US"/>
              <a:t>프로그램의 목적에 따라 자료구조에 요구되는 기능이 달라져요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예를 들어</a:t>
            </a:r>
            <a:r>
              <a:rPr lang="en-US" altLang="ko-KR"/>
              <a:t>, </a:t>
            </a:r>
            <a:r>
              <a:rPr lang="ko-KR" altLang="en-US"/>
              <a:t>할 일을 저장할 때는 일 정보를 하나씩 저장하고</a:t>
            </a:r>
            <a:r>
              <a:rPr lang="en-US" altLang="ko-KR"/>
              <a:t>, </a:t>
            </a:r>
            <a:r>
              <a:rPr lang="ko-KR" altLang="en-US"/>
              <a:t>정해놓은 규칙에 따라 하나씩 꺼낼 수 있으면 되요</a:t>
            </a:r>
            <a:r>
              <a:rPr lang="en-US" altLang="ko-KR"/>
              <a:t>.</a:t>
            </a:r>
          </a:p>
          <a:p>
            <a:r>
              <a:rPr lang="ko-KR" altLang="en-US"/>
              <a:t>수학 문제를 풀기 위해 다항식을 저장할 때는 항이 지수에 따라 정렬되어 있어야 하고</a:t>
            </a:r>
            <a:r>
              <a:rPr lang="en-US" altLang="ko-KR"/>
              <a:t>, </a:t>
            </a:r>
            <a:r>
              <a:rPr lang="ko-KR" altLang="en-US"/>
              <a:t>모든 항의 정보를 확인할 수 있어야 되요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초기 프로그래머들은 알려진 코드가 많지 않았기 때문에 필요할 때마다 직접 자료구조를 만들었어요</a:t>
            </a:r>
            <a:r>
              <a:rPr lang="en-US" altLang="ko-KR"/>
              <a:t>. </a:t>
            </a:r>
          </a:p>
          <a:p>
            <a:r>
              <a:rPr lang="ko-KR" altLang="en-US"/>
              <a:t>시간이 지나면서 많은 사람들이 비슷한 문제를 풀며 최적화된 패턴을 발견했고</a:t>
            </a:r>
            <a:r>
              <a:rPr lang="en-US" altLang="ko-KR"/>
              <a:t>, </a:t>
            </a:r>
            <a:r>
              <a:rPr lang="ko-KR" altLang="en-US"/>
              <a:t>그것들이 교과서로 정리되었죠</a:t>
            </a:r>
            <a:r>
              <a:rPr lang="en-US" altLang="ko-KR"/>
              <a:t>.</a:t>
            </a:r>
          </a:p>
          <a:p>
            <a:r>
              <a:rPr lang="ko-KR" altLang="en-US"/>
              <a:t>우리는 그 축적된 지식 위에서 올바른 선택과 구현 요령을 배우게 되요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264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48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21271-58CA-E5D1-D7DC-0B57A657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2A8842-A099-A8A1-04C2-4B8802F4F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772A2F-5FCD-6C09-580E-8691D328B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D7FB6-DB7F-FEF6-8710-D1C0B84B0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43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07E7-EEDA-F977-4587-68E3742B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B36E1A-9B93-9BCE-F0DA-5DE7AA238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3330DC-FE88-4F65-9FEA-A3808917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D9234-1D42-9597-8F3F-D0BE30957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070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9A68-EEB8-64C7-BBDF-C96AFCD4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01F614-7C42-0179-F731-33169109C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B97FB1-1A2A-8442-515B-7D4DA9327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645D7-D477-237A-9FE9-00628FBD8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451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169F-D715-195D-E3B8-79FECB82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3F3B13-0620-351D-4DBC-7B6FC21F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8C7E2B-8494-22FA-37E6-33509526F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EF84C4-A289-E397-69E7-3FDCFAF6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529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C9A6-B992-CDC3-FE3A-69B003F8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2AA026-53B0-A718-34DB-DFB07BDAA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E6268E-F549-0FDA-B428-2FB259933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289799-D4FB-FC32-67DB-4B53F40B4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115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D74C-1D7B-A0F5-DD27-25D645DFE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153598-A0E8-D567-1B60-4476C97F1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C04A14-16E5-0306-59F6-7BC7051BD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0DA34-8C6C-006D-B36D-3F2E45B7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190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63FF-7B8E-7055-3288-C5382498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F30709-7F2C-A013-BB10-6F8DAF089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5F2AF4-6FC0-8BF2-01D3-04978D1EA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B014D-FFF1-0510-6568-5B0733A04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977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7B2D-F133-C183-BBF8-ED7F31EF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5ACF11-F4DA-F78A-A356-241CCB6AA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D87C3-82A0-3467-5E46-A5350EB71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1AD09-FCD0-EE44-AB56-0734C0A83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265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7550-75FA-5EEE-90E0-B7D34A85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87108-DBD3-6659-C765-C2D137E49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BD33EB-09C5-A779-DE87-41C78A3E8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1885E8-49DB-4667-73D9-F14F99A79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93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C2CF-E03F-F23C-0C85-8824D7D9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314A40-D18E-F5A6-C249-FB86EBADD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EA35B5-B565-BC9C-C7FF-57EB98066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5CC24-4812-94EE-D4CA-5269702F4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22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821E-8271-265C-9A51-9221B9A1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653092-7237-4195-6FBB-065DA5FBA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8CD966-7D5B-8B43-3644-07937893A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FC4CA3-5AD2-C2A0-479E-7E9A1C207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259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2E58-512C-6A44-1A57-73A70167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42D002-5C19-8FEA-91B6-D72D28B51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410C3-BDED-A034-B46E-FC58E3447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64A1D7-F16C-9662-B9BA-0F83E5426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93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33B6-90FD-8AC4-44DA-13A8D42A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0C09C0-262F-8E71-4138-5CDFF742E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8D77DE-FBAD-6963-9C9A-CFE18CC03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5B4B6E-8091-23B0-0184-0C22B9FFD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33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ko-KR" altLang="en-US"/>
              <a:t>중간고사 시험범위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169" y="262442"/>
            <a:ext cx="3631306" cy="607653"/>
          </a:xfrm>
        </p:spPr>
        <p:txBody>
          <a:bodyPr>
            <a:spAutoFit/>
          </a:bodyPr>
          <a:lstStyle/>
          <a:p>
            <a:r>
              <a:t>자료구조란?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프로그램에 데이터를 저장하는 효율적 방법</a:t>
            </a:r>
          </a:p>
          <a:p>
            <a:endParaRPr/>
          </a:p>
          <a:p>
            <a:r>
              <a:rPr lang="ko-KR" altLang="en-US"/>
              <a:t>예시</a:t>
            </a:r>
            <a:r>
              <a:rPr lang="en-US" altLang="ko-KR"/>
              <a:t>: </a:t>
            </a:r>
            <a:r>
              <a:rPr lang="ko-KR" altLang="en-US"/>
              <a:t>다항식</a:t>
            </a:r>
            <a:r>
              <a:rPr lang="en-US" altLang="ko-KR"/>
              <a:t>, </a:t>
            </a:r>
            <a:r>
              <a:rPr lang="ko-KR" altLang="en-US"/>
              <a:t>할 일</a:t>
            </a:r>
            <a:r>
              <a:rPr lang="en-US" altLang="ko-KR"/>
              <a:t>, </a:t>
            </a:r>
            <a:r>
              <a:rPr lang="ko-KR" altLang="en-US"/>
              <a:t>수식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t>보편적 자료구조들을 모아서 교과서가 편찬됨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rPr lang="ko-KR" altLang="en-US"/>
              <a:t>자료구조의 종류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일차원 자료구조</a:t>
            </a:r>
          </a:p>
          <a:p>
            <a:endParaRPr/>
          </a:p>
          <a:p>
            <a:r>
              <a:t>계층적 자료구조</a:t>
            </a:r>
          </a:p>
          <a:p>
            <a:endParaRPr/>
          </a:p>
          <a:p>
            <a:r>
              <a:t>자유도가 높은 자료구조</a:t>
            </a:r>
          </a:p>
          <a:p>
            <a:endParaRPr/>
          </a:p>
          <a:p>
            <a:r>
              <a:t>탐색에 효율적인 자료구조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34" y="262442"/>
            <a:ext cx="2475541" cy="607653"/>
          </a:xfrm>
        </p:spPr>
        <p:txBody>
          <a:bodyPr>
            <a:spAutoFit/>
          </a:bodyPr>
          <a:lstStyle/>
          <a:p>
            <a:r>
              <a:t>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데이터들에 순서를 붙여서 저장</a:t>
            </a:r>
            <a:r>
              <a:rPr lang="ko-KR" altLang="en-US"/>
              <a:t>한다</a:t>
            </a:r>
            <a:endParaRPr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3247" y="262442"/>
            <a:ext cx="4699228" cy="607653"/>
          </a:xfrm>
        </p:spPr>
        <p:txBody>
          <a:bodyPr>
            <a:spAutoFit/>
          </a:bodyPr>
          <a:lstStyle/>
          <a:p>
            <a:r>
              <a:t>배열 리스트</a:t>
            </a:r>
            <a:r>
              <a:rPr lang="en-US"/>
              <a:t> ALIST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endParaRPr/>
          </a:p>
          <a:p>
            <a:r>
              <a:t>저장된 데이터 수와 최대 저장량을 기록해둔다</a:t>
            </a:r>
          </a:p>
          <a:p>
            <a:endParaRPr/>
          </a:p>
          <a:p>
            <a:r>
              <a:t>data: 배열</a:t>
            </a:r>
          </a:p>
          <a:p>
            <a:endParaRPr/>
          </a:p>
          <a:p>
            <a:r>
              <a:t>size: 저장된 데이터 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353" y="262442"/>
            <a:ext cx="5818123" cy="607653"/>
          </a:xfrm>
        </p:spPr>
        <p:txBody>
          <a:bodyPr>
            <a:spAutoFit/>
          </a:bodyPr>
          <a:lstStyle/>
          <a:p>
            <a:r>
              <a:rPr lang="ko-KR" altLang="en-US"/>
              <a:t>배열 리스트 </a:t>
            </a:r>
            <a:r>
              <a:rPr lang="en-US" altLang="ko-KR"/>
              <a:t>ALIST_ADD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ALIST_ADD(</a:t>
            </a:r>
            <a:r>
              <a:rPr lang="ko-KR" altLang="en-US"/>
              <a:t>리스트 </a:t>
            </a:r>
            <a:r>
              <a:rPr lang="en-US" altLang="ko-KR"/>
              <a:t>list, </a:t>
            </a:r>
            <a:r>
              <a:rPr lang="ko-KR" altLang="en-US"/>
              <a:t>순서 </a:t>
            </a:r>
            <a:r>
              <a:rPr lang="en-US" altLang="ko-KR"/>
              <a:t>index, </a:t>
            </a:r>
            <a:r>
              <a:rPr lang="ko-KR" altLang="en-US"/>
              <a:t>데이터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index</a:t>
            </a:r>
            <a:r>
              <a:rPr lang="ko-KR" altLang="en-US"/>
              <a:t>부터 </a:t>
            </a:r>
            <a:r>
              <a:rPr lang="en-US" altLang="ko-KR"/>
              <a:t>list-&gt;size</a:t>
            </a:r>
            <a:r>
              <a:rPr lang="ko-KR" altLang="en-US"/>
              <a:t>까지 데이터를 한칸 오른쪽 이동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list-&gt;data[index] = value</a:t>
            </a:r>
          </a:p>
        </p:txBody>
      </p:sp>
    </p:spTree>
    <p:extLst>
      <p:ext uri="{BB962C8B-B14F-4D97-AF65-F5344CB8AC3E}">
        <p14:creationId xmlns:p14="http://schemas.microsoft.com/office/powerpoint/2010/main" val="320648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F67E1-F27C-E01B-10CC-BC332BCA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2C39-D77F-869E-C7C9-CB7724BC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166" y="262442"/>
            <a:ext cx="5704310" cy="607653"/>
          </a:xfrm>
        </p:spPr>
        <p:txBody>
          <a:bodyPr>
            <a:spAutoFit/>
          </a:bodyPr>
          <a:lstStyle/>
          <a:p>
            <a:r>
              <a:rPr lang="ko-KR" altLang="en-US"/>
              <a:t>배열 리스트 </a:t>
            </a:r>
            <a:r>
              <a:rPr lang="en-US" altLang="ko-KR"/>
              <a:t>ALIST_DEL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8F8C8-8E58-24A9-55D1-A6FA71A85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ALIST_DEL(</a:t>
            </a:r>
            <a:r>
              <a:rPr lang="ko-KR" altLang="en-US"/>
              <a:t>리스트 </a:t>
            </a:r>
            <a:r>
              <a:rPr lang="en-US" altLang="ko-KR"/>
              <a:t>list, </a:t>
            </a:r>
            <a:r>
              <a:rPr lang="ko-KR" altLang="en-US"/>
              <a:t>순서 </a:t>
            </a:r>
            <a:r>
              <a:rPr lang="en-US" altLang="ko-KR"/>
              <a:t>index):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index+1</a:t>
            </a:r>
            <a:r>
              <a:rPr lang="ko-KR" altLang="en-US"/>
              <a:t>부터 </a:t>
            </a:r>
            <a:r>
              <a:rPr lang="en-US" altLang="ko-KR"/>
              <a:t>list-&gt;size</a:t>
            </a:r>
            <a:r>
              <a:rPr lang="ko-KR" altLang="en-US"/>
              <a:t>까지 데이터를 한칸 왼쪽 이동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676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40C4-C768-CAC6-6826-7E6D5DED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84BF-A53F-A254-6841-50656FE2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554" y="262442"/>
            <a:ext cx="6670921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</a:t>
            </a:r>
            <a:r>
              <a:t> 리스트</a:t>
            </a:r>
            <a:r>
              <a:rPr lang="en-US"/>
              <a:t> LLIST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3772-29EE-4055-2714-2EFAC103A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리스트는 각 데이터에 다음 데이터 정보가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같이 저장되어 있기 때문에</a:t>
            </a:r>
            <a:r>
              <a:rPr lang="en-US" altLang="ko-KR"/>
              <a:t>, </a:t>
            </a:r>
            <a:r>
              <a:rPr lang="ko-KR" altLang="en-US"/>
              <a:t>첫번째 데이터만 알면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모든 데이터에 접근할 수 있다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rPr lang="en-US"/>
              <a:t>first</a:t>
            </a:r>
            <a:r>
              <a:t>: </a:t>
            </a:r>
            <a:r>
              <a:rPr lang="ko-KR" altLang="en-US"/>
              <a:t>첫번째 데이터의 노드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1982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817C-D10F-1454-CAF5-F134DC1F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F6A3-07F4-7EBA-BE80-26ECF060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6845" y="262442"/>
            <a:ext cx="9019320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</a:t>
            </a:r>
            <a:r>
              <a:t> 리스트</a:t>
            </a:r>
            <a:r>
              <a:rPr lang="en-US"/>
              <a:t> </a:t>
            </a:r>
            <a:r>
              <a:rPr lang="ko-KR" altLang="en-US"/>
              <a:t>노드</a:t>
            </a:r>
            <a:r>
              <a:rPr lang="en-US"/>
              <a:t> LLIST_NODE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4BDD-2709-D95F-F956-E01417A2B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데이터와 다음 데이터 정보의 묶음</a:t>
            </a:r>
            <a:endParaRPr lang="en-US" altLang="ko-KR"/>
          </a:p>
          <a:p>
            <a:endParaRPr/>
          </a:p>
          <a:p>
            <a:r>
              <a:rPr lang="en-US"/>
              <a:t>val</a:t>
            </a:r>
            <a:r>
              <a:t>: </a:t>
            </a:r>
            <a:r>
              <a:rPr lang="ko-KR" altLang="en-US"/>
              <a:t>저장된 데이터</a:t>
            </a:r>
            <a:endParaRPr lang="en-US" altLang="ko-KR"/>
          </a:p>
          <a:p>
            <a:endParaRPr lang="en-US"/>
          </a:p>
          <a:p>
            <a:r>
              <a:rPr lang="en-US"/>
              <a:t>next: </a:t>
            </a:r>
            <a:r>
              <a:rPr lang="ko-KR" altLang="en-US"/>
              <a:t>다음 노드 주소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482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B445-358F-9F8C-2549-F5CDB014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6C37-6DC4-8787-99CB-92792E4F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1210" y="262442"/>
            <a:ext cx="9043686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LLIST_ADD_FIRST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9890-7D3E-952A-4CA5-AAA69A83D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LLIST_ADD_FIRST(</a:t>
            </a:r>
            <a:r>
              <a:rPr lang="ko-KR" altLang="en-US"/>
              <a:t>리스트 </a:t>
            </a:r>
            <a:r>
              <a:rPr lang="en-US" altLang="ko-KR"/>
              <a:t>list, 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node-&gt;next = list-&gt;first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list-&gt;first = node</a:t>
            </a:r>
          </a:p>
        </p:txBody>
      </p:sp>
    </p:spTree>
    <p:extLst>
      <p:ext uri="{BB962C8B-B14F-4D97-AF65-F5344CB8AC3E}">
        <p14:creationId xmlns:p14="http://schemas.microsoft.com/office/powerpoint/2010/main" val="178803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A71EB-154F-6B14-B6A3-C5898BB0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89B4-0E5F-090B-0D90-3E4D3795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96" y="262442"/>
            <a:ext cx="8929872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LLIST_DEL_FIRST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952A-A301-36C4-10C4-D7B7E3C1E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LLIST_DEL_FIRST(</a:t>
            </a:r>
            <a:r>
              <a:rPr lang="ko-KR" altLang="en-US"/>
              <a:t>리스트 </a:t>
            </a:r>
            <a:r>
              <a:rPr lang="en-US" altLang="ko-KR"/>
              <a:t>list):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entry = list-&gt;first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entry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list-&gt;first = entry-&gt;next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entry</a:t>
            </a:r>
          </a:p>
        </p:txBody>
      </p:sp>
    </p:spTree>
    <p:extLst>
      <p:ext uri="{BB962C8B-B14F-4D97-AF65-F5344CB8AC3E}">
        <p14:creationId xmlns:p14="http://schemas.microsoft.com/office/powerpoint/2010/main" val="358149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02D7-CC4A-66C5-772B-B7EBD8EB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2332-C66A-82C5-3C0B-7E151AA7E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0228" y="262442"/>
            <a:ext cx="9202704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LLIST_ADD_AFTER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B306-CE70-4C58-5BC7-013AD8E86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LLIST_ADD_AFTER(</a:t>
            </a:r>
            <a:r>
              <a:rPr lang="ko-KR" altLang="en-US"/>
              <a:t>노드 </a:t>
            </a:r>
            <a:r>
              <a:rPr lang="en-US" altLang="ko-KR"/>
              <a:t>prev, 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node-&gt;next = prev-&gt;next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prev-&gt;next = node</a:t>
            </a:r>
          </a:p>
        </p:txBody>
      </p:sp>
    </p:spTree>
    <p:extLst>
      <p:ext uri="{BB962C8B-B14F-4D97-AF65-F5344CB8AC3E}">
        <p14:creationId xmlns:p14="http://schemas.microsoft.com/office/powerpoint/2010/main" val="290433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EF99-BBE5-78AB-0F05-6CFBABCD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BEED-D5F1-3F39-A0D2-9B11635C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6415" y="262442"/>
            <a:ext cx="9088891" cy="607653"/>
          </a:xfrm>
        </p:spPr>
        <p:txBody>
          <a:bodyPr>
            <a:spAutoFit/>
          </a:bodyPr>
          <a:lstStyle/>
          <a:p>
            <a:r>
              <a:rPr lang="ko-KR" altLang="en-US"/>
              <a:t>단방향 링크드 리스트 </a:t>
            </a:r>
            <a:r>
              <a:rPr lang="en-US" altLang="ko-KR"/>
              <a:t>LLIST_DEL_AFTER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93C1-268A-5093-D07A-003F75034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LLIST_DEL_AFTER(</a:t>
            </a:r>
            <a:r>
              <a:rPr lang="ko-KR" altLang="en-US"/>
              <a:t>노드 </a:t>
            </a:r>
            <a:r>
              <a:rPr lang="en-US" altLang="ko-KR"/>
              <a:t>prev):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entry = prev-&gt;next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entry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prev-&gt;next = entry-&gt;next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entry</a:t>
            </a:r>
          </a:p>
        </p:txBody>
      </p:sp>
    </p:spTree>
    <p:extLst>
      <p:ext uri="{BB962C8B-B14F-4D97-AF65-F5344CB8AC3E}">
        <p14:creationId xmlns:p14="http://schemas.microsoft.com/office/powerpoint/2010/main" val="2646594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039F-FCE8-1C0F-4EF7-E8EA8A32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3CED-3464-5DD6-71B0-2C90DF3E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710" y="262442"/>
            <a:ext cx="3431765" cy="607653"/>
          </a:xfrm>
        </p:spPr>
        <p:txBody>
          <a:bodyPr>
            <a:spAutoFit/>
          </a:bodyPr>
          <a:lstStyle/>
          <a:p>
            <a:r>
              <a:rPr lang="ko-KR" altLang="en-US"/>
              <a:t>스택</a:t>
            </a:r>
            <a:r>
              <a:rPr lang="en-US"/>
              <a:t> STACK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C520-E7C8-61A4-BCB5-716E68F76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스택은 리스트의 특수한 케이스로 마지막에 추가한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데이터만 삭제할 수 있다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1066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9DB32-C216-1B1F-F978-1CFB4E94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6F1C-836D-D88B-4697-543A89E0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30" y="262442"/>
            <a:ext cx="8545345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</a:t>
            </a:r>
            <a:r>
              <a:t> 리스트</a:t>
            </a:r>
            <a:r>
              <a:rPr lang="ko-KR" altLang="en-US"/>
              <a:t>로 구현한 스택</a:t>
            </a:r>
            <a:r>
              <a:rPr lang="en-US"/>
              <a:t> LSTACK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74CF1-4D26-FC40-E797-477DC02D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리스트는 각 데이터에 다음 데이터 정보가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같이 저장되어 있기 때문에</a:t>
            </a:r>
            <a:r>
              <a:rPr lang="en-US" altLang="ko-KR"/>
              <a:t>, </a:t>
            </a:r>
            <a:r>
              <a:rPr lang="ko-KR" altLang="en-US"/>
              <a:t>첫번째 데이터만 알면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모든 데이터에 접근할 수 있다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rPr lang="en-US"/>
              <a:t>top</a:t>
            </a:r>
            <a:r>
              <a:t>: </a:t>
            </a:r>
            <a:r>
              <a:rPr lang="ko-KR" altLang="en-US"/>
              <a:t>마지막에 추가한 노드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703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F2A1-34DC-D457-DA12-5170EE78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DD97-5FEC-3E70-7A4B-D92E1EEA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96" y="262442"/>
            <a:ext cx="8929872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구현 스택 </a:t>
            </a:r>
            <a:r>
              <a:rPr lang="en-US" altLang="ko-KR"/>
              <a:t>LSTACK_PUSH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F96D-480B-0DA3-0B52-C99F4BA2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LSTACK_PUSH(</a:t>
            </a:r>
            <a:r>
              <a:rPr lang="ko-KR" altLang="en-US"/>
              <a:t>스택 </a:t>
            </a:r>
            <a:r>
              <a:rPr lang="en-US" altLang="ko-KR"/>
              <a:t>stack, </a:t>
            </a:r>
            <a:r>
              <a:rPr lang="ko-KR" altLang="en-US"/>
              <a:t>단방향 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old_top = stack-&gt;top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node-&gt;next = old_top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stack_top = node</a:t>
            </a:r>
          </a:p>
        </p:txBody>
      </p:sp>
    </p:spTree>
    <p:extLst>
      <p:ext uri="{BB962C8B-B14F-4D97-AF65-F5344CB8AC3E}">
        <p14:creationId xmlns:p14="http://schemas.microsoft.com/office/powerpoint/2010/main" val="136328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131B-91A3-A452-0EA9-B8E5B9CF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F816-90F1-C1B4-6E34-EAE4C191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40" y="262442"/>
            <a:ext cx="8700836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구현 스택 </a:t>
            </a:r>
            <a:r>
              <a:rPr lang="en-US" altLang="ko-KR"/>
              <a:t>LSTACK_POP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DB85-7774-76BB-01DA-FF5196DA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LSTACK_POP(</a:t>
            </a:r>
            <a:r>
              <a:rPr lang="ko-KR" altLang="en-US"/>
              <a:t>스택 </a:t>
            </a:r>
            <a:r>
              <a:rPr lang="en-US" altLang="ko-KR"/>
              <a:t>stack, </a:t>
            </a:r>
            <a:r>
              <a:rPr lang="ko-KR" altLang="en-US"/>
              <a:t>단방향 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old_top = stack-&gt;top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old_top == 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stack-&gt;top = old_top-&gt;next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old_top</a:t>
            </a:r>
          </a:p>
        </p:txBody>
      </p:sp>
    </p:spTree>
    <p:extLst>
      <p:ext uri="{BB962C8B-B14F-4D97-AF65-F5344CB8AC3E}">
        <p14:creationId xmlns:p14="http://schemas.microsoft.com/office/powerpoint/2010/main" val="936192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6778-3F66-CEB1-FBEB-9C44AAA2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1642-26CB-8696-BE94-AE192BEB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659" y="262442"/>
            <a:ext cx="6661816" cy="607653"/>
          </a:xfrm>
        </p:spPr>
        <p:txBody>
          <a:bodyPr>
            <a:spAutoFit/>
          </a:bodyPr>
          <a:lstStyle/>
          <a:p>
            <a:r>
              <a:t>배열</a:t>
            </a:r>
            <a:r>
              <a:rPr lang="ko-KR" altLang="en-US"/>
              <a:t>로 구현한 스택</a:t>
            </a:r>
            <a:r>
              <a:rPr lang="en-US"/>
              <a:t> ASTACK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94A81-61EC-F02A-BA94-079DEE7D2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pPr marL="0" indent="0">
              <a:buNone/>
            </a:pPr>
            <a:endParaRPr/>
          </a:p>
          <a:p>
            <a:r>
              <a:t>data: 배열</a:t>
            </a:r>
          </a:p>
          <a:p>
            <a:endParaRPr/>
          </a:p>
          <a:p>
            <a:r>
              <a:rPr lang="en-US"/>
              <a:t>top</a:t>
            </a:r>
            <a:r>
              <a:t>: </a:t>
            </a:r>
            <a:r>
              <a:rPr lang="ko-KR" altLang="en-US"/>
              <a:t>마지막에 저장한 데이터의 인덱스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6044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C854-5C6F-D546-1F52-0B8663F0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2E68-0BD9-51D6-1D99-5D3636B1A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489" y="262442"/>
            <a:ext cx="8033987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스택 </a:t>
            </a:r>
            <a:r>
              <a:rPr lang="en-US" altLang="ko-KR"/>
              <a:t>ASTACK_PUSH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70FA-DEEE-7617-23FA-C740F4A82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ASTACK_PUSH(</a:t>
            </a:r>
            <a:r>
              <a:rPr lang="ko-KR" altLang="en-US"/>
              <a:t>스택 </a:t>
            </a:r>
            <a:r>
              <a:rPr lang="en-US" altLang="ko-KR"/>
              <a:t>stack, </a:t>
            </a:r>
            <a:r>
              <a:rPr lang="ko-KR" altLang="en-US"/>
              <a:t>값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new_top = stack-&gt;top + 1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stack-&gt;data[new_top] = value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stack-&gt;top = new_top</a:t>
            </a:r>
          </a:p>
        </p:txBody>
      </p:sp>
    </p:spTree>
    <p:extLst>
      <p:ext uri="{BB962C8B-B14F-4D97-AF65-F5344CB8AC3E}">
        <p14:creationId xmlns:p14="http://schemas.microsoft.com/office/powerpoint/2010/main" val="556942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1CF2-2A9E-A402-A252-55128AE3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A089-CD66-6E5D-966D-B35C8984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839" y="262442"/>
            <a:ext cx="7740637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스택 </a:t>
            </a:r>
            <a:r>
              <a:rPr lang="en-US" altLang="ko-KR"/>
              <a:t>ASTACK_POP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83EF-3D0B-D2DC-F6CC-90ABBD23A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ASTACK_POP(</a:t>
            </a:r>
            <a:r>
              <a:rPr lang="ko-KR" altLang="en-US"/>
              <a:t>스택 </a:t>
            </a:r>
            <a:r>
              <a:rPr lang="en-US" altLang="ko-KR"/>
              <a:t>stack):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old_top = stack-&gt;top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old_top</a:t>
            </a:r>
            <a:r>
              <a:rPr lang="ko-KR" altLang="en-US"/>
              <a:t>이 </a:t>
            </a:r>
            <a:r>
              <a:rPr lang="en-US" altLang="ko-KR"/>
              <a:t>0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에러 발생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stack-&gt;top -= 1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stack-&gt;data[old_top]</a:t>
            </a:r>
          </a:p>
        </p:txBody>
      </p:sp>
    </p:spTree>
    <p:extLst>
      <p:ext uri="{BB962C8B-B14F-4D97-AF65-F5344CB8AC3E}">
        <p14:creationId xmlns:p14="http://schemas.microsoft.com/office/powerpoint/2010/main" val="2924751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73C1-258C-003F-2A65-CCCD2D48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3FE9-4E4E-5BDD-CCCF-2A6123E5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777" y="262442"/>
            <a:ext cx="3092698" cy="607653"/>
          </a:xfrm>
        </p:spPr>
        <p:txBody>
          <a:bodyPr>
            <a:spAutoFit/>
          </a:bodyPr>
          <a:lstStyle/>
          <a:p>
            <a:r>
              <a:rPr lang="ko-KR" altLang="en-US"/>
              <a:t>큐</a:t>
            </a:r>
            <a:r>
              <a:rPr lang="en-US"/>
              <a:t> 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FFE6B-BB9F-5337-FCED-786062CBB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큐는 리스트의 특수한 케이스로 가장 먼저 추가한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데이터만 삭제할 수 있다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8235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A417F-18F4-9C75-BA32-45615EDB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7436-2BF9-C066-FBFB-AFE204A2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778" y="262442"/>
            <a:ext cx="8195697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</a:t>
            </a:r>
            <a:r>
              <a:t> 리스트</a:t>
            </a:r>
            <a:r>
              <a:rPr lang="ko-KR" altLang="en-US"/>
              <a:t>로 구현한 큐</a:t>
            </a:r>
            <a:r>
              <a:rPr lang="en-US"/>
              <a:t> LQUEUE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0744-D17E-E147-724E-416616E0E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추가하는 쪽과 삭제하는 쪽이 달라서 둘 다 저장한다</a:t>
            </a:r>
            <a:endParaRPr lang="en-US" altLang="ko-KR"/>
          </a:p>
          <a:p>
            <a:pPr marL="0" indent="0">
              <a:buNone/>
            </a:pPr>
            <a:endParaRPr/>
          </a:p>
          <a:p>
            <a:r>
              <a:rPr lang="en-US"/>
              <a:t>front</a:t>
            </a:r>
            <a:r>
              <a:t>: </a:t>
            </a:r>
            <a:r>
              <a:rPr lang="ko-KR" altLang="en-US"/>
              <a:t>가장 먼저 추가한 노드</a:t>
            </a:r>
            <a:endParaRPr lang="en-US" altLang="ko-KR"/>
          </a:p>
          <a:p>
            <a:endParaRPr lang="en-US"/>
          </a:p>
          <a:p>
            <a:r>
              <a:rPr lang="en-US"/>
              <a:t>rear: </a:t>
            </a:r>
            <a:r>
              <a:rPr lang="ko-KR" altLang="en-US"/>
              <a:t>마지막에 추가한 노드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1773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71AD6-CC82-387E-475F-413999C6D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8C3C-3C2C-58AE-720F-B8BF4B8B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262442"/>
            <a:ext cx="8497063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큐 </a:t>
            </a:r>
            <a:r>
              <a:rPr lang="en-US" altLang="ko-KR"/>
              <a:t>LQUEUE_ENQUEUE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16BAB-3D50-F1A9-AF6D-04E940ADB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LQUEUE_ENQUEUE(</a:t>
            </a:r>
            <a:r>
              <a:rPr lang="ko-KR" altLang="en-US"/>
              <a:t>큐 </a:t>
            </a:r>
            <a:r>
              <a:rPr lang="en-US" altLang="ko-KR"/>
              <a:t>queue, </a:t>
            </a:r>
            <a:r>
              <a:rPr lang="ko-KR" altLang="en-US"/>
              <a:t>노드 </a:t>
            </a:r>
            <a:r>
              <a:rPr lang="en-US" altLang="ko-KR"/>
              <a:t>node):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queue-&gt;rear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endParaRPr lang="en-US" altLang="ko-KR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queue-&gt;front = queue-&gt;rear = node</a:t>
            </a:r>
          </a:p>
          <a:p>
            <a:pPr>
              <a:lnSpc>
                <a:spcPct val="150000"/>
              </a:lnSpc>
            </a:pPr>
            <a:r>
              <a:rPr lang="ko-KR" altLang="en-US"/>
              <a:t>그렇지 않으면</a:t>
            </a:r>
            <a:r>
              <a:rPr lang="en-US" altLang="ko-KR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queue-&gt;rear-&gt;next = node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queue-&gt;rear = node</a:t>
            </a:r>
          </a:p>
          <a:p>
            <a:pPr>
              <a:lnSpc>
                <a:spcPct val="15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720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560D-BA7B-ABFE-9FE6-32B5BD1D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8B1E-6685-F41A-F2CF-E3DC6842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262442"/>
            <a:ext cx="8497063" cy="607653"/>
          </a:xfrm>
        </p:spPr>
        <p:txBody>
          <a:bodyPr>
            <a:spAutoFit/>
          </a:bodyPr>
          <a:lstStyle/>
          <a:p>
            <a:r>
              <a:rPr lang="ko-KR" altLang="en-US"/>
              <a:t>링크드 리스트 큐 </a:t>
            </a:r>
            <a:r>
              <a:rPr lang="en-US" altLang="ko-KR"/>
              <a:t>LQUEUE_DEQUEUE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96FAB-2EEE-0578-6C30-BF915EFC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LQUEUE_DEQUEUE(</a:t>
            </a:r>
            <a:r>
              <a:rPr lang="ko-KR" altLang="en-US"/>
              <a:t>큐 </a:t>
            </a:r>
            <a:r>
              <a:rPr lang="en-US" altLang="ko-KR"/>
              <a:t>queue):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old_front = queue-&gt;front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old_front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/>
              <a:t>반환</a:t>
            </a:r>
            <a:r>
              <a:rPr lang="en-US" altLang="ko-KR"/>
              <a:t>: NULL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old_front-&gt;next</a:t>
            </a:r>
            <a:r>
              <a:rPr lang="ko-KR" altLang="en-US"/>
              <a:t>가 </a:t>
            </a:r>
            <a:r>
              <a:rPr lang="en-US" altLang="ko-KR"/>
              <a:t>NULL</a:t>
            </a:r>
            <a:r>
              <a:rPr lang="ko-KR" altLang="en-US"/>
              <a:t>이면</a:t>
            </a:r>
            <a:r>
              <a:rPr lang="en-US" altLang="ko-KR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queue-&gt;rear = NULL</a:t>
            </a:r>
          </a:p>
          <a:p>
            <a:pPr>
              <a:lnSpc>
                <a:spcPct val="150000"/>
              </a:lnSpc>
            </a:pPr>
            <a:r>
              <a:rPr lang="en-US" altLang="ko-KR"/>
              <a:t>queue-&gt;front = old_front-&gt;next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old_front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738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449B4-2FFF-5E83-98DF-B5EB7FC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FE17-E3BB-085B-3721-CF3E2E6E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56" y="262442"/>
            <a:ext cx="6315119" cy="607653"/>
          </a:xfrm>
        </p:spPr>
        <p:txBody>
          <a:bodyPr>
            <a:spAutoFit/>
          </a:bodyPr>
          <a:lstStyle/>
          <a:p>
            <a:r>
              <a:t>배열</a:t>
            </a:r>
            <a:r>
              <a:rPr lang="ko-KR" altLang="en-US"/>
              <a:t>로 구현한 큐</a:t>
            </a:r>
            <a:r>
              <a:rPr lang="en-US"/>
              <a:t> AQUEUE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7D80-CB34-DC17-BB3B-F7EA092F9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배열에 순서대로 저장한다</a:t>
            </a:r>
          </a:p>
          <a:p>
            <a:pPr marL="0" indent="0">
              <a:buNone/>
            </a:pPr>
            <a:endParaRPr/>
          </a:p>
          <a:p>
            <a:r>
              <a:t>data: 배열</a:t>
            </a:r>
          </a:p>
          <a:p>
            <a:endParaRPr/>
          </a:p>
          <a:p>
            <a:r>
              <a:rPr lang="en-US"/>
              <a:t>front</a:t>
            </a:r>
            <a:r>
              <a:t>: </a:t>
            </a:r>
            <a:r>
              <a:rPr lang="ko-KR" altLang="en-US"/>
              <a:t>가장 먼저 저장한 데이터의 인덱스</a:t>
            </a:r>
            <a:endParaRPr lang="en-US" altLang="ko-KR"/>
          </a:p>
          <a:p>
            <a:endParaRPr lang="en-US"/>
          </a:p>
          <a:p>
            <a:r>
              <a:rPr lang="en-US"/>
              <a:t>rear: </a:t>
            </a:r>
            <a:r>
              <a:rPr lang="ko-KR" altLang="en-US"/>
              <a:t>가장 나중에 저장한 데이터의 인덱스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815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5233-DF46-C6D2-DDD0-1607C95A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D035-AF4F-9C5C-DE61-DDCBAF82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6" y="262442"/>
            <a:ext cx="8552910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큐 </a:t>
            </a:r>
            <a:r>
              <a:rPr lang="en-US" altLang="ko-KR"/>
              <a:t>AQUEUE_ENQUEUE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1933-6BB5-0EB5-9232-46C507C24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AQUEUE_ENQUEUE(</a:t>
            </a:r>
            <a:r>
              <a:rPr lang="ko-KR" altLang="en-US"/>
              <a:t>큐 </a:t>
            </a:r>
            <a:r>
              <a:rPr lang="en-US" altLang="ko-KR"/>
              <a:t>queue, </a:t>
            </a:r>
            <a:r>
              <a:rPr lang="ko-KR" altLang="en-US"/>
              <a:t>값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new_rear = queue-&gt;rear + 1</a:t>
            </a:r>
          </a:p>
          <a:p>
            <a:pPr>
              <a:lnSpc>
                <a:spcPct val="150000"/>
              </a:lnSpc>
            </a:pPr>
            <a:r>
              <a:rPr lang="en-US" altLang="ko-KR"/>
              <a:t>queue-&gt;data[new_rear] = value</a:t>
            </a:r>
          </a:p>
          <a:p>
            <a:pPr>
              <a:lnSpc>
                <a:spcPct val="150000"/>
              </a:lnSpc>
            </a:pPr>
            <a:r>
              <a:rPr lang="en-US" altLang="ko-KR"/>
              <a:t>queue-&gt;rear = new_rear</a:t>
            </a:r>
          </a:p>
        </p:txBody>
      </p:sp>
    </p:spTree>
    <p:extLst>
      <p:ext uri="{BB962C8B-B14F-4D97-AF65-F5344CB8AC3E}">
        <p14:creationId xmlns:p14="http://schemas.microsoft.com/office/powerpoint/2010/main" val="3338228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EC936-37D1-72A1-12CA-41A43B40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A06C-F6AC-DC00-7D09-69B97D97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6" y="262442"/>
            <a:ext cx="8552910" cy="607653"/>
          </a:xfrm>
        </p:spPr>
        <p:txBody>
          <a:bodyPr>
            <a:spAutoFit/>
          </a:bodyPr>
          <a:lstStyle/>
          <a:p>
            <a:r>
              <a:rPr lang="ko-KR" altLang="en-US"/>
              <a:t>배열로 구현한 큐 </a:t>
            </a:r>
            <a:r>
              <a:rPr lang="en-US" altLang="ko-KR"/>
              <a:t>AQUEUE_DEQUEUE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FC47-8A80-355C-CCF7-0ADD97F5E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AQUEUE_DEQUEUE(</a:t>
            </a:r>
            <a:r>
              <a:rPr lang="ko-KR" altLang="en-US"/>
              <a:t>큐 </a:t>
            </a:r>
            <a:r>
              <a:rPr lang="en-US" altLang="ko-KR"/>
              <a:t>queue):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old_front = queue-&gt;front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만약</a:t>
            </a:r>
            <a:r>
              <a:rPr lang="en-US" altLang="ko-KR"/>
              <a:t>: queue</a:t>
            </a:r>
            <a:r>
              <a:rPr lang="ko-KR" altLang="en-US"/>
              <a:t>가 비어있으면</a:t>
            </a:r>
            <a:r>
              <a:rPr lang="en-US" altLang="ko-KR"/>
              <a:t>, </a:t>
            </a:r>
            <a:r>
              <a:rPr lang="ko-KR" altLang="en-US"/>
              <a:t>에러 발생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/>
              <a:t>queue-&gt;front += 1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반환</a:t>
            </a:r>
            <a:r>
              <a:rPr lang="en-US" altLang="ko-KR"/>
              <a:t>: old_front</a:t>
            </a:r>
          </a:p>
        </p:txBody>
      </p:sp>
    </p:spTree>
    <p:extLst>
      <p:ext uri="{BB962C8B-B14F-4D97-AF65-F5344CB8AC3E}">
        <p14:creationId xmlns:p14="http://schemas.microsoft.com/office/powerpoint/2010/main" val="1680593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6AB0-D97F-30AD-318B-651CB892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49AB-838D-9A83-9303-08F2CEAF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777" y="262442"/>
            <a:ext cx="3092698" cy="607653"/>
          </a:xfrm>
        </p:spPr>
        <p:txBody>
          <a:bodyPr>
            <a:spAutoFit/>
          </a:bodyPr>
          <a:lstStyle/>
          <a:p>
            <a:r>
              <a:rPr lang="ko-KR" altLang="en-US"/>
              <a:t>큐</a:t>
            </a:r>
            <a:r>
              <a:rPr lang="en-US"/>
              <a:t> QUEUE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7E5B-E4C1-A13D-6148-561EAD3AA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큐는 리스트의 특수한 케이스로 가장 먼저 추가한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데이터만 삭제할 수 있다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7074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13474</TotalTime>
  <Words>2763</Words>
  <Application>Microsoft Office PowerPoint</Application>
  <PresentationFormat>화면 슬라이드 쇼(4:3)</PresentationFormat>
  <Paragraphs>466</Paragraphs>
  <Slides>28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Aptos</vt:lpstr>
      <vt:lpstr>Aptos Display</vt:lpstr>
      <vt:lpstr>Arial</vt:lpstr>
      <vt:lpstr>Office 테마</vt:lpstr>
      <vt:lpstr>자료구조 (Data Structure) 중간고사 시험범위</vt:lpstr>
      <vt:lpstr>자료구조란?</vt:lpstr>
      <vt:lpstr>자료구조의 종류</vt:lpstr>
      <vt:lpstr>리스트</vt:lpstr>
      <vt:lpstr>배열 리스트 ALIST</vt:lpstr>
      <vt:lpstr>배열 리스트 ALIST_ADD</vt:lpstr>
      <vt:lpstr>배열 리스트 ALIST_DEL</vt:lpstr>
      <vt:lpstr>단방향 링크드 리스트 LLIST</vt:lpstr>
      <vt:lpstr>단방향 링크드 리스트 노드 LLIST_NODE</vt:lpstr>
      <vt:lpstr>단방향 링크드 리스트 LLIST_ADD_FIRST</vt:lpstr>
      <vt:lpstr>단방향 링크드 리스트 LLIST_DEL_FIRST</vt:lpstr>
      <vt:lpstr>단방향 링크드 리스트 LLIST_ADD_AFTER</vt:lpstr>
      <vt:lpstr>단방향 링크드 리스트 LLIST_DEL_AFTER</vt:lpstr>
      <vt:lpstr>스택 STACK</vt:lpstr>
      <vt:lpstr>링크드 리스트로 구현한 스택 LSTACK</vt:lpstr>
      <vt:lpstr>링크드 리스트 구현 스택 LSTACK_PUSH</vt:lpstr>
      <vt:lpstr>링크드 리스트 구현 스택 LSTACK_POP</vt:lpstr>
      <vt:lpstr>배열로 구현한 스택 ASTACK</vt:lpstr>
      <vt:lpstr>배열로 구현한 스택 ASTACK_PUSH</vt:lpstr>
      <vt:lpstr>배열로 구현한 스택 ASTACK_POP</vt:lpstr>
      <vt:lpstr>큐 QUEUE</vt:lpstr>
      <vt:lpstr>링크드 리스트로 구현한 큐 LQUEUE</vt:lpstr>
      <vt:lpstr>링크드 리스트 큐 LQUEUE_ENQUEUE</vt:lpstr>
      <vt:lpstr>링크드 리스트 큐 LQUEUE_DEQUEUE</vt:lpstr>
      <vt:lpstr>배열로 구현한 큐 AQUEUE</vt:lpstr>
      <vt:lpstr>배열로 구현한 큐 AQUEUE_ENQUEUE</vt:lpstr>
      <vt:lpstr>배열로 구현한 큐 AQUEUE_DEQUEUE</vt:lpstr>
      <vt:lpstr>큐 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21</cp:revision>
  <dcterms:created xsi:type="dcterms:W3CDTF">2025-07-28T15:04:23Z</dcterms:created>
  <dcterms:modified xsi:type="dcterms:W3CDTF">2025-10-22T03:20:55Z</dcterms:modified>
</cp:coreProperties>
</file>