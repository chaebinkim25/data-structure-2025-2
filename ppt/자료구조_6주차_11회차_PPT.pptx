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81" r:id="rId20"/>
    <p:sldId id="275" r:id="rId21"/>
    <p:sldId id="276" r:id="rId22"/>
    <p:sldId id="277" r:id="rId23"/>
    <p:sldId id="283" r:id="rId24"/>
    <p:sldId id="284" r:id="rId25"/>
    <p:sldId id="285" r:id="rId26"/>
    <p:sldId id="278" r:id="rId27"/>
    <p:sldId id="286" r:id="rId28"/>
    <p:sldId id="282" r:id="rId29"/>
    <p:sldId id="279" r:id="rId30"/>
    <p:sldId id="297" r:id="rId31"/>
    <p:sldId id="298" r:id="rId32"/>
    <p:sldId id="299" r:id="rId33"/>
    <p:sldId id="300" r:id="rId34"/>
    <p:sldId id="301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5" r:id="rId43"/>
    <p:sldId id="296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463" autoAdjust="0"/>
  </p:normalViewPr>
  <p:slideViewPr>
    <p:cSldViewPr snapToGrid="0">
      <p:cViewPr>
        <p:scale>
          <a:sx n="67" d="100"/>
          <a:sy n="67" d="100"/>
        </p:scale>
        <p:origin x="17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6주차: 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883" y="262442"/>
            <a:ext cx="8374592" cy="607653"/>
          </a:xfrm>
        </p:spPr>
        <p:txBody>
          <a:bodyPr>
            <a:spAutoFit/>
          </a:bodyPr>
          <a:lstStyle/>
          <a:p>
            <a:r>
              <a:t>이진 트리를 포인터로 구현하기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이진 트리 노드 타입</a:t>
            </a:r>
            <a:endParaRPr lang="en-US" altLang="ko-KR"/>
          </a:p>
          <a:p>
            <a:endParaRPr lang="en-US"/>
          </a:p>
          <a:p>
            <a:pPr marL="0" indent="0">
              <a:buNone/>
            </a:pPr>
            <a:r>
              <a:rPr lang="en-US"/>
              <a:t>	- left:		</a:t>
            </a:r>
            <a:r>
              <a:t>왼쪽 자식 주소</a:t>
            </a:r>
          </a:p>
          <a:p>
            <a:pPr marL="0" indent="0">
              <a:buNone/>
            </a:pPr>
            <a:r>
              <a:rPr lang="en-US"/>
              <a:t>	- right:	</a:t>
            </a:r>
            <a:r>
              <a:t>오른쪽 자식 주소</a:t>
            </a:r>
          </a:p>
          <a:p>
            <a:pPr marL="0" indent="0">
              <a:buNone/>
            </a:pPr>
            <a:r>
              <a:rPr lang="en-US"/>
              <a:t>	- value:	</a:t>
            </a:r>
            <a:r>
              <a:t>저장된 데이터 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이번 시간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이진 트리를 배열로 구현하기</a:t>
            </a:r>
          </a:p>
          <a:p>
            <a:endParaRPr/>
          </a:p>
          <a:p>
            <a:r>
              <a:t>특별한 속성을 가진 이진 트리</a:t>
            </a:r>
          </a:p>
          <a:p>
            <a:endParaRPr/>
          </a:p>
          <a:p>
            <a:r>
              <a:t>특별한 속성을 가진 이진 트리 예제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464" y="262442"/>
            <a:ext cx="8171011" cy="607653"/>
          </a:xfrm>
        </p:spPr>
        <p:txBody>
          <a:bodyPr>
            <a:spAutoFit/>
          </a:bodyPr>
          <a:lstStyle/>
          <a:p>
            <a:r>
              <a:t>이진 트리를 배열로 구현하기</a:t>
            </a:r>
            <a:r>
              <a:rPr lang="en-US"/>
              <a:t> - </a:t>
            </a:r>
            <a:r>
              <a:rPr lang="ko-KR" altLang="en-US"/>
              <a:t>배열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배열의 특징은?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1634" y="262442"/>
            <a:ext cx="9184109" cy="607653"/>
          </a:xfrm>
        </p:spPr>
        <p:txBody>
          <a:bodyPr>
            <a:spAutoFit/>
          </a:bodyPr>
          <a:lstStyle/>
          <a:p>
            <a:r>
              <a:t>이진 트리를 배열로 구현하기</a:t>
            </a:r>
            <a:r>
              <a:rPr lang="en-US"/>
              <a:t> - </a:t>
            </a:r>
            <a:r>
              <a:rPr lang="ko-KR" altLang="en-US"/>
              <a:t>저장 순서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배열의 첫번째</a:t>
            </a:r>
            <a:r>
              <a:t>에</a:t>
            </a:r>
            <a:r>
              <a:rPr lang="en-US"/>
              <a:t> </a:t>
            </a:r>
            <a:r>
              <a:rPr lang="ko-KR" altLang="en-US"/>
              <a:t>저장하기에</a:t>
            </a:r>
            <a:r>
              <a:t> 적합한 </a:t>
            </a:r>
            <a:r>
              <a:rPr lang="ko-KR" altLang="en-US"/>
              <a:t>데이터</a:t>
            </a:r>
            <a:r>
              <a:t>는?</a:t>
            </a:r>
          </a:p>
          <a:p>
            <a:endParaRPr/>
          </a:p>
          <a:p>
            <a:r>
              <a:rPr lang="ko-KR" altLang="en-US"/>
              <a:t>배열의 </a:t>
            </a:r>
            <a:r>
              <a:t>두번째에 </a:t>
            </a:r>
            <a:r>
              <a:rPr lang="ko-KR" altLang="en-US"/>
              <a:t>저장하기에 적합한 데이터</a:t>
            </a:r>
            <a:r>
              <a:t>는?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1634" y="262442"/>
            <a:ext cx="9184109" cy="607653"/>
          </a:xfrm>
        </p:spPr>
        <p:txBody>
          <a:bodyPr>
            <a:spAutoFit/>
          </a:bodyPr>
          <a:lstStyle/>
          <a:p>
            <a:r>
              <a:t>이진 트리를 배열로 구현하기</a:t>
            </a:r>
            <a:r>
              <a:rPr lang="en-US"/>
              <a:t> - </a:t>
            </a:r>
            <a:r>
              <a:rPr lang="ko-KR" altLang="en-US"/>
              <a:t>순서 계산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자식 </a:t>
            </a:r>
            <a:r>
              <a:rPr lang="ko-KR" altLang="en-US"/>
              <a:t>데이터</a:t>
            </a:r>
            <a:r>
              <a:t>의 </a:t>
            </a:r>
            <a:r>
              <a:rPr lang="ko-KR" altLang="en-US"/>
              <a:t>순서</a:t>
            </a:r>
            <a:r>
              <a:t>를 계산하는 방법은?</a:t>
            </a:r>
          </a:p>
          <a:p>
            <a:endParaRPr/>
          </a:p>
          <a:p>
            <a:r>
              <a:t>부모 </a:t>
            </a:r>
            <a:r>
              <a:rPr lang="ko-KR" altLang="en-US"/>
              <a:t>데이터</a:t>
            </a:r>
            <a:r>
              <a:t>의 </a:t>
            </a:r>
            <a:r>
              <a:rPr lang="ko-KR" altLang="en-US"/>
              <a:t>순서</a:t>
            </a:r>
            <a:r>
              <a:t>를 계산하는 방법은?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91860" y="262442"/>
            <a:ext cx="9304335" cy="607653"/>
          </a:xfrm>
        </p:spPr>
        <p:txBody>
          <a:bodyPr>
            <a:spAutoFit/>
          </a:bodyPr>
          <a:lstStyle/>
          <a:p>
            <a:r>
              <a:t>이진 트리를 배열로 구현하기</a:t>
            </a:r>
            <a:r>
              <a:rPr lang="en-US"/>
              <a:t> - </a:t>
            </a:r>
            <a:r>
              <a:rPr lang="ko-KR" altLang="en-US"/>
              <a:t>추가</a:t>
            </a:r>
            <a:r>
              <a:rPr lang="en-US" altLang="ko-KR"/>
              <a:t>, </a:t>
            </a:r>
            <a:r>
              <a:rPr lang="ko-KR" altLang="en-US"/>
              <a:t>삭제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데이터를 추가할 적절한 위치는?</a:t>
            </a:r>
          </a:p>
          <a:p>
            <a:endParaRPr/>
          </a:p>
          <a:p>
            <a:r>
              <a:t>데이터를 삭제할 때의 적절한 동작은?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799" y="262442"/>
            <a:ext cx="8632676" cy="607653"/>
          </a:xfrm>
        </p:spPr>
        <p:txBody>
          <a:bodyPr>
            <a:spAutoFit/>
          </a:bodyPr>
          <a:lstStyle/>
          <a:p>
            <a:r>
              <a:t>이진 트리를 배열로 구현하기</a:t>
            </a:r>
            <a:r>
              <a:rPr lang="en-US"/>
              <a:t> - </a:t>
            </a:r>
            <a:r>
              <a:rPr lang="ko-KR" altLang="en-US"/>
              <a:t>구조체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배열의 주소와 크기 정보 저장</a:t>
            </a:r>
          </a:p>
          <a:p>
            <a:endParaRPr/>
          </a:p>
          <a:p>
            <a:pPr marL="0" indent="0">
              <a:buNone/>
            </a:pPr>
            <a:r>
              <a:t>	 - data: </a:t>
            </a:r>
            <a:r>
              <a:rPr lang="en-US"/>
              <a:t>	</a:t>
            </a:r>
            <a:r>
              <a:t>배열 주소</a:t>
            </a:r>
          </a:p>
          <a:p>
            <a:pPr marL="0" indent="0">
              <a:buNone/>
            </a:pPr>
            <a:r>
              <a:t>	 - capacity: </a:t>
            </a:r>
            <a:r>
              <a:rPr lang="en-US"/>
              <a:t>	</a:t>
            </a:r>
            <a:r>
              <a:t>배열 크기</a:t>
            </a:r>
          </a:p>
          <a:p>
            <a:pPr marL="0" indent="0">
              <a:buNone/>
            </a:pPr>
            <a:r>
              <a:t>	 - size: </a:t>
            </a:r>
            <a:r>
              <a:rPr lang="en-US"/>
              <a:t>	</a:t>
            </a:r>
            <a:r>
              <a:t>현재 저장된 노드 개수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877" y="262442"/>
            <a:ext cx="6989598" cy="607653"/>
          </a:xfrm>
        </p:spPr>
        <p:txBody>
          <a:bodyPr>
            <a:spAutoFit/>
          </a:bodyPr>
          <a:lstStyle/>
          <a:p>
            <a:r>
              <a:t>특별한 속성을 가진 이진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부모 노드와 자식 노드 간에 특정 관계가 </a:t>
            </a:r>
            <a:r>
              <a:rPr lang="ko-KR" altLang="en-US"/>
              <a:t>항상 </a:t>
            </a:r>
            <a:r>
              <a:t>성립</a:t>
            </a:r>
          </a:p>
          <a:p>
            <a:endParaRPr/>
          </a:p>
          <a:p>
            <a:pPr marL="0" indent="0">
              <a:buNone/>
            </a:pPr>
            <a:r>
              <a:t>	 - 최대 힙: 부모 노드가 </a:t>
            </a:r>
            <a:r>
              <a:rPr lang="ko-KR" altLang="en-US"/>
              <a:t>제일 크다</a:t>
            </a:r>
            <a:endParaRPr/>
          </a:p>
          <a:p>
            <a:pPr marL="0" indent="0">
              <a:buNone/>
            </a:pPr>
            <a:r>
              <a:t>	 - 최소 힙: 부모 노드가 </a:t>
            </a:r>
            <a:r>
              <a:rPr lang="ko-KR" altLang="en-US"/>
              <a:t>제일 작다</a:t>
            </a:r>
            <a:endParaRPr lang="en-US"/>
          </a:p>
          <a:p>
            <a:pPr marL="0" indent="0">
              <a:buNone/>
            </a:pPr>
            <a:r>
              <a:rPr lang="en-US"/>
              <a:t>	 - </a:t>
            </a:r>
            <a:r>
              <a:rPr lang="ko-KR" altLang="en-US"/>
              <a:t>이진탐색트리</a:t>
            </a:r>
            <a:r>
              <a:rPr lang="en-US" altLang="ko-KR"/>
              <a:t>: </a:t>
            </a:r>
            <a:r>
              <a:rPr lang="ko-KR" altLang="en-US"/>
              <a:t>왼쪽 자식 </a:t>
            </a:r>
            <a:r>
              <a:rPr lang="en-US" altLang="ko-KR"/>
              <a:t>&lt; </a:t>
            </a:r>
            <a:r>
              <a:rPr lang="ko-KR" altLang="en-US"/>
              <a:t>부모 </a:t>
            </a:r>
            <a:r>
              <a:rPr lang="en-US" altLang="ko-KR"/>
              <a:t>&lt; </a:t>
            </a:r>
            <a:r>
              <a:rPr lang="ko-KR" altLang="en-US"/>
              <a:t>오른쪽 자식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t>특별한 속성을 가진 이진 트리</a:t>
            </a:r>
            <a:r>
              <a:rPr lang="en-US"/>
              <a:t> 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최대 힙에 데이터를 추가할 적절한 위치는?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63" y="262442"/>
            <a:ext cx="8812212" cy="607653"/>
          </a:xfrm>
        </p:spPr>
        <p:txBody>
          <a:bodyPr>
            <a:spAutoFit/>
          </a:bodyPr>
          <a:lstStyle/>
          <a:p>
            <a:r>
              <a:rPr lang="ko-KR" altLang="en-US"/>
              <a:t>특별한 속성을 가진 이진 트리 </a:t>
            </a:r>
            <a:r>
              <a:rPr lang="en-US" altLang="ko-KR"/>
              <a:t>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t>MAX_HEAP_INSERT(heap, value):</a:t>
            </a:r>
          </a:p>
          <a:p>
            <a:r>
              <a:rPr lang="ko-KR" altLang="en-US"/>
              <a:t>실행</a:t>
            </a:r>
            <a:r>
              <a:t>조건: heap-&gt;size </a:t>
            </a:r>
            <a:r>
              <a:rPr lang="en-US"/>
              <a:t>&lt;</a:t>
            </a:r>
            <a:r>
              <a:t> heap-&gt;capacity</a:t>
            </a:r>
          </a:p>
          <a:p>
            <a:endParaRPr lang="en-US"/>
          </a:p>
          <a:p>
            <a:r>
              <a:rPr lang="en-US"/>
              <a:t>++</a:t>
            </a:r>
            <a:r>
              <a:t>heap-&gt;size</a:t>
            </a:r>
          </a:p>
          <a:p>
            <a:r>
              <a:t>heap-&gt;data[heap-&gt;size] = value</a:t>
            </a:r>
            <a:endParaRPr lang="en-US"/>
          </a:p>
          <a:p>
            <a:endParaRPr/>
          </a:p>
          <a:p>
            <a:r>
              <a:t>HEAPIFY_UP(heap, heap-&gt;size)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특별한 속성을 가진 이진 트리 </a:t>
            </a:r>
            <a:r>
              <a:rPr lang="en-US" altLang="ko-KR"/>
              <a:t>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최대 힙의 끝에 데이터가 추가된 경우,</a:t>
            </a:r>
            <a:endParaRPr lang="en-US"/>
          </a:p>
          <a:p>
            <a:pPr marL="0" indent="0">
              <a:buNone/>
            </a:pPr>
            <a:r>
              <a:rPr lang="en-US"/>
              <a:t>   </a:t>
            </a:r>
            <a:r>
              <a:t>다시 힙 속성을 회복하려면?</a:t>
            </a:r>
          </a:p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특별한 속성을 가진 이진 트리 </a:t>
            </a:r>
            <a:r>
              <a:rPr lang="en-US" altLang="ko-KR"/>
              <a:t>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t>HEAPIFY_UP(heap, child):</a:t>
            </a:r>
          </a:p>
          <a:p>
            <a:r>
              <a:t>만약: child == 0이면 반환</a:t>
            </a:r>
          </a:p>
          <a:p>
            <a:r>
              <a:t>parent = child / 2</a:t>
            </a:r>
            <a:endParaRPr lang="en-US"/>
          </a:p>
          <a:p>
            <a:endParaRPr/>
          </a:p>
          <a:p>
            <a:r>
              <a:t>만약: heap-&gt;data[parent] &lt; heap-&gt;data[child]이면</a:t>
            </a:r>
          </a:p>
          <a:p>
            <a:pPr marL="0" indent="0">
              <a:buNone/>
            </a:pPr>
            <a:r>
              <a:t>	tmp = heap-&gt;data[parent]</a:t>
            </a:r>
          </a:p>
          <a:p>
            <a:pPr marL="0" indent="0">
              <a:buNone/>
            </a:pPr>
            <a:r>
              <a:t>	heap-&gt;data[parent] = heap-&gt;data[child]</a:t>
            </a:r>
          </a:p>
          <a:p>
            <a:pPr marL="0" indent="0">
              <a:buNone/>
            </a:pPr>
            <a:r>
              <a:t>	heap-&gt;data[child] = tmp</a:t>
            </a:r>
          </a:p>
          <a:p>
            <a:pPr marL="0" indent="0">
              <a:buNone/>
            </a:pPr>
            <a:r>
              <a:t>	HEAPIFY_UP(heap, parent)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32" y="262442"/>
            <a:ext cx="8722443" cy="607653"/>
          </a:xfrm>
        </p:spPr>
        <p:txBody>
          <a:bodyPr>
            <a:spAutoFit/>
          </a:bodyPr>
          <a:lstStyle/>
          <a:p>
            <a:r>
              <a:rPr lang="ko-KR" altLang="en-US"/>
              <a:t>특별한 속성을 가진 이진 트리 </a:t>
            </a:r>
            <a:r>
              <a:rPr lang="en-US" altLang="ko-KR"/>
              <a:t>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새로운</a:t>
            </a:r>
            <a:r>
              <a:t> 최대 힙에 5, 3, 8, 1, 2를 순서대로 </a:t>
            </a:r>
            <a:r>
              <a:rPr lang="ko-KR" altLang="en-US"/>
              <a:t>추가</a:t>
            </a:r>
            <a:r>
              <a:t>하면?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특별한 속성을 가진 이진 트리 </a:t>
            </a:r>
            <a:r>
              <a:rPr lang="en-US" altLang="ko-KR"/>
              <a:t>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최대 힙에서 데이터를 삭제한 경우, 그 자리를 메꿀 노드는?</a:t>
            </a:r>
          </a:p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특별한 속성을 가진 이진 트리 </a:t>
            </a:r>
            <a:r>
              <a:rPr lang="en-US" altLang="ko-KR"/>
              <a:t>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t>MAX_HEAP_DELETE(heap, index):</a:t>
            </a:r>
          </a:p>
          <a:p>
            <a:r>
              <a:rPr lang="ko-KR" altLang="en-US"/>
              <a:t>실행조건</a:t>
            </a:r>
            <a:r>
              <a:t>: heap-&gt;size </a:t>
            </a:r>
            <a:r>
              <a:rPr lang="en-US"/>
              <a:t>&gt;</a:t>
            </a:r>
            <a:r>
              <a:t> 0</a:t>
            </a:r>
          </a:p>
          <a:p>
            <a:endParaRPr lang="en-US"/>
          </a:p>
          <a:p>
            <a:r>
              <a:t>value = heap-&gt;data[index]</a:t>
            </a:r>
            <a:endParaRPr lang="en-US"/>
          </a:p>
          <a:p>
            <a:r>
              <a:t>heap-&gt;data[index] = heap-&gt;data[heap-&gt;size]</a:t>
            </a:r>
          </a:p>
          <a:p>
            <a:r>
              <a:t>heap-&gt;size--</a:t>
            </a:r>
          </a:p>
          <a:p>
            <a:endParaRPr lang="en-US"/>
          </a:p>
          <a:p>
            <a:r>
              <a:t>HEAPIFY_DOWN(heap, index)</a:t>
            </a:r>
          </a:p>
          <a:p>
            <a:r>
              <a:t>반환: value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특별한 속성을 가진 이진 트리 </a:t>
            </a:r>
            <a:r>
              <a:rPr lang="en-US" altLang="ko-KR"/>
              <a:t>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최대 힙에서 삭제된 데이터 자리를 제일 끝 노드가 메꿨다면, 힙 속성을 회복할 방법은?</a:t>
            </a:r>
          </a:p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특별한 속성을 가진 이진 트리 </a:t>
            </a:r>
            <a:r>
              <a:rPr lang="en-US" altLang="ko-KR"/>
              <a:t>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t>HEAPIFY_DOWN(heap, parent):</a:t>
            </a:r>
          </a:p>
          <a:p>
            <a:r>
              <a:t>left = parent * 2</a:t>
            </a:r>
          </a:p>
          <a:p>
            <a:r>
              <a:t>right = parent * 2 + 1</a:t>
            </a:r>
          </a:p>
          <a:p>
            <a:r>
              <a:t>largest = parent</a:t>
            </a:r>
          </a:p>
          <a:p>
            <a:r>
              <a:t>만약: left &lt;= heap-&gt;size </a:t>
            </a:r>
            <a:endParaRPr lang="en-US"/>
          </a:p>
          <a:p>
            <a:pPr marL="0" indent="0">
              <a:buNone/>
            </a:pPr>
            <a:r>
              <a:rPr lang="en-US"/>
              <a:t>	&amp;&amp;</a:t>
            </a:r>
            <a:r>
              <a:t> heap-&gt;data[left] &gt; heap-&gt;data[largest]이면</a:t>
            </a:r>
          </a:p>
          <a:p>
            <a:pPr marL="0" indent="0">
              <a:buNone/>
            </a:pPr>
            <a:r>
              <a:t>	largest = left</a:t>
            </a:r>
          </a:p>
          <a:p>
            <a:r>
              <a:t>만약: right &lt;= heap-&gt;size </a:t>
            </a:r>
            <a:endParaRPr lang="en-US"/>
          </a:p>
          <a:p>
            <a:pPr marL="0" indent="0">
              <a:buNone/>
            </a:pPr>
            <a:r>
              <a:rPr lang="en-US"/>
              <a:t>	&amp;&amp;</a:t>
            </a:r>
            <a:r>
              <a:t> heap-&gt;data[right] &gt; heap-&gt;data[largest]이면</a:t>
            </a:r>
          </a:p>
          <a:p>
            <a:pPr marL="0" indent="0">
              <a:buNone/>
            </a:pPr>
            <a:r>
              <a:t>	largest = right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47AC9-68F8-446F-822A-B9A046054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5FC12-8CAD-77FD-5DDD-71EDC869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특별한 속성을 가진 이진 트리 </a:t>
            </a:r>
            <a:r>
              <a:rPr lang="en-US" altLang="ko-KR"/>
              <a:t>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0EBF9-9ADD-5F65-8FC4-4FC076B6F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만약: largest != parent이면</a:t>
            </a:r>
          </a:p>
          <a:p>
            <a:pPr marL="0" indent="0">
              <a:buNone/>
            </a:pPr>
            <a:r>
              <a:t>	tmp = heap-&gt;data[parent]</a:t>
            </a:r>
          </a:p>
          <a:p>
            <a:pPr marL="0" indent="0">
              <a:buNone/>
            </a:pPr>
            <a:r>
              <a:t>	heap-&gt;data[parent] = heap-&gt;data[largest]</a:t>
            </a:r>
          </a:p>
          <a:p>
            <a:pPr marL="0" indent="0">
              <a:buNone/>
            </a:pPr>
            <a:r>
              <a:t>	heap-&gt;data[largest] = tmp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t>	HEAPIFY_DOWN(heap, largest)</a:t>
            </a:r>
          </a:p>
        </p:txBody>
      </p:sp>
    </p:spTree>
    <p:extLst>
      <p:ext uri="{BB962C8B-B14F-4D97-AF65-F5344CB8AC3E}">
        <p14:creationId xmlns:p14="http://schemas.microsoft.com/office/powerpoint/2010/main" val="3824731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31" y="262442"/>
            <a:ext cx="8722444" cy="607653"/>
          </a:xfrm>
        </p:spPr>
        <p:txBody>
          <a:bodyPr>
            <a:spAutoFit/>
          </a:bodyPr>
          <a:lstStyle/>
          <a:p>
            <a:r>
              <a:rPr lang="ko-KR" altLang="en-US"/>
              <a:t>특별한 속성을 가진 이진 트리 </a:t>
            </a:r>
            <a:r>
              <a:rPr lang="en-US" altLang="ko-KR"/>
              <a:t>- </a:t>
            </a:r>
            <a:r>
              <a:rPr lang="ko-KR" altLang="en-US"/>
              <a:t>최대힙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다음 최대 힙에서 루트 노드를 삭제하면?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EBC664B-E5E5-8CFA-F27B-4A70207B0037}"/>
              </a:ext>
            </a:extLst>
          </p:cNvPr>
          <p:cNvSpPr/>
          <p:nvPr/>
        </p:nvSpPr>
        <p:spPr>
          <a:xfrm>
            <a:off x="7204364" y="2682875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8</a:t>
            </a:r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054B985-1440-EF15-CDDE-1B74C0058F9E}"/>
              </a:ext>
            </a:extLst>
          </p:cNvPr>
          <p:cNvSpPr/>
          <p:nvPr/>
        </p:nvSpPr>
        <p:spPr>
          <a:xfrm>
            <a:off x="6631709" y="361574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C72EA76-0384-B5C7-F175-509D4E8D7B5B}"/>
              </a:ext>
            </a:extLst>
          </p:cNvPr>
          <p:cNvSpPr/>
          <p:nvPr/>
        </p:nvSpPr>
        <p:spPr>
          <a:xfrm>
            <a:off x="7887854" y="3615748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5</a:t>
            </a:r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705B7E1-08A2-5D72-215C-4E27323F15EC}"/>
              </a:ext>
            </a:extLst>
          </p:cNvPr>
          <p:cNvCxnSpPr>
            <a:cxnSpLocks/>
            <a:stCxn id="5" idx="0"/>
            <a:endCxn id="4" idx="3"/>
          </p:cNvCxnSpPr>
          <p:nvPr/>
        </p:nvCxnSpPr>
        <p:spPr>
          <a:xfrm flipV="1">
            <a:off x="6881091" y="3108596"/>
            <a:ext cx="396315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A14FB69-5A32-E098-F581-28E98F8919DE}"/>
              </a:ext>
            </a:extLst>
          </p:cNvPr>
          <p:cNvCxnSpPr>
            <a:cxnSpLocks/>
            <a:stCxn id="6" idx="0"/>
            <a:endCxn id="4" idx="5"/>
          </p:cNvCxnSpPr>
          <p:nvPr/>
        </p:nvCxnSpPr>
        <p:spPr>
          <a:xfrm flipH="1" flipV="1">
            <a:off x="7630085" y="3108596"/>
            <a:ext cx="507151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3753C691-E62D-D2F5-86A6-1FB3E1881C40}"/>
              </a:ext>
            </a:extLst>
          </p:cNvPr>
          <p:cNvSpPr/>
          <p:nvPr/>
        </p:nvSpPr>
        <p:spPr>
          <a:xfrm>
            <a:off x="6034909" y="454862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FFA083C-0008-1C26-1035-52F4B6AE6232}"/>
              </a:ext>
            </a:extLst>
          </p:cNvPr>
          <p:cNvSpPr/>
          <p:nvPr/>
        </p:nvSpPr>
        <p:spPr>
          <a:xfrm>
            <a:off x="7291054" y="4548621"/>
            <a:ext cx="498763" cy="498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79B7F12-7AE4-2FED-51B8-2B8A1AB8E059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V="1">
            <a:off x="6284291" y="4041469"/>
            <a:ext cx="420460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2CAB6BD-6A09-E2DF-5187-501BB2291A67}"/>
              </a:ext>
            </a:extLst>
          </p:cNvPr>
          <p:cNvCxnSpPr>
            <a:cxnSpLocks/>
            <a:stCxn id="10" idx="0"/>
            <a:endCxn id="5" idx="5"/>
          </p:cNvCxnSpPr>
          <p:nvPr/>
        </p:nvCxnSpPr>
        <p:spPr>
          <a:xfrm flipH="1" flipV="1">
            <a:off x="7057430" y="4041469"/>
            <a:ext cx="483006" cy="50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655" y="262442"/>
            <a:ext cx="4759820" cy="607653"/>
          </a:xfrm>
        </p:spPr>
        <p:txBody>
          <a:bodyPr>
            <a:spAutoFit/>
          </a:bodyPr>
          <a:lstStyle/>
          <a:p>
            <a:r>
              <a:t>예제 - 우선순위 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우선순위가 높은 데이터가 먼저 </a:t>
            </a:r>
            <a:r>
              <a:rPr lang="ko-KR" altLang="en-US"/>
              <a:t>삭제되는 큐</a:t>
            </a:r>
            <a:endParaRPr/>
          </a:p>
          <a:p>
            <a:endParaRPr/>
          </a:p>
          <a:p>
            <a:pPr marL="0" indent="0">
              <a:buNone/>
            </a:pPr>
            <a:r>
              <a:t>	 - 최대 힙을 이용하여 구현한다</a:t>
            </a:r>
          </a:p>
          <a:p>
            <a:endParaRPr/>
          </a:p>
          <a:p>
            <a:pPr marL="0" indent="0">
              <a:buNone/>
            </a:pPr>
            <a:r>
              <a:t>	 - </a:t>
            </a:r>
            <a:r>
              <a:rPr lang="ko-KR" altLang="en-US"/>
              <a:t>추가</a:t>
            </a:r>
            <a:r>
              <a:t>: 최대 힙에 데이터 추가</a:t>
            </a:r>
          </a:p>
          <a:p>
            <a:endParaRPr/>
          </a:p>
          <a:p>
            <a:pPr marL="0" indent="0">
              <a:buNone/>
            </a:pPr>
            <a:r>
              <a:t>	 - 삭제: 최대 힙에서 루트 노드를 제거</a:t>
            </a:r>
          </a:p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소셜미디어 데이터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소셜미디어 홈페이지에서 관리해야 할 자료는</a:t>
            </a:r>
            <a:r>
              <a:rPr lang="en-US" altLang="ko-KR"/>
              <a:t>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8ABA9-2C0A-1B00-7240-5D64EB94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CDE1-AE4E-5B1C-7BBE-C48B23269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소셜미디어 데이터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145F9-E6DB-BA62-F15D-9A5AC65F8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각 유저마다 저장할 정보는</a:t>
            </a:r>
            <a:r>
              <a:rPr lang="en-US" altLang="ko-KR"/>
              <a:t>?</a:t>
            </a:r>
          </a:p>
          <a:p>
            <a:endParaRPr lang="en-US"/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025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99C71-B332-9C6E-8F45-CDAE524D4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A8BA-5F9B-0B1F-1BF1-EDD60FFF5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소셜미디어 데이터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7D42-3BE9-677F-9210-0AF31B18C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유저 데이터 구조체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친구 유저 리스트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	- </a:t>
            </a:r>
            <a:r>
              <a:rPr lang="ko-KR" altLang="en-US"/>
              <a:t>게시물 리스트 </a:t>
            </a:r>
            <a:r>
              <a:rPr lang="en-US" altLang="ko-KR"/>
              <a:t>(</a:t>
            </a:r>
            <a:r>
              <a:rPr lang="ko-KR" altLang="en-US"/>
              <a:t>최신순으로 정렬됨</a:t>
            </a:r>
            <a:r>
              <a:rPr lang="en-US" altLang="ko-KR"/>
              <a:t>)</a:t>
            </a:r>
          </a:p>
          <a:p>
            <a:endParaRPr lang="en-US"/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2625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A9978-5F99-C5ED-12D6-6D4848F6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B45B-35B9-1815-A131-9209F50F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32" y="262442"/>
            <a:ext cx="8081243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소셜미디어 데이터 타임라인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72E1E-14E5-47AD-CF94-01345CEB2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유저의 최신 게시물과 친구들의 최신 게시물들을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통틀어</a:t>
            </a:r>
            <a:r>
              <a:rPr lang="en-US" altLang="ko-KR"/>
              <a:t> </a:t>
            </a:r>
            <a:r>
              <a:rPr lang="ko-KR" altLang="en-US"/>
              <a:t>가장 최신인 </a:t>
            </a:r>
            <a:r>
              <a:rPr lang="en-US" altLang="ko-KR"/>
              <a:t>10</a:t>
            </a:r>
            <a:r>
              <a:rPr lang="ko-KR" altLang="en-US"/>
              <a:t>개 게시물 리스트를 만들려면</a:t>
            </a:r>
            <a:r>
              <a:rPr lang="en-US" altLang="ko-KR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26814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233" y="262442"/>
            <a:ext cx="8081242" cy="607653"/>
          </a:xfrm>
        </p:spPr>
        <p:txBody>
          <a:bodyPr>
            <a:spAutoFit/>
          </a:bodyPr>
          <a:lstStyle/>
          <a:p>
            <a:r>
              <a:rPr lang="ko-KR" altLang="en-US"/>
              <a:t>예제 </a:t>
            </a:r>
            <a:r>
              <a:rPr lang="en-US" altLang="ko-KR"/>
              <a:t>- </a:t>
            </a:r>
            <a:r>
              <a:rPr lang="ko-KR" altLang="en-US"/>
              <a:t>소셜미디어 데이터 타임라인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함수 GET_TIMELINE(user):</a:t>
            </a:r>
          </a:p>
          <a:p>
            <a:endParaRPr lang="en-US"/>
          </a:p>
          <a:p>
            <a:r>
              <a:t>result = 새로운 게시물 </a:t>
            </a:r>
            <a:r>
              <a:rPr lang="ko-KR" altLang="en-US"/>
              <a:t>리스트</a:t>
            </a:r>
            <a:endParaRPr/>
          </a:p>
          <a:p>
            <a:r>
              <a:t>Q = 새로운</a:t>
            </a:r>
            <a:r>
              <a:rPr lang="en-US"/>
              <a:t> </a:t>
            </a:r>
            <a:r>
              <a:rPr lang="ko-KR" altLang="en-US"/>
              <a:t>게시물 노드</a:t>
            </a:r>
            <a:r>
              <a:t> 우선순위 큐</a:t>
            </a:r>
          </a:p>
          <a:p>
            <a:endParaRPr lang="en-US" altLang="ko-KR"/>
          </a:p>
          <a:p>
            <a:r>
              <a:rPr lang="ko-KR" altLang="en-US"/>
              <a:t>반복</a:t>
            </a:r>
            <a:r>
              <a:t>: </a:t>
            </a:r>
            <a:r>
              <a:rPr lang="en-US"/>
              <a:t>user</a:t>
            </a:r>
            <a:r>
              <a:rPr lang="ko-KR" altLang="en-US"/>
              <a:t>의 모든 친구 </a:t>
            </a:r>
            <a:r>
              <a:t>friend</a:t>
            </a:r>
            <a:r>
              <a:rPr lang="ko-KR" altLang="en-US"/>
              <a:t>에 대해</a:t>
            </a:r>
            <a:endParaRPr/>
          </a:p>
          <a:p>
            <a:pPr marL="0" indent="0">
              <a:buNone/>
            </a:pPr>
            <a:r>
              <a:t>	만약: friend</a:t>
            </a:r>
            <a:r>
              <a:rPr lang="ko-KR" altLang="en-US"/>
              <a:t>의 게시물이 있으면</a:t>
            </a:r>
            <a:endParaRPr/>
          </a:p>
          <a:p>
            <a:pPr marL="0" indent="0">
              <a:buNone/>
            </a:pPr>
            <a:r>
              <a:t>		ENQUEUE(Q, friend</a:t>
            </a:r>
            <a:r>
              <a:rPr lang="ko-KR" altLang="en-US"/>
              <a:t>의 게시물들의 </a:t>
            </a:r>
            <a:r>
              <a:rPr lang="en-US" altLang="ko-KR"/>
              <a:t>first</a:t>
            </a:r>
            <a:r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6B436-584A-F4D1-1921-635795F0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B8A8-8F06-1496-1677-9375BAF49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33" y="262442"/>
            <a:ext cx="8081242" cy="607653"/>
          </a:xfrm>
        </p:spPr>
        <p:txBody>
          <a:bodyPr>
            <a:spAutoFit/>
          </a:bodyPr>
          <a:lstStyle/>
          <a:p>
            <a:r>
              <a:rPr lang="ko-KR" altLang="en-US"/>
              <a:t>예제 </a:t>
            </a:r>
            <a:r>
              <a:rPr lang="en-US" altLang="ko-KR"/>
              <a:t>- </a:t>
            </a:r>
            <a:r>
              <a:rPr lang="ko-KR" altLang="en-US"/>
              <a:t>소셜미디어 데이터 타임라인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9D00-B548-B1FB-1767-A2DF23841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반복: </a:t>
            </a:r>
            <a:r>
              <a:rPr lang="en-US"/>
              <a:t>SIZE</a:t>
            </a:r>
            <a:r>
              <a:t>(Q) &gt; 0 그리고 </a:t>
            </a:r>
            <a:r>
              <a:rPr lang="en-US"/>
              <a:t>SIZE</a:t>
            </a:r>
            <a:r>
              <a:t>(result) &lt; 10</a:t>
            </a:r>
          </a:p>
          <a:p>
            <a:pPr marL="0" indent="0">
              <a:buNone/>
            </a:pPr>
            <a:r>
              <a:t>	node = DEQUEUE(Q)</a:t>
            </a:r>
          </a:p>
          <a:p>
            <a:pPr marL="0" indent="0">
              <a:buNone/>
            </a:pPr>
            <a:r>
              <a:t>	</a:t>
            </a:r>
            <a:r>
              <a:rPr lang="en-US"/>
              <a:t>PUSH</a:t>
            </a:r>
            <a:r>
              <a:t>(result, node-&gt;</a:t>
            </a:r>
            <a:r>
              <a:rPr lang="en-US"/>
              <a:t>data</a:t>
            </a:r>
            <a:r>
              <a:t>)</a:t>
            </a:r>
          </a:p>
          <a:p>
            <a:pPr marL="0" indent="0">
              <a:buNone/>
            </a:pPr>
            <a:r>
              <a:t>	만약: node-&gt;next != NULL이면</a:t>
            </a:r>
          </a:p>
          <a:p>
            <a:pPr marL="0" indent="0">
              <a:buNone/>
            </a:pPr>
            <a:r>
              <a:t>		ENQUEUE(Q, node-&gt;next)</a:t>
            </a:r>
          </a:p>
          <a:p>
            <a:endParaRPr lang="en-US"/>
          </a:p>
          <a:p>
            <a:r>
              <a:t>반환: result</a:t>
            </a:r>
          </a:p>
        </p:txBody>
      </p:sp>
    </p:spTree>
    <p:extLst>
      <p:ext uri="{BB962C8B-B14F-4D97-AF65-F5344CB8AC3E}">
        <p14:creationId xmlns:p14="http://schemas.microsoft.com/office/powerpoint/2010/main" val="2205581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AAD03-B943-DCC2-E0AA-00508021D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EB932-D551-2572-6177-EC1C507C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891" y="262442"/>
            <a:ext cx="6234584" cy="607653"/>
          </a:xfrm>
        </p:spPr>
        <p:txBody>
          <a:bodyPr>
            <a:spAutoFit/>
          </a:bodyPr>
          <a:lstStyle/>
          <a:p>
            <a:r>
              <a:t>예제 - </a:t>
            </a:r>
            <a:r>
              <a:rPr lang="ko-KR" altLang="en-US"/>
              <a:t>소셜미디어 데이터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85B7D-60C3-0F44-4E38-662657B4E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참고 자료</a:t>
            </a:r>
            <a:endParaRPr lang="en-US" altLang="ko-KR"/>
          </a:p>
          <a:p>
            <a:r>
              <a:t>https://leetcode.com/problems/design-twitter/</a:t>
            </a:r>
          </a:p>
        </p:txBody>
      </p:sp>
    </p:spTree>
    <p:extLst>
      <p:ext uri="{BB962C8B-B14F-4D97-AF65-F5344CB8AC3E}">
        <p14:creationId xmlns:p14="http://schemas.microsoft.com/office/powerpoint/2010/main" val="2557944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403" y="262442"/>
            <a:ext cx="4040072" cy="607653"/>
          </a:xfrm>
        </p:spPr>
        <p:txBody>
          <a:bodyPr>
            <a:spAutoFit/>
          </a:bodyPr>
          <a:lstStyle/>
          <a:p>
            <a:r>
              <a:t>이번 시간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이진 트리를 배열로 구현하</a:t>
            </a:r>
            <a:r>
              <a:rPr lang="ko-KR" altLang="en-US"/>
              <a:t>기</a:t>
            </a:r>
            <a:endParaRPr/>
          </a:p>
          <a:p>
            <a:endParaRPr/>
          </a:p>
          <a:p>
            <a:r>
              <a:t>힙의 정의와 </a:t>
            </a:r>
            <a:r>
              <a:rPr lang="ko-KR" altLang="en-US"/>
              <a:t>데이터 추가</a:t>
            </a:r>
            <a:r>
              <a:t>, 삭제</a:t>
            </a:r>
          </a:p>
          <a:p>
            <a:endParaRPr/>
          </a:p>
          <a:p>
            <a:r>
              <a:t>힙을 이용한 우선순위 큐 예제를 살펴보았다</a:t>
            </a:r>
          </a:p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74F00-F658-BF42-9EB1-04B8E5ED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1C376-1BBF-6EE0-F4A7-935F59B50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373" y="262442"/>
            <a:ext cx="7472102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(1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23CCD-E441-70AA-8D03-3A15EDA25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아주대학교 재학생들의 소프트웨어학과 개설 과목</a:t>
            </a:r>
            <a:endParaRPr lang="en-US" altLang="ko-KR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이수 여부를 저장할 때 자료 구조를 추천하시오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4032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C13C8-D95D-A119-DD84-4C9085E2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1D5D-54FC-4EAD-9D90-D9CDE43CF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373" y="262442"/>
            <a:ext cx="7472102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(2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7AC66-A19B-141D-83E3-C41D72369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매일 행적을 기록할 때 자료 구조를 추천하시오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6035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A7DF1-5F58-F435-5D02-486ED2B6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B70A-F93F-2725-747E-9F0435947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373" y="262442"/>
            <a:ext cx="7472102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(3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02DB-2D0A-6BA0-69A0-0F7662FB6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식당에서 손님들의 주문 내역을 기록할 때 쓸</a:t>
            </a:r>
            <a:endParaRPr lang="en-US" altLang="ko-KR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자료구조를 추천하시오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06554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5C9F9-80D1-0B48-C13F-79732041A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5646-14F1-12B7-0E71-574C91163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373" y="262442"/>
            <a:ext cx="7472102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(4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8E187-6CEF-C0AE-72B7-340D8118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여행 계획을 세울 때</a:t>
            </a:r>
            <a:r>
              <a:rPr lang="en-US" altLang="ko-KR"/>
              <a:t>, </a:t>
            </a:r>
            <a:r>
              <a:rPr lang="ko-KR" altLang="en-US"/>
              <a:t>여러 상황 및 대응 계획을 </a:t>
            </a:r>
            <a:endParaRPr lang="en-US" altLang="ko-KR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저장할 자료구조를 추천하시오 </a:t>
            </a:r>
            <a:r>
              <a:rPr lang="en-US" altLang="ko-KR"/>
              <a:t>(</a:t>
            </a:r>
            <a:r>
              <a:rPr lang="ko-KR" altLang="en-US"/>
              <a:t>다음 상황 중복 없음</a:t>
            </a:r>
            <a:r>
              <a:rPr lang="en-US" altLang="ko-KR"/>
              <a:t>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14426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363CF-7CBE-A72B-C2F6-F32470BE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7C220-0132-9340-B95E-B907E8A89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373" y="262442"/>
            <a:ext cx="7472102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(5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0EA44-4860-6F6D-F2BB-B50F46C7B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쇼핑할 목록이 자주 바뀐다고 가정했을 때</a:t>
            </a:r>
            <a:r>
              <a:rPr lang="en-US" altLang="ko-KR"/>
              <a:t>, 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쇼핑할 목록을 저장할 자료구조를 추천하시오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3585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32C09-A547-DCAE-770F-712548D31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ECFE-78A0-BBCD-736E-08C8A3F7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373" y="262442"/>
            <a:ext cx="7472102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(6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25DBE-CDD8-5DE9-86A5-4D51611F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Stack</a:t>
            </a:r>
            <a:r>
              <a:rPr lang="ko-KR" altLang="en-US"/>
              <a:t>에 데이터를 추가</a:t>
            </a:r>
            <a:r>
              <a:rPr lang="en-US" altLang="ko-KR"/>
              <a:t>, </a:t>
            </a:r>
            <a:r>
              <a:rPr lang="ko-KR" altLang="en-US"/>
              <a:t>삭제할 때 드는 시간은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4287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3E3A-4F1E-F970-04AA-27CD014D8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164C6-1D07-C872-AC3B-0C660CCE9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373" y="262442"/>
            <a:ext cx="7472102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(7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4F6D0-6D3C-6739-27D9-0A1484259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Queue</a:t>
            </a:r>
            <a:r>
              <a:rPr lang="ko-KR" altLang="en-US"/>
              <a:t>에 데이터를 추가</a:t>
            </a:r>
            <a:r>
              <a:rPr lang="en-US" altLang="ko-KR"/>
              <a:t>, </a:t>
            </a:r>
            <a:r>
              <a:rPr lang="ko-KR" altLang="en-US"/>
              <a:t>삭제할 때 드는 시간은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6428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08AB-8C2D-9E66-0D70-305E43B0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C58C-96B9-7E29-2F7B-0A0AA909B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373" y="262442"/>
            <a:ext cx="7472102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(8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6CB62-0AFB-F3B3-9F75-CD1E7D44F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Singly linked list</a:t>
            </a:r>
            <a:r>
              <a:rPr lang="ko-KR" altLang="en-US"/>
              <a:t>의 시작 </a:t>
            </a:r>
            <a:r>
              <a:rPr lang="en-US" altLang="ko-KR"/>
              <a:t>node </a:t>
            </a:r>
            <a:r>
              <a:rPr lang="ko-KR" altLang="en-US"/>
              <a:t>주소만 알고 있을 때</a:t>
            </a:r>
            <a:r>
              <a:rPr lang="en-US" altLang="ko-KR"/>
              <a:t>, </a:t>
            </a:r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특정 값을 가진 </a:t>
            </a:r>
            <a:r>
              <a:rPr lang="en-US" altLang="ko-KR"/>
              <a:t>node</a:t>
            </a:r>
            <a:r>
              <a:rPr lang="ko-KR" altLang="en-US"/>
              <a:t>를 삭제할 때 드는 시간은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9791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5466-B48A-1B41-BB80-E251DBAF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92B64-17E2-0AE7-50E1-90EFC3B2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373" y="262442"/>
            <a:ext cx="7472102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(9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6D2F8-6371-3F65-0520-90215A721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Doubly linked list</a:t>
            </a:r>
            <a:r>
              <a:rPr lang="ko-KR" altLang="en-US"/>
              <a:t>의 </a:t>
            </a:r>
            <a:r>
              <a:rPr lang="en-US" altLang="ko-KR"/>
              <a:t>head</a:t>
            </a:r>
            <a:r>
              <a:rPr lang="ko-KR" altLang="en-US"/>
              <a:t> </a:t>
            </a:r>
            <a:r>
              <a:rPr lang="en-US" altLang="ko-KR"/>
              <a:t>node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주소만 알 때</a:t>
            </a:r>
            <a:r>
              <a:rPr lang="en-US" altLang="ko-KR"/>
              <a:t>, </a:t>
            </a:r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마지막 노드를 삭제하는데 드는 시간은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4630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0E5A5-CC66-97A7-FD76-51ECD313A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4468-78C1-3238-D0A4-0632DA28C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304" y="262442"/>
            <a:ext cx="7722171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(10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BE563-7A90-3E57-6BE5-019804FD2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Binary Tree</a:t>
            </a:r>
            <a:r>
              <a:rPr lang="ko-KR" altLang="en-US"/>
              <a:t>에서 </a:t>
            </a:r>
            <a:r>
              <a:rPr lang="en-US" altLang="ko-KR"/>
              <a:t>i </a:t>
            </a:r>
            <a:r>
              <a:rPr lang="ko-KR" altLang="en-US"/>
              <a:t>층에 있는 노드들의 </a:t>
            </a:r>
            <a:r>
              <a:rPr lang="en-US" altLang="ko-KR"/>
              <a:t>data</a:t>
            </a:r>
            <a:r>
              <a:rPr lang="ko-KR" altLang="en-US"/>
              <a:t>를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출력하는데 드는 시간은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187751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E7C45-27AA-0199-05A1-DA3BA59B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4960A-E7BE-4648-869D-598FF943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304" y="262442"/>
            <a:ext cx="7722171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(11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BE4E7-87A3-5BB4-78C7-B53C261EB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chain </a:t>
            </a:r>
            <a:r>
              <a:rPr lang="ko-KR" altLang="en-US"/>
              <a:t>형태의 </a:t>
            </a:r>
            <a:r>
              <a:rPr lang="en-US" altLang="ko-KR"/>
              <a:t>linked list</a:t>
            </a:r>
            <a:r>
              <a:rPr lang="ko-KR" altLang="en-US"/>
              <a:t>의 데이터들을 리스트 내에</a:t>
            </a:r>
            <a:endParaRPr lang="en-US" altLang="ko-KR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저장되어 있는 순서와 반대로 출력하는 재귀 함수는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7891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2E64E-8012-3A5C-5683-D1FE48FC5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02BAB-2070-DA7F-B9B4-12F7DDC8E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304" y="262442"/>
            <a:ext cx="7722171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(12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EE225-CE33-462F-D9D2-E705C2A75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 + 2 </a:t>
            </a:r>
            <a:r>
              <a:rPr lang="ko-KR" altLang="en-US"/>
              <a:t>형태로 표현된 수식을 </a:t>
            </a:r>
            <a:r>
              <a:rPr lang="en-US" altLang="ko-KR"/>
              <a:t>1 2 + </a:t>
            </a:r>
            <a:r>
              <a:rPr lang="ko-KR" altLang="en-US"/>
              <a:t>형태로 변환하는 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   </a:t>
            </a:r>
            <a:r>
              <a:rPr lang="ko-KR" altLang="en-US"/>
              <a:t>코드를</a:t>
            </a:r>
            <a:r>
              <a:rPr lang="en-US" altLang="ko-KR"/>
              <a:t> </a:t>
            </a:r>
            <a:r>
              <a:rPr lang="ko-KR" altLang="en-US"/>
              <a:t>쓰시오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7692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8FF3-AE9A-4009-8C8F-D04ED081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0B9F-90CB-ADCC-A51D-4A819DD6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304" y="262442"/>
            <a:ext cx="7722171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(13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0A6B4-6499-EE1D-CD98-B73D6F214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chain </a:t>
            </a:r>
            <a:r>
              <a:rPr lang="ko-KR" altLang="en-US"/>
              <a:t>형태의 </a:t>
            </a:r>
            <a:r>
              <a:rPr lang="en-US" altLang="ko-KR"/>
              <a:t>linked list</a:t>
            </a:r>
            <a:r>
              <a:rPr lang="ko-KR" altLang="en-US"/>
              <a:t>에 노드를 추가하는 코드를</a:t>
            </a:r>
            <a:endParaRPr lang="en-US" altLang="ko-KR"/>
          </a:p>
          <a:p>
            <a:pPr marL="0" indent="0">
              <a:buNone/>
            </a:pPr>
            <a:r>
              <a:rPr lang="en-US"/>
              <a:t>   </a:t>
            </a:r>
            <a:r>
              <a:rPr lang="ko-KR" altLang="en-US"/>
              <a:t>쓰시오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21825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4AC5C-4343-570C-20DC-0D866F1DA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79711-13A4-BC1C-88CA-1C93CC27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304" y="262442"/>
            <a:ext cx="7722171" cy="607653"/>
          </a:xfrm>
        </p:spPr>
        <p:txBody>
          <a:bodyPr>
            <a:spAutoFit/>
          </a:bodyPr>
          <a:lstStyle/>
          <a:p>
            <a:r>
              <a:rPr lang="en-US" altLang="ko-KR"/>
              <a:t>2021 </a:t>
            </a:r>
            <a:r>
              <a:rPr lang="ko-KR" altLang="en-US"/>
              <a:t>중간고사 기출문제 </a:t>
            </a:r>
            <a:r>
              <a:rPr lang="en-US" altLang="ko-KR"/>
              <a:t>(14 / 14)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6663-07D5-7242-4E2E-4C73CEFB6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inorder traversal </a:t>
            </a:r>
            <a:r>
              <a:rPr lang="ko-KR" altLang="en-US"/>
              <a:t>결과가 </a:t>
            </a:r>
            <a:r>
              <a:rPr lang="en-US" altLang="ko-KR"/>
              <a:t>C B E D F A I H J G</a:t>
            </a:r>
            <a:r>
              <a:rPr lang="ko-KR" altLang="en-US"/>
              <a:t>이고 </a:t>
            </a:r>
            <a:endParaRPr lang="en-US" altLang="ko-KR"/>
          </a:p>
          <a:p>
            <a:pPr marL="0" indent="0">
              <a:buNone/>
            </a:pPr>
            <a:r>
              <a:rPr lang="en-US"/>
              <a:t>   postorder traversal </a:t>
            </a:r>
            <a:r>
              <a:rPr lang="ko-KR" altLang="en-US"/>
              <a:t>결과가 </a:t>
            </a:r>
            <a:r>
              <a:rPr lang="en-US" altLang="ko-KR"/>
              <a:t>A B C D E F G H I J</a:t>
            </a:r>
            <a:r>
              <a:rPr lang="ko-KR" altLang="en-US"/>
              <a:t>인 </a:t>
            </a:r>
            <a:endParaRPr lang="en-US" altLang="ko-KR"/>
          </a:p>
          <a:p>
            <a:pPr marL="0" indent="0">
              <a:buNone/>
            </a:pPr>
            <a:r>
              <a:rPr lang="en-US"/>
              <a:t>   binary tree</a:t>
            </a:r>
            <a:r>
              <a:rPr lang="ko-KR" altLang="en-US"/>
              <a:t>를 그림으로 표현하시오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474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14213</TotalTime>
  <Words>1238</Words>
  <Application>Microsoft Office PowerPoint</Application>
  <PresentationFormat>화면 슬라이드 쇼(4:3)</PresentationFormat>
  <Paragraphs>190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8" baseType="lpstr">
      <vt:lpstr>맑은 고딕</vt:lpstr>
      <vt:lpstr>Aptos</vt:lpstr>
      <vt:lpstr>Aptos Display</vt:lpstr>
      <vt:lpstr>Arial</vt:lpstr>
      <vt:lpstr>Office 테마</vt:lpstr>
      <vt:lpstr>자료구조 (Data Structure) 6주차: 힙</vt:lpstr>
      <vt:lpstr>이진 트리를 포인터로 구현하기 정리</vt:lpstr>
      <vt:lpstr>이번 시간 목차</vt:lpstr>
      <vt:lpstr>이진 트리를 배열로 구현하기 - 배열</vt:lpstr>
      <vt:lpstr>이진 트리를 배열로 구현하기 - 저장 순서</vt:lpstr>
      <vt:lpstr>이진 트리를 배열로 구현하기 - 순서 계산</vt:lpstr>
      <vt:lpstr>이진 트리를 배열로 구현하기 - 추가, 삭제</vt:lpstr>
      <vt:lpstr>이진 트리를 배열로 구현하기 - 구조체</vt:lpstr>
      <vt:lpstr>특별한 속성을 가진 이진 트리</vt:lpstr>
      <vt:lpstr>특별한 속성을 가진 이진 트리 - 최대힙</vt:lpstr>
      <vt:lpstr>특별한 속성을 가진 이진 트리 - 최대힙</vt:lpstr>
      <vt:lpstr>특별한 속성을 가진 이진 트리 - 최대힙</vt:lpstr>
      <vt:lpstr>특별한 속성을 가진 이진 트리 - 최대힙</vt:lpstr>
      <vt:lpstr>특별한 속성을 가진 이진 트리 - 최대힙</vt:lpstr>
      <vt:lpstr>특별한 속성을 가진 이진 트리 - 최대힙</vt:lpstr>
      <vt:lpstr>특별한 속성을 가진 이진 트리 - 최대힙</vt:lpstr>
      <vt:lpstr>특별한 속성을 가진 이진 트리 - 최대힙</vt:lpstr>
      <vt:lpstr>특별한 속성을 가진 이진 트리 - 최대힙</vt:lpstr>
      <vt:lpstr>특별한 속성을 가진 이진 트리 - 최대힙</vt:lpstr>
      <vt:lpstr>특별한 속성을 가진 이진 트리 - 최대힙</vt:lpstr>
      <vt:lpstr>예제 - 우선순위 큐</vt:lpstr>
      <vt:lpstr>예제 - 소셜미디어 데이터</vt:lpstr>
      <vt:lpstr>예제 - 소셜미디어 데이터</vt:lpstr>
      <vt:lpstr>예제 - 소셜미디어 데이터</vt:lpstr>
      <vt:lpstr>예제 - 소셜미디어 데이터 타임라인</vt:lpstr>
      <vt:lpstr>예제 - 소셜미디어 데이터 타임라인</vt:lpstr>
      <vt:lpstr>예제 - 소셜미디어 데이터 타임라인</vt:lpstr>
      <vt:lpstr>예제 - 소셜미디어 데이터</vt:lpstr>
      <vt:lpstr>이번 시간 정리</vt:lpstr>
      <vt:lpstr>2021 중간고사 기출문제 (1 / 14)</vt:lpstr>
      <vt:lpstr>2021 중간고사 기출문제 (2 / 14)</vt:lpstr>
      <vt:lpstr>2021 중간고사 기출문제 (3 / 14)</vt:lpstr>
      <vt:lpstr>2021 중간고사 기출문제 (4 / 14)</vt:lpstr>
      <vt:lpstr>2021 중간고사 기출문제 (5 / 14)</vt:lpstr>
      <vt:lpstr>2021 중간고사 기출문제 (6 / 14)</vt:lpstr>
      <vt:lpstr>2021 중간고사 기출문제 (7 / 14)</vt:lpstr>
      <vt:lpstr>2021 중간고사 기출문제 (8 / 14)</vt:lpstr>
      <vt:lpstr>2021 중간고사 기출문제 (9 / 14)</vt:lpstr>
      <vt:lpstr>2021 중간고사 기출문제 (10 / 14)</vt:lpstr>
      <vt:lpstr>2021 중간고사 기출문제 (11 / 14)</vt:lpstr>
      <vt:lpstr>2021 중간고사 기출문제 (12 / 14)</vt:lpstr>
      <vt:lpstr>2021 중간고사 기출문제 (13 / 14)</vt:lpstr>
      <vt:lpstr>2021 중간고사 기출문제 (14 / 14)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37</cp:revision>
  <dcterms:created xsi:type="dcterms:W3CDTF">2025-07-28T15:04:23Z</dcterms:created>
  <dcterms:modified xsi:type="dcterms:W3CDTF">2025-10-13T14:41:27Z</dcterms:modified>
</cp:coreProperties>
</file>