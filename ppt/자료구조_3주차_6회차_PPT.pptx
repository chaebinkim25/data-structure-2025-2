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자료구조 (Data Structure)</a:t>
            </a:r>
          </a:p>
          <a:p>
            <a:r>
              <a:t>3주차: 스택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In First Out (FIFO) 자료구조</a:t>
            </a:r>
          </a:p>
          <a:p/>
          <a:p>
            <a:r>
              <a:t>가장 먼저 들어온 데이터가 가장 먼저 나간다</a:t>
            </a:r>
          </a:p>
          <a:p/>
          <a:p>
            <a:r>
              <a:t>데이터 추가/삭제는 반대쪽 끝에서 일어난다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단방향 링크드 리스트로 구현한 큐</a:t>
            </a:r>
          </a:p>
          <a:p/>
          <a:p>
            <a:r>
              <a:t>배열로 구현한 큐</a:t>
            </a:r>
          </a:p>
          <a:p/>
          <a:p>
            <a:r>
              <a:t>미로 찾기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필수 헤더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#include &lt;stdlib.h&gt;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링크드 리스트-큐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특징: 노드는 뒤(rear)에 추가하기 쉽고, 앞(front)에서 삭제하기 쉽다</a:t>
            </a:r>
          </a:p>
          <a:p/>
          <a:p>
            <a:r>
              <a:t>front: 최근에 dequeue된 노드 (초기값 더미 노드)</a:t>
            </a:r>
          </a:p>
          <a:p/>
          <a:p>
            <a:r>
              <a:t>rear: 최근에 추가된 마지막 노드 (초기값 더미 노드)</a:t>
            </a:r>
          </a:p>
          <a:p/>
          <a:p>
            <a:r>
              <a:t>size: 데이터 개수 (초기값 0)</a:t>
            </a:r>
          </a:p>
          <a:p/>
          <a:p>
            <a:r>
              <a:t>LQUEUE_ENQUEUE(q, value): 새 노드를 rear 뒤에 연결, rear 갱신</a:t>
            </a:r>
          </a:p>
          <a:p/>
          <a:p>
            <a:r>
              <a:t>LQUEUE_DEQUEUE(q): front 갱신, 이전 front 삭제, front의 데이터 반환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링크드 리스트-큐 구조체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lqueue {</a:t>
            </a:r>
          </a:p>
          <a:p>
            <a:r>
              <a:t>        struct node *front;</a:t>
            </a:r>
          </a:p>
          <a:p>
            <a:r>
              <a:t>        struct node *rear;</a:t>
            </a:r>
          </a:p>
          <a:p>
            <a:r>
              <a:t>        int size;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단방향 노드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데이터 정보의 묶음</a:t>
            </a:r>
          </a:p>
          <a:p/>
          <a:p>
            <a:r>
              <a:t>next: 다음 노드 정보</a:t>
            </a:r>
          </a:p>
          <a:p/>
          <a:p>
            <a:r>
              <a:t>value: 저장된 데이터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단방향 노드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node {</a:t>
            </a:r>
          </a:p>
          <a:p>
            <a:r>
              <a:t>        struct node *next;</a:t>
            </a:r>
          </a:p>
          <a:p>
            <a:r>
              <a:t>        int value;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NODE_CREATE(value, next)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node *node_create(int value, struct node *next)</a:t>
            </a:r>
          </a:p>
          <a:p>
            <a:r>
              <a:t>{</a:t>
            </a:r>
          </a:p>
          <a:p>
            <a:r>
              <a:t>        struct node *node = malloc(sizeof(struct node));</a:t>
            </a:r>
          </a:p>
          <a:p>
            <a:r>
              <a:t>        if (!node) exit(1);</a:t>
            </a:r>
          </a:p>
          <a:p>
            <a:r>
              <a:t>        node-&gt;value = value;</a:t>
            </a:r>
          </a:p>
          <a:p>
            <a:r>
              <a:t>        node-&gt;next = next;</a:t>
            </a:r>
          </a:p>
          <a:p>
            <a:r>
              <a:t>        return node;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LQUEUE_CREATE()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비어 있는 큐를 만들어서 반환한다</a:t>
            </a:r>
          </a:p>
          <a:p/>
          <a:p>
            <a:r>
              <a:t>동작: q에 새로운 LQUEUE를 저장한다</a:t>
            </a:r>
            <a:br/>
            <a:r>
              <a:t>            dummy에 NODE_CREATE(0, NULL)을 저장한다</a:t>
            </a:r>
            <a:br/>
            <a:r>
              <a:t>            q의 front에 dummy를 저장한다</a:t>
            </a:r>
            <a:br/>
            <a:r>
              <a:t>            q의 rear에 dummy를 저장한다</a:t>
            </a:r>
            <a:br/>
            <a:r>
              <a:t>            q의 size에 0을 저장한다</a:t>
            </a:r>
          </a:p>
          <a:p/>
          <a:p>
            <a:r>
              <a:t>반환: q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LQUEUE_CREATE()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lqueue *lqueue_create()</a:t>
            </a:r>
          </a:p>
          <a:p>
            <a:r>
              <a:t>{</a:t>
            </a:r>
          </a:p>
          <a:p>
            <a:r>
              <a:t>        struct lqueue *q = malloc(sizeof(struct lqueue));</a:t>
            </a:r>
          </a:p>
          <a:p>
            <a:r>
              <a:t>        if (!q) exit(1);</a:t>
            </a:r>
          </a:p>
          <a:p>
            <a:r>
              <a:t>        q-&gt;front = q-&gt;rear = node_create(0, NULL); // 더미 노드</a:t>
            </a:r>
          </a:p>
          <a:p>
            <a:r>
              <a:t>        q-&gt;size = 0;</a:t>
            </a:r>
          </a:p>
          <a:p>
            <a:r>
              <a:t>        return q;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데이터가 value인 노드를 만들어 rear 뒤에 추가한다</a:t>
            </a:r>
          </a:p>
          <a:p/>
          <a:p>
            <a:r>
              <a:t>조건: q가 실제 큐를 가리킨다</a:t>
            </a:r>
          </a:p>
          <a:p/>
          <a:p>
            <a:r>
              <a:t>동작: node에 NODE_CREATE(value, NULL)를 저장한다</a:t>
            </a:r>
          </a:p>
          <a:p>
            <a:r>
              <a:t>        q의 rear의 next에 node를 저장한다</a:t>
            </a:r>
          </a:p>
          <a:p>
            <a:r>
              <a:t>        q의 rear에 node를 저장한다</a:t>
            </a:r>
          </a:p>
          <a:p>
            <a:r>
              <a:t>        q의 size를 1 증가시킨다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LQUEUE_ENQUEUE(q, value)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lqueue_enqueue(struct lqueue *q, int value)</a:t>
            </a:r>
          </a:p>
          <a:p>
            <a:r>
              <a:t>{</a:t>
            </a:r>
          </a:p>
          <a:p>
            <a:r>
              <a:t>        if (!q) exit(1);</a:t>
            </a:r>
          </a:p>
          <a:p>
            <a:r>
              <a:t>        q-&gt;rear-&gt;next = node_create(value, NULL);</a:t>
            </a:r>
          </a:p>
          <a:p>
            <a:r>
              <a:t>        q-&gt;rear = q-&gt;rear-&gt;next;</a:t>
            </a:r>
          </a:p>
          <a:p>
            <a:r>
              <a:t>        ++q-&gt;size;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front를 첫 데이터 노드로 만들고 데이터를 반환한다. 첫 데이터 노드 앞에 있던 더미 노드는 삭제한다</a:t>
            </a:r>
          </a:p>
          <a:p/>
          <a:p>
            <a:r>
              <a:t>조건: q의 front의 next 존재</a:t>
            </a:r>
          </a:p>
          <a:p/>
          <a:p>
            <a:r>
              <a:t>동작: old_head에 q의 front를 저장한다</a:t>
            </a:r>
          </a:p>
          <a:p>
            <a:r>
              <a:t>        q의 front에 old_head의 next를 저장한다</a:t>
            </a:r>
          </a:p>
          <a:p>
            <a:r>
              <a:t>        old_head를 삭제한다</a:t>
            </a:r>
          </a:p>
          <a:p>
            <a:r>
              <a:t>        q의 size를 1 감소시킨다</a:t>
            </a:r>
          </a:p>
          <a:p>
            <a:r>
              <a:t>반환: q의 front의 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LQUEUE_DEQUEUE(q)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lqueue_dequeue(struct lqueue *q)</a:t>
            </a:r>
          </a:p>
          <a:p>
            <a:r>
              <a:t>{</a:t>
            </a:r>
          </a:p>
          <a:p>
            <a:r>
              <a:t>        if (!q) exit(1);</a:t>
            </a:r>
          </a:p>
          <a:p>
            <a:r>
              <a:t>        struct node *old_head = q-&gt;front;</a:t>
            </a:r>
          </a:p>
          <a:p>
            <a:r>
              <a:t>        if (!old_head) exit(1);</a:t>
            </a:r>
          </a:p>
          <a:p>
            <a:r>
              <a:t>        if (!old_head-&gt;next) exit(1);</a:t>
            </a:r>
          </a:p>
          <a:p>
            <a:r>
              <a:t>        q-&gt;front = old_head-&gt;next;</a:t>
            </a:r>
          </a:p>
          <a:p>
            <a:r>
              <a:t>        q-&gt;size--;</a:t>
            </a:r>
          </a:p>
          <a:p>
            <a:r>
              <a:t>        free(old_head);</a:t>
            </a:r>
          </a:p>
          <a:p>
            <a:r>
              <a:t>        return q-&gt;front-&gt;value;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배열로 구현한 큐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 인덱스의 범위는 1..capacity</a:t>
            </a:r>
          </a:p>
          <a:p/>
          <a:p>
            <a:r>
              <a:t>data: 데이터를 저장할 배열 (크기는 capacity + 1, 인덱스 0 사용 안 함)</a:t>
            </a:r>
          </a:p>
          <a:p/>
          <a:p>
            <a:r>
              <a:t>capacity: 배열의 최대 저장량</a:t>
            </a:r>
          </a:p>
          <a:p/>
          <a:p>
            <a:r>
              <a:t>front: 가장 오래된 데이터의 인덱스 (초기값 1)</a:t>
            </a:r>
          </a:p>
          <a:p/>
          <a:p>
            <a:r>
              <a:t>rear: 가장 최신 데이터의 인덱스 (초기값 0)</a:t>
            </a:r>
          </a:p>
          <a:p/>
          <a:p>
            <a:r>
              <a:t>size: 저장된 데이터 개수 (초기값 0)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배열-큐 구조체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aqueue {</a:t>
            </a:r>
          </a:p>
          <a:p>
            <a:r>
              <a:t>        int *data;</a:t>
            </a:r>
          </a:p>
          <a:p>
            <a:r>
              <a:t>        int capacity;</a:t>
            </a:r>
          </a:p>
          <a:p>
            <a:r>
              <a:t>        int front;</a:t>
            </a:r>
          </a:p>
          <a:p>
            <a:r>
              <a:t>        int rear;</a:t>
            </a:r>
          </a:p>
          <a:p>
            <a:r>
              <a:t>        int size;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끝에 데이터 value를 추가한다</a:t>
            </a:r>
          </a:p>
          <a:p/>
          <a:p>
            <a:r>
              <a:t>조건: q의 rear &lt; q의 capacity</a:t>
            </a:r>
          </a:p>
          <a:p/>
          <a:p>
            <a:r>
              <a:t>동작: q의 rear를 1 증가시키고 그 자리에 value를 저장한다</a:t>
            </a:r>
          </a:p>
          <a:p>
            <a:r>
              <a:t>        q의 size를 1 증가시킨다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simple_aqueue_enqueue(struct aqueue *q, int value)</a:t>
            </a:r>
          </a:p>
          <a:p>
            <a:r>
              <a:t>{</a:t>
            </a:r>
          </a:p>
          <a:p>
            <a:r>
              <a:t>        if (!q) exit(1);</a:t>
            </a:r>
          </a:p>
          <a:p>
            <a:r>
              <a:t>        if (q-&gt;rear &gt;= q-&gt;capacity) exit(1);</a:t>
            </a:r>
          </a:p>
          <a:p>
            <a:r>
              <a:t>        q-&gt;data[++q-&gt;rear] = value;</a:t>
            </a:r>
          </a:p>
          <a:p>
            <a:r>
              <a:t>        ++q-&gt;size;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첫번째 데이터를 삭제하고 데이터를 반환한다</a:t>
            </a:r>
          </a:p>
          <a:p/>
          <a:p>
            <a:r>
              <a:t>조건: q의 front ≤ q의 rear</a:t>
            </a:r>
          </a:p>
          <a:p/>
          <a:p>
            <a:r>
              <a:t>동작: q의 front에 해당하는 데이터를 tmp에 저장한다</a:t>
            </a:r>
          </a:p>
          <a:p>
            <a:r>
              <a:t>        q의 front를 1 증가시킨다</a:t>
            </a:r>
          </a:p>
          <a:p>
            <a:r>
              <a:t>        q의 size를 1 감소시킨다</a:t>
            </a:r>
          </a:p>
          <a:p>
            <a:r>
              <a:t>반환: tmp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simple_aqueue_dequeue(struct aqueue *q)</a:t>
            </a:r>
          </a:p>
          <a:p>
            <a:r>
              <a:t>{</a:t>
            </a:r>
          </a:p>
          <a:p>
            <a:r>
              <a:t>        if (!q) exit(1);</a:t>
            </a:r>
          </a:p>
          <a:p>
            <a:r>
              <a:t>        if (q-&gt;front &gt; q-&gt;rear) exit(1);</a:t>
            </a:r>
          </a:p>
          <a:p>
            <a:r>
              <a:t>        int tmp = q-&gt;data[q-&gt;front++];</a:t>
            </a:r>
          </a:p>
          <a:p>
            <a:r>
              <a:t>        q-&gt;size--;</a:t>
            </a:r>
          </a:p>
          <a:p>
            <a:r>
              <a:t>        return tmp;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단순하게 배열로 구현한 큐의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초기 상태: front = 1, rear = 0, size = 0</a:t>
            </a:r>
          </a:p>
          <a:p/>
          <a:p>
            <a:r>
              <a:t>비어있는 상태: 항상 size == 0, front &gt; rear</a:t>
            </a:r>
          </a:p>
          <a:p/>
          <a:p>
            <a:r>
              <a:t>크기: size == rear - front + 1</a:t>
            </a:r>
          </a:p>
          <a:p/>
          <a:p>
            <a:r>
              <a:t>추가 불가 상태: rear == capacity</a:t>
            </a:r>
          </a:p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원형 배열로 구현한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원형 배열: 인덱스가 capacity를 넘어가면 다시 1이 된다</a:t>
            </a:r>
          </a:p>
          <a:p/>
          <a:p>
            <a:r>
              <a:t>size로 비어있음과 꽉차있음을 체크한다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끝에 데이터 value를 추가한다</a:t>
            </a:r>
          </a:p>
          <a:p/>
          <a:p>
            <a:r>
              <a:t>조건: q의 size &lt; q의 capacity</a:t>
            </a:r>
          </a:p>
          <a:p/>
          <a:p>
            <a:r>
              <a:t>동작: q의 rear를 1 증가시킨다</a:t>
            </a:r>
          </a:p>
          <a:p>
            <a:r>
              <a:t>        만약: q의 rear가 q의 capacity를 넘어갔으면</a:t>
            </a:r>
          </a:p>
          <a:p>
            <a:r>
              <a:t>                q의 rear에 1을 저장한다</a:t>
            </a:r>
          </a:p>
          <a:p>
            <a:r>
              <a:t>        q의 data[q의 rear]에 value를 저장한다</a:t>
            </a:r>
          </a:p>
          <a:p>
            <a:r>
              <a:t>        q의 size를 1 증가시킨다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CIRCULAR_AQUEUE_ENQUEUE(q,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circular_aqueue_enqueue(struct aqueue *q, int value)</a:t>
            </a:r>
          </a:p>
          <a:p>
            <a:r>
              <a:t>{</a:t>
            </a:r>
          </a:p>
          <a:p>
            <a:r>
              <a:t>        if (!q) exit(1);</a:t>
            </a:r>
          </a:p>
          <a:p>
            <a:r>
              <a:t>        if (q-&gt;size &gt;= q-&gt;capacity) exit(1);</a:t>
            </a:r>
          </a:p>
          <a:p>
            <a:r>
              <a:t>        ++q-&gt;rear;</a:t>
            </a:r>
          </a:p>
          <a:p>
            <a:r>
              <a:t>        if (q-&gt;rear &gt; q-&gt;capacity)</a:t>
            </a:r>
          </a:p>
          <a:p>
            <a:r>
              <a:t>                q-&gt;rear = 1;</a:t>
            </a:r>
          </a:p>
          <a:p>
            <a:r>
              <a:t>        q-&gt;data[q-&gt;rear] = value;</a:t>
            </a:r>
          </a:p>
          <a:p>
            <a:r>
              <a:t>        ++q-&gt;size;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q의 front 데이터를 삭제하고 반환한다</a:t>
            </a:r>
          </a:p>
          <a:p/>
          <a:p>
            <a:r>
              <a:t>조건: q의 size &gt; 0</a:t>
            </a:r>
          </a:p>
          <a:p/>
          <a:p>
            <a:r>
              <a:t>동작: tmp에 q의 data[q의 front]를 저장한다</a:t>
            </a:r>
          </a:p>
          <a:p>
            <a:r>
              <a:t>        q의 front를 1 증가시킨다</a:t>
            </a:r>
          </a:p>
          <a:p>
            <a:r>
              <a:t>        만약: q의 front가 q의 capacity를 넘어갔으면</a:t>
            </a:r>
          </a:p>
          <a:p>
            <a:r>
              <a:t>                q의 front에 1을 저장한다</a:t>
            </a:r>
          </a:p>
          <a:p>
            <a:r>
              <a:t>        q의 size를 1 감소시킨다</a:t>
            </a:r>
          </a:p>
          <a:p>
            <a:r>
              <a:t>반환: tmp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CIRCULAR_AQUEUE_DEQUEUE(q)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circular_aqueue_dequeue(struct aqueue *q)</a:t>
            </a:r>
          </a:p>
          <a:p>
            <a:r>
              <a:t>{</a:t>
            </a:r>
          </a:p>
          <a:p>
            <a:r>
              <a:t>        if (!q) exit(1);</a:t>
            </a:r>
          </a:p>
          <a:p>
            <a:r>
              <a:t>        if (q-&gt;size == 0) exit(1);</a:t>
            </a:r>
          </a:p>
          <a:p>
            <a:r>
              <a:t>        int tmp = q-&gt;data[q-&gt;front++];</a:t>
            </a:r>
          </a:p>
          <a:p>
            <a:r>
              <a:t>        if (q-&gt;front &gt; q-&gt;capacity)</a:t>
            </a:r>
          </a:p>
          <a:p>
            <a:r>
              <a:t>                q-&gt;front = 1;</a:t>
            </a:r>
          </a:p>
          <a:p>
            <a:r>
              <a:t>        q-&gt;size--;</a:t>
            </a:r>
          </a:p>
          <a:p>
            <a:r>
              <a:t>        return tmp;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미로 정보: 2차원 배열 (배열의 배열)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미로[i][j]: (행 i, 열 j) 위치의 상태</a:t>
            </a:r>
          </a:p>
          <a:p/>
          <a:p>
            <a:r>
              <a:t>0 : 통로(아직 처리하지 않음)</a:t>
            </a:r>
          </a:p>
          <a:p/>
          <a:p>
            <a:r>
              <a:t>1 : 벽</a:t>
            </a:r>
          </a:p>
          <a:p/>
          <a:p>
            <a:r>
              <a:t>row*len + col : 최단경로에서 이전 좌표의 선형 index</a:t>
            </a:r>
          </a:p>
          <a:p/>
          <a:p>
            <a:r>
              <a:t>0행과 0열은 모두 벽(1)로 두어, 내부 좌표에서 0/1과의 값 충돌을 방지함</a:t>
            </a:r>
          </a:p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좌표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row: 행 좌표</a:t>
            </a:r>
          </a:p>
          <a:p/>
          <a:p>
            <a:r>
              <a:t>col: 열 좌표</a:t>
            </a:r>
          </a:p>
          <a:p/>
          <a:p>
            <a:r>
              <a:t>distance: 출발점부터의 거리 (출발점은 0)</a:t>
            </a:r>
          </a:p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좌표 구조체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point {</a:t>
            </a:r>
          </a:p>
          <a:p>
            <a:r>
              <a:t>        int row;</a:t>
            </a:r>
          </a:p>
          <a:p>
            <a:r>
              <a:t>        int col;</a:t>
            </a:r>
          </a:p>
          <a:p>
            <a:r>
              <a:t>        int distance;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MAZE_STATUS(maze,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반환: maze[point의 row][point의 col]</a:t>
            </a:r>
          </a:p>
          <a:p/>
          <a:p>
            <a:r>
              <a:t>//  0 : 미방문 통로</a:t>
            </a:r>
          </a:p>
          <a:p>
            <a:r>
              <a:t>//  1 : 벽</a:t>
            </a:r>
          </a:p>
          <a:p>
            <a:r>
              <a:t>// ≥ len+1 : 최단거리 계산됨 - 이전 좌표의 선형 index</a:t>
            </a:r>
          </a:p>
          <a:p>
            <a:r>
              <a:t>// -1 : 출발점 표시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MAZE_STATUS(maze, point)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maze_status(int **maze, struct point point)</a:t>
            </a:r>
          </a:p>
          <a:p>
            <a:r>
              <a:t>{</a:t>
            </a:r>
          </a:p>
          <a:p>
            <a:r>
              <a:t>        return maze[point.row][point.col];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MAZE_MARK(maze, point, from)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maze[point의 row][point의 col]에 from 저장</a:t>
            </a:r>
          </a:p>
          <a:p/>
          <a:p>
            <a:r>
              <a:t>최단경로에서 이전 좌표가 (i, j)일 때 from == i * len + j// 일차적으로는 처리가 됐다는 정보가 저장됨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MAZE_MARK(maze, point, from)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maze_mark(int **maze, struct point point, int from)</a:t>
            </a:r>
          </a:p>
          <a:p>
            <a:r>
              <a:t>{</a:t>
            </a:r>
          </a:p>
          <a:p>
            <a:r>
              <a:t>        maze[point.row][point.col] = from;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좌표 선형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points: 좌표 구조체의 배열</a:t>
            </a:r>
          </a:p>
          <a:p/>
          <a:p>
            <a:r>
              <a:t>front: 꺼낼 좌표의 인덱스</a:t>
            </a:r>
          </a:p>
          <a:p/>
          <a:p>
            <a:r>
              <a:t>rear: 마지막으로 저장된 좌표의 인덱스</a:t>
            </a:r>
          </a:p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좌표 선형 큐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point_queue {</a:t>
            </a:r>
          </a:p>
          <a:p>
            <a:r>
              <a:t>        struct point *points;</a:t>
            </a:r>
          </a:p>
          <a:p>
            <a:r>
              <a:t>        int front;</a:t>
            </a:r>
          </a:p>
          <a:p>
            <a:r>
              <a:t>        int rear;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POINT_QUEUE_CREATE(capacity)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point_queue *point_queue_create(int capacity)</a:t>
            </a:r>
          </a:p>
          <a:p>
            <a:r>
              <a:t>{</a:t>
            </a:r>
          </a:p>
          <a:p>
            <a:r>
              <a:t>        struct point_queue *q = malloc(sizeof(struct point_queue));</a:t>
            </a:r>
          </a:p>
          <a:p>
            <a:r>
              <a:t>        if (!q) return NULL;</a:t>
            </a:r>
          </a:p>
          <a:p>
            <a:r>
              <a:t>        q-&gt;points = malloc(sizeof(struct point) * (capacity + 1));</a:t>
            </a:r>
          </a:p>
          <a:p>
            <a:r>
              <a:t>        if (!q-&gt;points) {</a:t>
            </a:r>
          </a:p>
          <a:p>
            <a:r>
              <a:t>                free(q);</a:t>
            </a:r>
          </a:p>
          <a:p>
            <a:r>
              <a:t>                return NULL;</a:t>
            </a:r>
          </a:p>
          <a:p>
            <a:r>
              <a:t>        }</a:t>
            </a:r>
          </a:p>
          <a:p>
            <a:r>
              <a:t>        q-&gt;front = 1;</a:t>
            </a:r>
          </a:p>
          <a:p>
            <a:r>
              <a:t>        q-&gt;rear = 0;</a:t>
            </a:r>
          </a:p>
          <a:p>
            <a:r>
              <a:t>        return q;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POINT_QUEUE_FREE(q)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point_queue_free(struct point_queue *q)</a:t>
            </a:r>
          </a:p>
          <a:p>
            <a:r>
              <a:t>{</a:t>
            </a:r>
          </a:p>
          <a:p>
            <a:r>
              <a:t>        free(q-&gt;points);</a:t>
            </a:r>
          </a:p>
          <a:p>
            <a:r>
              <a:t>        free(q);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POINT_QUEUE_ENQUEUE(q, point)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point_queue_enqueue(struct point_queue *q, struct point point)</a:t>
            </a:r>
          </a:p>
          <a:p>
            <a:r>
              <a:t>{</a:t>
            </a:r>
          </a:p>
          <a:p>
            <a:r>
              <a:t>        q-&gt;points[++q-&gt;rear] = point;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POINT_QUEUE_DEQUEUE(q)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point point_queue_dequeue(struct point_queue *q)</a:t>
            </a:r>
          </a:p>
          <a:p>
            <a:r>
              <a:t>{</a:t>
            </a:r>
          </a:p>
          <a:p>
            <a:r>
              <a:t>        return q-&gt;points[q-&gt;front++];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NEXT_POINT(point, direction)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point의 좌표를 direction 방향으로 이동한 좌표 반환</a:t>
            </a:r>
          </a:p>
          <a:p>
            <a:r>
              <a:t>distance는 point의 distance에서 1 증가</a:t>
            </a:r>
          </a:p>
          <a:p>
            <a:r>
              <a:t>direction: 1(상), 2(하), 3(좌), 4(우)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NEXT_POINT(point, direction)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point next_point(struct point point, int direction)</a:t>
            </a:r>
          </a:p>
          <a:p>
            <a:r>
              <a:t>{</a:t>
            </a:r>
          </a:p>
          <a:p>
            <a:r>
              <a:t>        struct point next = point;</a:t>
            </a:r>
          </a:p>
          <a:p>
            <a:r>
              <a:t>        next.distance++;</a:t>
            </a:r>
          </a:p>
          <a:p>
            <a:r>
              <a:t>        if (direction == 1) {</a:t>
            </a:r>
          </a:p>
          <a:p>
            <a:r>
              <a:t>                next.row--;</a:t>
            </a:r>
          </a:p>
          <a:p>
            <a:r>
              <a:t>        } else if (direction == 2) {</a:t>
            </a:r>
          </a:p>
          <a:p>
            <a:r>
              <a:t>                next.row++;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NEXT_POINT(point, direction)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} else if (direction == 3) {</a:t>
            </a:r>
          </a:p>
          <a:p>
            <a:r>
              <a:t>                next.col--;</a:t>
            </a:r>
          </a:p>
          <a:p>
            <a:r>
              <a:t>        } else if (direction == 4) {</a:t>
            </a:r>
          </a:p>
          <a:p>
            <a:r>
              <a:t>                next.col++;</a:t>
            </a:r>
          </a:p>
          <a:p>
            <a:r>
              <a:t>        }</a:t>
            </a:r>
          </a:p>
          <a:p>
            <a:r>
              <a:t>        return next;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PUSH_NBRS(maze, len, to_visit,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point_index에 point의 row * len + point의 col 저장</a:t>
            </a:r>
          </a:p>
          <a:p>
            <a:r>
              <a:t>반복: point의 상하좌우 좌표 next에 대하여</a:t>
            </a:r>
          </a:p>
          <a:p>
            <a:r>
              <a:t>       만약: STATUS(maze, next) == 0 이면</a:t>
            </a:r>
          </a:p>
          <a:p>
            <a:r>
              <a:t>              MARK(maze, next, point_index)</a:t>
            </a:r>
          </a:p>
          <a:p>
            <a:r>
              <a:t>              ENQUEUE(to_visit, next)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PUSH_NBRS(maze, len, to_visit, point)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push_nbrs(int **maze, int len, struct point_queue *to_visit, struct point point)</a:t>
            </a:r>
          </a:p>
          <a:p>
            <a:r>
              <a:t>{</a:t>
            </a:r>
          </a:p>
          <a:p>
            <a:r>
              <a:t>        for (int direction = 1; direction &lt;= 4; direction++) {</a:t>
            </a:r>
          </a:p>
          <a:p>
            <a:r>
              <a:t>                struct point next = next_point(point, direction);</a:t>
            </a:r>
          </a:p>
          <a:p>
            <a:r>
              <a:t>                if (maze_status(maze, next) == 0) {</a:t>
            </a:r>
          </a:p>
          <a:p>
            <a:r>
              <a:t>                        maze_mark(maze, next);</a:t>
            </a:r>
          </a:p>
          <a:p>
            <a:r>
              <a:t>                        point_queue_enqueue(to_visit, next);</a:t>
            </a:r>
          </a:p>
          <a:p>
            <a:r>
              <a:t>                }</a:t>
            </a:r>
          </a:p>
          <a:p>
            <a:r>
              <a:t>    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FIND(maze, len, start, end) 개요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to_visit에 CREATE(len * len) 저장     // 갈 곳들</a:t>
            </a:r>
          </a:p>
          <a:p>
            <a:r>
              <a:t>start의 distance에 0 저장</a:t>
            </a:r>
          </a:p>
          <a:p>
            <a:r>
              <a:t>MARK(maze, start, -1)</a:t>
            </a:r>
          </a:p>
          <a:p>
            <a:r>
              <a:t>ENQUEUE(to_visit, start)</a:t>
            </a:r>
          </a:p>
          <a:p>
            <a:r>
              <a:t>반복: to_visit이 비어있지 않음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FIND(maze, start, end, len) C 코드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find(int **maze, int len, struct point start, struct point end)</a:t>
            </a:r>
          </a:p>
          <a:p>
            <a:r>
              <a:t>{</a:t>
            </a:r>
          </a:p>
          <a:p>
            <a:r>
              <a:t>        struct point_queue *to_visit = point_queue_create(len * len);</a:t>
            </a:r>
          </a:p>
          <a:p>
            <a:r>
              <a:t>        if (!to_visit) return -1;</a:t>
            </a:r>
          </a:p>
          <a:p>
            <a:r>
              <a:t>        start.distance = 0;</a:t>
            </a:r>
          </a:p>
          <a:p>
            <a:r>
              <a:t>        maze_mark(maze, start, -1);</a:t>
            </a:r>
          </a:p>
          <a:p>
            <a:r>
              <a:t>        point_queue_enqueue(to_visit, start);</a:t>
            </a:r>
          </a:p>
          <a:p>
            <a:r>
              <a:t>        while (to_visit-&gt;front &lt;= to_visit-&gt;rear) {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FIND(maze, len, start, end) 개요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point에 DEQUEUE(to_visit) 저장</a:t>
            </a:r>
          </a:p>
          <a:p>
            <a:r>
              <a:t>       만약: point와 end의 좌표가 동일</a:t>
            </a:r>
          </a:p>
          <a:p>
            <a:r>
              <a:t>               반환: point.distance</a:t>
            </a:r>
          </a:p>
          <a:p>
            <a:r>
              <a:t>       PUSH_NBRS(maze, len, to_visit, point)</a:t>
            </a:r>
          </a:p>
          <a:p>
            <a:r>
              <a:t>반환: -1 (못찾음)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FIND(maze, start, end, len) C 코드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        struct point point = point_queue_dequeue(to_visit);</a:t>
            </a:r>
          </a:p>
          <a:p>
            <a:r>
              <a:t>                if (point.row == end.row &amp;&amp; point.col == end.col) {</a:t>
            </a:r>
          </a:p>
          <a:p>
            <a:r>
              <a:t>                        point_queue_free(to_visit);</a:t>
            </a:r>
          </a:p>
          <a:p>
            <a:r>
              <a:t>                        return point.distance; // 도착점까지 거리</a:t>
            </a:r>
          </a:p>
          <a:p>
            <a:r>
              <a:t>                push_nbrs(maze, len, to_visit, point);</a:t>
            </a:r>
          </a:p>
          <a:p>
            <a:r>
              <a:t>                }</a:t>
            </a:r>
          </a:p>
          <a:p>
            <a:r>
              <a:t>        }</a:t>
            </a:r>
          </a:p>
          <a:p>
            <a:r>
              <a:t>        point_queue_free(to_visit);</a:t>
            </a:r>
          </a:p>
          <a:p>
            <a:r>
              <a:t>        return -1;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DECODE_PATH(maze, len, end, path_len)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path에 새 좌표 배열 저장 (크기: path_len + 1)</a:t>
            </a:r>
          </a:p>
          <a:p>
            <a:r>
              <a:t>point에 end 저장</a:t>
            </a:r>
          </a:p>
          <a:p>
            <a:r>
              <a:t>반복: i를 path_len - 1부터 0까지</a:t>
            </a:r>
          </a:p>
          <a:p>
            <a:r>
              <a:t>        path[i]에 point를 저장한다</a:t>
            </a:r>
          </a:p>
          <a:p>
            <a:r>
              <a:t>        prev_data에 STATUS(maze, point)를 저장한다</a:t>
            </a:r>
          </a:p>
          <a:p>
            <a:r>
              <a:t>        point의 row에 prev_data / len를 저장한다</a:t>
            </a:r>
          </a:p>
          <a:p>
            <a:r>
              <a:t>        point의 col에 prev_data % len를 저장한다</a:t>
            </a:r>
          </a:p>
          <a:p>
            <a:r>
              <a:t>반환: path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DECODE_PATH(maze, len, end, path_len)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point *decode_path(int **maze, int len, struct point end, int path_len)</a:t>
            </a:r>
          </a:p>
          <a:p>
            <a:r>
              <a:t>{</a:t>
            </a:r>
          </a:p>
          <a:p>
            <a:r>
              <a:t>        struct point *path = malloc(sizeof(struct point) * (path_len + 1));</a:t>
            </a:r>
          </a:p>
          <a:p>
            <a:r>
              <a:t>        if (!path) return NULL;</a:t>
            </a:r>
          </a:p>
          <a:p>
            <a:r>
              <a:t>        struct point point = end;</a:t>
            </a:r>
          </a:p>
          <a:p>
            <a:r>
              <a:t>        for (int i = path_len; i &gt;= 0; i--) {</a:t>
            </a:r>
          </a:p>
          <a:p>
            <a:r>
              <a:t>                path[i] = point;</a:t>
            </a:r>
          </a:p>
          <a:p>
            <a:r>
              <a:t>                int prev_data = maze_status(maze, point);</a:t>
            </a:r>
          </a:p>
          <a:p>
            <a:r>
              <a:t>                point.row = prev_data / len;</a:t>
            </a:r>
          </a:p>
          <a:p>
            <a:r>
              <a:t>                point.col = prev_data % len;</a:t>
            </a:r>
          </a:p>
          <a:p>
            <a:r>
              <a:t>        }</a:t>
            </a:r>
          </a:p>
          <a:p>
            <a:r>
              <a:t>        return path;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CREATE_SAMPLE_MAZE()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미로 샘플 2차원 배열을 만들어서 반환한다</a:t>
            </a:r>
          </a:p>
          <a:p/>
          <a:p>
            <a:r>
              <a:t>동작: maze에 행 개수만큼 메모리 할당</a:t>
            </a:r>
          </a:p>
          <a:p>
            <a:r>
              <a:t>            maze의 각 행에 열 개수만큼 메모리 할당</a:t>
            </a:r>
          </a:p>
          <a:p>
            <a:r>
              <a:t>            maze의 테두리에 1 저장</a:t>
            </a:r>
          </a:p>
          <a:p>
            <a:r>
              <a:t>            sample에 미로 샘플 저장 (2차원 배열 초기화)</a:t>
            </a:r>
          </a:p>
          <a:p>
            <a:r>
              <a:t>            maze 안쪽에 sample 데이터 복사</a:t>
            </a:r>
          </a:p>
          <a:p>
            <a:r>
              <a:t>            maze 반환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MAZE_TEST()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시작점 (1,1) → 도착점 (5,5) 경로를 찾는다.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MAZE_TEST()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maze_test()</a:t>
            </a:r>
          </a:p>
          <a:p>
            <a:r>
              <a:t>{</a:t>
            </a:r>
          </a:p>
          <a:p>
            <a:r>
              <a:t>        int maze[7][7] = {                {1, 1, 1, 1, 1, 1, 1},                {1, 0, 0, 0, 0, 0, 1},                {1, 0, 0, 1, 0, 1, 1},                {1, 0, 1, 0, 0, 0, 1},                {1, 0, 1, 0, 1, 0, 1},                {1, 0, 0, 0, 1, 0, 1},                {1, 1, 1, 1, 1, 1, 1},        };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MAZE_TEST()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struct point start = {1, 1, 0};</a:t>
            </a:r>
          </a:p>
          <a:p>
            <a:r>
              <a:t>        struct point end   = {5, 5, 0};</a:t>
            </a:r>
          </a:p>
          <a:p>
            <a:r>
              <a:t>        int *maze_row_ptrs[7];</a:t>
            </a:r>
          </a:p>
          <a:p>
            <a:r>
              <a:t>        for(int i = 0; i &lt; 7; i++)</a:t>
            </a:r>
          </a:p>
          <a:p>
            <a:r>
              <a:t>                maze_row_ptrs[i] = maze[i];</a:t>
            </a:r>
          </a:p>
          <a:p>
            <a:r>
              <a:t>        int path_len = find(maze_row_ptrs, 7, start, end);</a:t>
            </a:r>
          </a:p>
          <a:p>
            <a:r>
              <a:t>        if (path_len &lt; 0) {</a:t>
            </a:r>
          </a:p>
          <a:p>
            <a:r>
              <a:t>               printf("no path found\n");</a:t>
            </a:r>
          </a:p>
          <a:p>
            <a:r>
              <a:t>               return;</a:t>
            </a:r>
          </a:p>
          <a:p>
            <a:r>
              <a:t>        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MAZE_TEST() C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struct point *path = decode_path(maze, 7, end, path_len);</a:t>
            </a:r>
          </a:p>
          <a:p>
            <a:r>
              <a:t>        for (int i = 1; i &lt;= path_len; i++)</a:t>
            </a:r>
          </a:p>
          <a:p>
            <a:r>
              <a:t>                printf("(%d,%d), ", path[i].row, path[i].col);</a:t>
            </a:r>
          </a:p>
          <a:p>
            <a:r>
              <a:t>        printf("\n");</a:t>
            </a:r>
          </a:p>
          <a:p>
            <a:r>
              <a:t>       //리소스 정리</a:t>
            </a:r>
          </a:p>
          <a:p>
            <a:r>
              <a:t>       free(path);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단방향 링크드 리스트로 구현한 스택에서 데이터 추가/삭제</a:t>
            </a:r>
          </a:p>
          <a:p/>
          <a:p>
            <a:r>
              <a:t>배열로 구현한 스택에서 데이터 추가/삭제</a:t>
            </a:r>
          </a:p>
          <a:p/>
          <a:p>
            <a:r>
              <a:t>미로 찾기 예제</a:t>
            </a:r>
          </a:p>
          <a:p/>
          <a:p>
            <a:r>
              <a:t>다음주: 삭제할 때 추가된 순서대로인 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구조체_대입_연산.c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struct Point {</a:t>
            </a:r>
          </a:p>
          <a:p>
            <a:r>
              <a:t>        int x;</a:t>
            </a:r>
          </a:p>
          <a:p>
            <a:r>
              <a:t>        int y;</a:t>
            </a:r>
          </a:p>
          <a:p>
            <a:r>
              <a:t>};</a:t>
            </a:r>
          </a:p>
          <a:p/>
          <a:p>
            <a:r>
              <a:t>void struct_test()</a:t>
            </a:r>
            <a:br/>
            <a:r>
              <a:t>{</a:t>
            </a:r>
          </a:p>
          <a:p>
            <a:r>
              <a:t>        struct Point p1;</a:t>
            </a:r>
          </a:p>
          <a:p>
            <a:r>
              <a:t>        p1.x = 1;</a:t>
            </a:r>
          </a:p>
          <a:p>
            <a:r>
              <a:t>        p1.y = 2;</a:t>
            </a:r>
          </a:p>
          <a:p>
            <a:r>
              <a:t>        struct Point p2 = p1;</a:t>
            </a:r>
          </a:p>
          <a:p>
            <a:r>
              <a:t>        printf("(%d, %d)\n", p2.x, p2.y);</a:t>
            </a:r>
          </a:p>
          <a:p>
            <a:r>
              <a:t>}</a:t>
            </a:r>
          </a:p>
          <a:p/>
          <a:p>
            <a:r>
              <a:t>struct_test()를 실행했을 때 화면에 출력되는 문자열은?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배열.c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void array_test()</a:t>
            </a:r>
            <a:br/>
            <a:r>
              <a:t>{</a:t>
            </a:r>
          </a:p>
          <a:p>
            <a:r>
              <a:t>        int arr[3];</a:t>
            </a:r>
          </a:p>
          <a:p>
            <a:r>
              <a:t>        arr[0] = 1;</a:t>
            </a:r>
          </a:p>
          <a:p>
            <a:r>
              <a:t>        arr[1] = 2;</a:t>
            </a:r>
          </a:p>
          <a:p>
            <a:r>
              <a:t>        arr[2] = 3;</a:t>
            </a:r>
          </a:p>
          <a:p>
            <a:r>
              <a:t>        for (int i = 0; i &lt; 3; i++)</a:t>
            </a:r>
          </a:p>
          <a:p>
            <a:r>
              <a:t>                printf("%d ", arr[i]);</a:t>
            </a:r>
          </a:p>
          <a:p/>
          <a:p>
            <a:r>
              <a:t>        printf("\n");</a:t>
            </a:r>
          </a:p>
          <a:p>
            <a:r>
              <a:t>}</a:t>
            </a:r>
          </a:p>
          <a:p/>
          <a:p>
            <a:r>
              <a:t>array_test()를 실행했을 때 화면에 출력되는 문자열은?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배열_포인터.c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void array_ptr_test()</a:t>
            </a:r>
            <a:br/>
            <a:r>
              <a:t>{</a:t>
            </a:r>
          </a:p>
          <a:p>
            <a:r>
              <a:t>        int arr[3];</a:t>
            </a:r>
          </a:p>
          <a:p>
            <a:r>
              <a:t>        int *arr_ptr = arr;</a:t>
            </a:r>
          </a:p>
          <a:p>
            <a:r>
              <a:t>        arr_ptr[0] = 1;</a:t>
            </a:r>
          </a:p>
          <a:p>
            <a:r>
              <a:t>        arr_ptr[1] = 2;</a:t>
            </a:r>
          </a:p>
          <a:p>
            <a:r>
              <a:t>        arr_ptr[2] = 3;</a:t>
            </a:r>
          </a:p>
          <a:p>
            <a:r>
              <a:t>        for (int i = 0; i &lt; 3; i++)</a:t>
            </a:r>
          </a:p>
          <a:p>
            <a:r>
              <a:t>                printf("%d ", arr_ptr[i]);</a:t>
            </a:r>
          </a:p>
          <a:p/>
          <a:p>
            <a:r>
              <a:t>        printf("\n");</a:t>
            </a:r>
          </a:p>
          <a:p>
            <a:r>
              <a:t>}</a:t>
            </a:r>
          </a:p>
          <a:p/>
          <a:p>
            <a:r>
              <a:t>array_ptr_test()를 실행했을 때 화면에 출력되는 문자열은?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배열_포인터_파라미터.c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void array_set_elements(int *arr_ptr)</a:t>
            </a:r>
            <a:br/>
            <a:r>
              <a:t>{</a:t>
            </a:r>
          </a:p>
          <a:p>
            <a:r>
              <a:t>        arr_ptr[0] = 1;</a:t>
            </a:r>
          </a:p>
          <a:p>
            <a:r>
              <a:t>        arr_ptr[1] = 2;</a:t>
            </a:r>
          </a:p>
          <a:p>
            <a:r>
              <a:t>        arr_ptr[2] = 3;</a:t>
            </a:r>
          </a:p>
          <a:p>
            <a:r>
              <a:t>}</a:t>
            </a:r>
          </a:p>
          <a:p/>
          <a:p>
            <a:r>
              <a:t>void array_fun_test()</a:t>
            </a:r>
            <a:br/>
            <a:r>
              <a:t>{</a:t>
            </a:r>
          </a:p>
          <a:p>
            <a:r>
              <a:t>        int arr[3];</a:t>
            </a:r>
          </a:p>
          <a:p>
            <a:r>
              <a:t>        array_set_elements(arr);</a:t>
            </a:r>
          </a:p>
          <a:p>
            <a:r>
              <a:t>        for (int i = 0; i &lt; 3; i++)</a:t>
            </a:r>
          </a:p>
          <a:p>
            <a:r>
              <a:t>                printf("%d ", arr[i]);</a:t>
            </a:r>
          </a:p>
          <a:p/>
          <a:p>
            <a:r>
              <a:t>        printf("\n");</a:t>
            </a:r>
          </a:p>
          <a:p>
            <a:r>
              <a:t>}</a:t>
            </a:r>
          </a:p>
          <a:p/>
          <a:p>
            <a:r>
              <a:t>array_fun_test()를 실행했을 때 화면에 출력되는 문자열은?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if와 else에서 모두 문장 하나만 실행할 때는 중괄호를 쓰지 않는다.</a:t>
            </a:r>
          </a:p>
          <a:p/>
          <a:p>
            <a:r>
              <a:t>if (condition)</a:t>
            </a:r>
            <a:br/>
            <a:r>
              <a:t>        do_this();</a:t>
            </a:r>
            <a:br/>
            <a:r>
              <a:t>else</a:t>
            </a:r>
            <a:br/>
            <a:r>
              <a:t>        do_that();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 (나쁜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if의 문장을 숨길 것이 아닌 한 한줄에 쓰지 않는다.</a:t>
            </a:r>
          </a:p>
          <a:p/>
          <a:p>
            <a:r>
              <a:t>if (condition) do_this;</a:t>
            </a:r>
            <a:br/>
            <a:r>
              <a:t>do_something_everytime;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 (나쁜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괄호를 쓰지 않기 위해서 쉼표를 쓰지 않는다.</a:t>
            </a:r>
          </a:p>
          <a:p/>
          <a:p>
            <a:r>
              <a:t>if (condition)</a:t>
            </a:r>
            <a:br/>
            <a:r>
              <a:t>        do_this(), do_that();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if나 else 중 하나에만 문장이 두개 이상 있어도 모두 중괄호를 쓴다.</a:t>
            </a:r>
          </a:p>
          <a:p/>
          <a:p>
            <a:r>
              <a:t>if (condition) {</a:t>
            </a:r>
            <a:br/>
            <a:r>
              <a:t>        do_this();</a:t>
            </a:r>
            <a:br/>
            <a:r>
              <a:t>        do_that();</a:t>
            </a:r>
            <a:br/>
            <a:r>
              <a:t>} else {</a:t>
            </a:r>
            <a:br/>
            <a:r>
              <a:t>        otherwise();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반복문의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반복문은 단순 문장 한개만 있지 않은 한 항상 중괄호를 쓴다.</a:t>
            </a:r>
          </a:p>
          <a:p/>
          <a:p>
            <a:r>
              <a:t>while (condition) {</a:t>
            </a:r>
            <a:br/>
            <a:r>
              <a:t>        if (test)</a:t>
            </a:r>
            <a:br/>
            <a:r>
              <a:t>                do_something();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키워드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키워드 다음에는 띄어쓰기를 한칸 한다.</a:t>
            </a:r>
          </a:p>
          <a:p/>
          <a:p>
            <a:r>
              <a:t>if, switch, case, for, do, while</a:t>
            </a:r>
          </a:p>
          <a:p/>
          <a:p>
            <a:r>
              <a:t>sizeof 다음에는 띄어쓰기를 하지 않는다.</a:t>
            </a:r>
          </a:p>
          <a:p/>
          <a:p>
            <a:r>
              <a:t>좋은 예: s = sizeof(struct file);</a:t>
            </a:r>
          </a:p>
          <a:p/>
          <a:p>
            <a:r>
              <a:t>괄호 안쪽 주변에는 띄어쓰기를 하지 않는다.</a:t>
            </a:r>
          </a:p>
          <a:p/>
          <a:p>
            <a:r>
              <a:t>나쁜 예: s = sizeof( struct file );</a:t>
            </a:r>
          </a:p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포인터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포인터 변수를 선언하거나, 포인터를 반환하는 함수를 선언할 때,</a:t>
            </a:r>
          </a:p>
          <a:p/>
          <a:p>
            <a:r>
              <a:t> *은 변수 이름이나 함수 이름에 붙인다.</a:t>
            </a:r>
          </a:p>
          <a:p/>
          <a:p>
            <a:r>
              <a:t> *을 타입 옆에 붙이지 않는다.</a:t>
            </a:r>
          </a:p>
          <a:p/>
          <a:p>
            <a:r>
              <a:t>char *linux_banner;</a:t>
            </a:r>
            <a:br/>
            <a:r>
              <a:t>unsigned long long memparse(char *ptr, char **retptr);</a:t>
            </a:r>
            <a:br/>
            <a:r>
              <a:t>char *match_strdup(substring_t *s);</a:t>
            </a:r>
          </a:p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이항연산자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이항 연산자 / 삼항 연산자 주변에는 띄어쓰기를 한칸 한다.</a:t>
            </a:r>
          </a:p>
          <a:p/>
          <a:p>
            <a:r>
              <a:t>= + -  * / % &lt; &gt; &lt;= &gt;= == != &amp; | ? :</a:t>
            </a:r>
          </a:p>
          <a:p/>
          <a:p>
            <a:r>
              <a:t>다음 구조체 멤버 연산자 주변에는 띄어쓰기를 하지 않는다.</a:t>
            </a:r>
          </a:p>
          <a:p/>
          <a:p>
            <a:r>
              <a:t>. -&gt;</a:t>
            </a:r>
          </a:p>
          <a:p/>
          <a:p>
            <a:r>
              <a:t>area = rect.x  *rect.y;</a:t>
            </a:r>
          </a:p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단항연산자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단항 연산자 뒤에는 띄어쓰기를 하지 않는다.</a:t>
            </a:r>
          </a:p>
          <a:p/>
          <a:p>
            <a:r>
              <a:t>&amp;  *+ - ~ ! sizeof</a:t>
            </a:r>
          </a:p>
          <a:p/>
          <a:p>
            <a:r>
              <a:t>다음 postfix 증감 단항 연산자 주변에는 띄어쓰기를 하지 않는다.</a:t>
            </a:r>
          </a:p>
          <a:p/>
          <a:p>
            <a:r>
              <a:t>++ --</a:t>
            </a:r>
          </a:p>
          <a:p/>
          <a:p>
            <a:r>
              <a:t>다음 prefix 증감 단항 연산자 주변에는 띄어쓰기를 하지 않는다.</a:t>
            </a:r>
          </a:p>
          <a:p/>
          <a:p>
            <a:r>
              <a:t>++ --</a:t>
            </a:r>
          </a:p>
          <a:p/>
          <a:p>
            <a:r>
              <a:t>i++;</a:t>
            </a:r>
          </a:p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언어는 단순하고 미니멀한 것을 추구한다.</a:t>
            </a:r>
          </a:p>
          <a:p/>
          <a:p>
            <a:r>
              <a:t>어떤 프로그래밍 언어에서는 ThisVariableIsATemporaryCounter로 쓰지만</a:t>
            </a:r>
          </a:p>
          <a:p/>
          <a:p>
            <a:r>
              <a:t>C 언어에서는 쓰기 훨씬 쉽고, 이해하기는 많이 어렵지 않은 tmp로 쓴다.</a:t>
            </a:r>
          </a:p>
          <a:p/>
          <a:p>
            <a:r>
              <a:t>한편, 전역 범위에 있는 이름은 자세하게 만들어야 한다.</a:t>
            </a:r>
          </a:p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전역 변수 이름, 함수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전역 변수는 다른 방법이 전혀 없어서 어쩔 수 없이 꼭 필요할 때만 쓴다.</a:t>
            </a:r>
          </a:p>
          <a:p/>
          <a:p>
            <a:r>
              <a:t>전역 변수와 함수의 이름은 단어들을 _로 구분해서 자세하게 만든다.</a:t>
            </a:r>
          </a:p>
          <a:p/>
          <a:p>
            <a:r>
              <a:t>좋은 예: count_active_users()</a:t>
            </a:r>
          </a:p>
          <a:p/>
          <a:p>
            <a:r>
              <a:t>나쁜 예: cntusr()</a:t>
            </a:r>
          </a:p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지역 변수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지역 변수 이름은 짧고, 정보를 담고 있어야 한다.</a:t>
            </a:r>
          </a:p>
          <a:p/>
          <a:p>
            <a:r>
              <a:t>좋은 예: 루프 변수 i</a:t>
            </a:r>
          </a:p>
          <a:p/>
          <a:p>
            <a:r>
              <a:t>나쁜 예: 루프 변수 loop_counter (오해의 소지가 없을 때)</a:t>
            </a:r>
          </a:p>
          <a:p/>
          <a:p>
            <a:r>
              <a:t>좋은 예: 임시 변수 tmp</a:t>
            </a:r>
          </a:p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함수는 짧고 한가지 일만 해야 한다.</a:t>
            </a:r>
          </a:p>
          <a:p/>
          <a:p>
            <a:r>
              <a:t>함수에서 지역 변수를 10개 이하로 써야 한다.</a:t>
            </a:r>
          </a:p>
          <a:p/>
          <a:p>
            <a:r>
              <a:t>함수 정의들 간에는 한줄을 띄워서 쓴다.</a:t>
            </a:r>
          </a:p>
          <a:p/>
          <a:p>
            <a:r>
              <a:t>함수 선언에서 타입과 이름을 모두 쓴다.</a:t>
            </a:r>
          </a:p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 관련 goto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goto는 많은 프로그래머들이 더이상 쓰지 않는다.</a:t>
            </a:r>
          </a:p>
          <a:p/>
          <a:p>
            <a:r>
              <a:t>여러 군데에서 함수가 종료되는데 공통된 정리 코드가 있을 때 유용하다.</a:t>
            </a:r>
          </a:p>
          <a:p/>
          <a:p>
            <a:r>
              <a:t>int fun(int a)</a:t>
            </a:r>
            <a:br/>
            <a:r>
              <a:t>{</a:t>
            </a:r>
            <a:br/>
            <a:r>
              <a:t>        int result = 0;</a:t>
            </a:r>
            <a:br/>
            <a:r>
              <a:t>        char *buffer;</a:t>
            </a:r>
            <a:br/>
            <a:br/>
            <a:r>
              <a:t>        buffer = malloc(SIZE);</a:t>
            </a:r>
            <a:br/>
            <a:r>
              <a:t>        if (!buffer)</a:t>
            </a:r>
            <a:br/>
            <a:r>
              <a:t>                return -ENOMEM;</a:t>
            </a:r>
            <a:br/>
            <a:br/>
            <a:r>
              <a:t>        if (condition1) {</a:t>
            </a:r>
            <a:br/>
            <a:r>
              <a:t>                while (loop1) {</a:t>
            </a:r>
            <a:br/>
            <a:r>
              <a:t>                        ...</a:t>
            </a:r>
            <a:br/>
            <a:r>
              <a:t>                }</a:t>
            </a:r>
            <a:br/>
            <a:r>
              <a:t>                result = 1;</a:t>
            </a:r>
            <a:br/>
            <a:r>
              <a:t>                goto out_free_buffer;</a:t>
            </a:r>
            <a:br/>
            <a:r>
              <a:t>        }</a:t>
            </a:r>
            <a:br/>
            <a:r>
              <a:t>        ...</a:t>
            </a:r>
            <a:br/>
            <a:r>
              <a:t>out_free_buffer:</a:t>
            </a:r>
            <a:br/>
            <a:r>
              <a:t>        free(buffer);</a:t>
            </a:r>
            <a:br/>
            <a:r>
              <a:t>        return result;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 관련 goto 에러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err bugs로 알려진 흔한 버그</a:t>
            </a:r>
          </a:p>
          <a:p/>
          <a:p>
            <a:r>
              <a:t>err:</a:t>
            </a:r>
            <a:br/>
            <a:r>
              <a:t>        free(foo-&gt;bar);</a:t>
            </a:r>
            <a:br/>
            <a:r>
              <a:t>        free(foo);</a:t>
            </a:r>
            <a:br/>
            <a:r>
              <a:t>        return ret;</a:t>
            </a:r>
          </a:p>
          <a:p>
            <a:r>
              <a:t>foo가 NULL인 상태에서 err로 이동했을 때 버그 발생</a:t>
            </a:r>
          </a:p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 관련 goto 에러 해결책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err_free_bar:와 err_free_foo:로 라벨을 분리한다.</a:t>
            </a:r>
          </a:p>
          <a:p/>
          <a:p>
            <a:r>
              <a:t>err_free_bar:</a:t>
            </a:r>
            <a:br/>
            <a:r>
              <a:t>        free(foo-&gt;bar);</a:t>
            </a:r>
            <a:br/>
            <a:r>
              <a:t>err_free_foo:</a:t>
            </a:r>
            <a:br/>
            <a:r>
              <a:t>        free(foo);</a:t>
            </a:r>
            <a:br/>
            <a:r>
              <a:t>        return ret;</a:t>
            </a:r>
          </a:p>
          <a:p>
            <a:r>
              <a:t>err_free_bar로는 foo가 NULL이 아닐 때만 이동</a:t>
            </a:r>
          </a:p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주석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주석은 함수 앞에 달아서 무엇을 하고, 왜 하는지를 설명한다.</a:t>
            </a:r>
          </a:p>
          <a:p/>
          <a:p>
            <a:r>
              <a:t>아주 복잡한 함수의 경우 본문 안에도 구획을 나눠서 주석을 달 수 있다.</a:t>
            </a:r>
          </a:p>
          <a:p/>
          <a:p>
            <a:r>
              <a:t>/*</a:t>
            </a:r>
            <a:br/>
            <a:r>
              <a:t>  *This is the preferred style for multi-line</a:t>
            </a:r>
            <a:br/>
            <a:r>
              <a:t>  *comments in the Linux kernel source code.</a:t>
            </a:r>
            <a:br/>
            <a:r>
              <a:t> */</a:t>
            </a:r>
          </a:p>
          <a:p/>
          <a:p>
            <a:r>
              <a:t>데이터에 대해 짧은 주석을 다는 것도 중요하다.</a:t>
            </a:r>
          </a:p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이름의 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x = 0;</a:t>
            </a:r>
          </a:p>
          <a:p>
            <a:r>
              <a:t>void function(void)</a:t>
            </a:r>
          </a:p>
          <a:p>
            <a:r>
              <a:t>{</a:t>
            </a:r>
          </a:p>
          <a:p>
            <a:r>
              <a:t>        int a = x;          /* 전역 x(=0) */</a:t>
            </a:r>
          </a:p>
          <a:p>
            <a:r>
              <a:t>        int x = 1;          /* 함수 지역 x */</a:t>
            </a:r>
          </a:p>
          <a:p>
            <a:r>
              <a:t>        for (int x = 2; x &lt; 10; x++) {</a:t>
            </a:r>
          </a:p>
          <a:p>
            <a:r>
              <a:t>                int b = x;  /* for-블록의 x */</a:t>
            </a:r>
          </a:p>
          <a:p>
            <a:r>
              <a:t>        }</a:t>
            </a:r>
          </a:p>
          <a:p>
            <a:r>
              <a:t>        a = x;              /* 여기서의 x는 함수 지역 x(=1) */</a:t>
            </a:r>
          </a:p>
          <a:p>
            <a:r>
              <a:t>}</a:t>
            </a:r>
          </a:p>
          <a:p/>
          <a:p>
            <a:r>
              <a:t>함수가 끝나기 전 a에 저장된 값은?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12625</TotalTime>
  <Words>0</Words>
  <Application>Microsoft Office PowerPoint</Application>
  <PresentationFormat>화면 슬라이드 쇼(4:3)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5" baseType="lpstr">
      <vt:lpstr>맑은 고딕</vt:lpstr>
      <vt:lpstr>Aptos</vt:lpstr>
      <vt:lpstr>Aptos Display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13</cp:revision>
  <dcterms:created xsi:type="dcterms:W3CDTF">2025-07-28T15:04:23Z</dcterms:created>
  <dcterms:modified xsi:type="dcterms:W3CDTF">2025-09-01T13:28:01Z</dcterms:modified>
</cp:coreProperties>
</file>