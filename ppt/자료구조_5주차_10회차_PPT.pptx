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3"/>
  </p:notesMasterIdLst>
  <p:sldIdLst>
    <p:sldId id="256" r:id="rId2"/>
    <p:sldId id="257" r:id="rId3"/>
    <p:sldId id="258" r:id="rId4"/>
    <p:sldId id="260" r:id="rId5"/>
    <p:sldId id="313" r:id="rId6"/>
    <p:sldId id="263" r:id="rId7"/>
    <p:sldId id="264" r:id="rId8"/>
    <p:sldId id="265" r:id="rId9"/>
    <p:sldId id="261" r:id="rId10"/>
    <p:sldId id="262" r:id="rId11"/>
    <p:sldId id="266" r:id="rId12"/>
    <p:sldId id="285" r:id="rId13"/>
    <p:sldId id="286" r:id="rId14"/>
    <p:sldId id="287" r:id="rId15"/>
    <p:sldId id="298" r:id="rId16"/>
    <p:sldId id="299" r:id="rId17"/>
    <p:sldId id="300" r:id="rId18"/>
    <p:sldId id="301" r:id="rId19"/>
    <p:sldId id="314" r:id="rId20"/>
    <p:sldId id="315" r:id="rId21"/>
    <p:sldId id="288" r:id="rId22"/>
    <p:sldId id="289" r:id="rId23"/>
    <p:sldId id="302" r:id="rId24"/>
    <p:sldId id="309" r:id="rId25"/>
    <p:sldId id="308" r:id="rId26"/>
    <p:sldId id="290" r:id="rId27"/>
    <p:sldId id="291" r:id="rId28"/>
    <p:sldId id="317" r:id="rId29"/>
    <p:sldId id="307" r:id="rId30"/>
    <p:sldId id="293" r:id="rId31"/>
    <p:sldId id="318" r:id="rId32"/>
    <p:sldId id="311" r:id="rId33"/>
    <p:sldId id="320" r:id="rId34"/>
    <p:sldId id="319" r:id="rId35"/>
    <p:sldId id="294" r:id="rId36"/>
    <p:sldId id="306" r:id="rId37"/>
    <p:sldId id="321" r:id="rId38"/>
    <p:sldId id="310" r:id="rId39"/>
    <p:sldId id="292" r:id="rId40"/>
    <p:sldId id="303" r:id="rId41"/>
    <p:sldId id="304" r:id="rId42"/>
    <p:sldId id="305" r:id="rId43"/>
    <p:sldId id="322" r:id="rId44"/>
    <p:sldId id="323" r:id="rId45"/>
    <p:sldId id="295" r:id="rId46"/>
    <p:sldId id="324" r:id="rId47"/>
    <p:sldId id="267" r:id="rId48"/>
    <p:sldId id="326" r:id="rId49"/>
    <p:sldId id="325" r:id="rId50"/>
    <p:sldId id="327" r:id="rId51"/>
    <p:sldId id="268" r:id="rId52"/>
    <p:sldId id="330" r:id="rId53"/>
    <p:sldId id="278" r:id="rId54"/>
    <p:sldId id="331" r:id="rId55"/>
    <p:sldId id="279" r:id="rId56"/>
    <p:sldId id="332" r:id="rId57"/>
    <p:sldId id="333" r:id="rId58"/>
    <p:sldId id="334" r:id="rId59"/>
    <p:sldId id="336" r:id="rId60"/>
    <p:sldId id="337" r:id="rId61"/>
    <p:sldId id="338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" y="9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5주차: 트리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트리: 루트로부터 부모 자식 관계로 연결된 구조</a:t>
            </a:r>
          </a:p>
          <a:p>
            <a:endParaRPr/>
          </a:p>
          <a:p>
            <a:r>
              <a:t>이진 트리: 자식 노드가 최대 2개인 트리</a:t>
            </a:r>
          </a:p>
          <a:p>
            <a:endParaRPr/>
          </a:p>
          <a:p>
            <a:r>
              <a:t>이진 트리 예제: 수식 트리</a:t>
            </a:r>
          </a:p>
          <a:p>
            <a:endParaRPr/>
          </a:p>
          <a:p>
            <a:r>
              <a:t>이진 트리 노드: left, right, value</a:t>
            </a:r>
          </a:p>
          <a:p>
            <a:endParaRPr/>
          </a:p>
          <a:p>
            <a:r>
              <a:t>트리 방문: Preorder, Inorder, Postorder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</a:t>
            </a:r>
            <a:r>
              <a:t>) </a:t>
            </a:r>
            <a:r>
              <a:rPr lang="ko-KR" altLang="en-US"/>
              <a:t>이진 </a:t>
            </a:r>
            <a:r>
              <a:t>트리 </a:t>
            </a:r>
            <a:r>
              <a:rPr lang="ko-KR" altLang="en-US"/>
              <a:t>및 </a:t>
            </a:r>
            <a:r>
              <a:t>방문</a:t>
            </a:r>
            <a:r>
              <a:rPr lang="ko-KR" altLang="en-US"/>
              <a:t> 구현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2) </a:t>
            </a:r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방문 순서로 이진 트리 재구성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3) </a:t>
            </a:r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수식 트리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7872" y="262442"/>
            <a:ext cx="5604603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및 방문 구현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복습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이진 트리 노드 타입</a:t>
            </a:r>
            <a:endParaRPr lang="en-US" altLang="ko-KR"/>
          </a:p>
          <a:p>
            <a:r>
              <a:rPr lang="ko-KR" altLang="en-US"/>
              <a:t>이진 트리 타입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이진 트리 방문</a:t>
            </a:r>
            <a:endParaRPr lang="en-US" altLang="ko-KR"/>
          </a:p>
          <a:p>
            <a:r>
              <a:rPr lang="ko-KR" altLang="en-US"/>
              <a:t>이진 트리 삭제하기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0BEF-5012-24A5-FD42-D103018D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2CDC-2FB0-4181-5E08-28AD2607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이진 트리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5EDF-C967-EF85-3DBE-876B963A9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자식 노드가 최대 2개인 트리</a:t>
            </a:r>
          </a:p>
          <a:p>
            <a:endParaRPr/>
          </a:p>
          <a:p>
            <a:pPr marL="0" indent="0">
              <a:buNone/>
            </a:pPr>
            <a:r>
              <a:t>	 - root: 트리의 시작점 (타입: 이진 트리 노드)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680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t>이진 트리 노드 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자식 노드 2개 정보의 묶음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left: 왼쪽 자식 노드 주소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right: 오른쪽 자식 노드 주소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value: 저장된 데이터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t>이진 트리 노드 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bi</a:t>
            </a:r>
            <a:r>
              <a:rPr lang="en-US"/>
              <a:t>_</a:t>
            </a:r>
            <a:r>
              <a:t>node {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struct b</a:t>
            </a:r>
            <a:r>
              <a:rPr lang="en-US"/>
              <a:t>i</a:t>
            </a:r>
            <a:r>
              <a:t>_node *left;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struct bi_node *right;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char value;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305" y="262442"/>
            <a:ext cx="5053170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노드 타입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bi</a:t>
            </a:r>
            <a:r>
              <a:t>_node *new_</a:t>
            </a:r>
            <a:r>
              <a:rPr lang="en-US"/>
              <a:t>bi</a:t>
            </a:r>
            <a:r>
              <a:t>_node(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char v</a:t>
            </a:r>
            <a:r>
              <a:rPr lang="en-US"/>
              <a:t>,</a:t>
            </a:r>
            <a:r>
              <a:t> struct </a:t>
            </a:r>
            <a:r>
              <a:rPr lang="en-US"/>
              <a:t>bi</a:t>
            </a:r>
            <a:r>
              <a:t>_node *l, struct </a:t>
            </a:r>
            <a:r>
              <a:rPr lang="en-US"/>
              <a:t>bi</a:t>
            </a:r>
            <a:r>
              <a:t>_node *r)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struct </a:t>
            </a:r>
            <a:r>
              <a:rPr lang="en-US"/>
              <a:t>bi</a:t>
            </a:r>
            <a:r>
              <a:t>_node *n</a:t>
            </a:r>
            <a:r>
              <a:rPr lang="en-US"/>
              <a:t>ode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=</a:t>
            </a:r>
            <a:r>
              <a:rPr lang="en-US"/>
              <a:t> </a:t>
            </a:r>
            <a:r>
              <a:t>malloc(sizeof(struct </a:t>
            </a:r>
            <a:r>
              <a:rPr lang="en-US"/>
              <a:t>bi</a:t>
            </a:r>
            <a:r>
              <a:t>_node));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n</a:t>
            </a:r>
            <a:r>
              <a:rPr lang="en-US"/>
              <a:t>ode</a:t>
            </a:r>
            <a:r>
              <a:t>-&gt;left = l;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rPr lang="en-US" altLang="ko-KR"/>
              <a:t>node</a:t>
            </a:r>
            <a:r>
              <a:t>-&gt;right = r;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rPr lang="en-US" altLang="ko-KR"/>
              <a:t>node</a:t>
            </a:r>
            <a:r>
              <a:t>-&gt;value = v;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</a:t>
            </a:r>
            <a:r>
              <a:rPr lang="en-US" altLang="ko-KR"/>
              <a:t>node</a:t>
            </a:r>
            <a:r>
              <a:t>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t>이진 트리</a:t>
            </a:r>
            <a:r>
              <a:rPr lang="en-US"/>
              <a:t> </a:t>
            </a:r>
            <a:r>
              <a:rPr lang="ko-KR" altLang="en-US"/>
              <a:t>타입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35150"/>
            <a:ext cx="8515350" cy="4351338"/>
          </a:xfrm>
        </p:spPr>
        <p:txBody>
          <a:bodyPr/>
          <a:lstStyle/>
          <a:p>
            <a:pPr marL="0" indent="0">
              <a:buNone/>
            </a:pPr>
            <a:r>
              <a:t>struct bi</a:t>
            </a:r>
            <a:r>
              <a:rPr lang="en-US"/>
              <a:t>_root</a:t>
            </a:r>
            <a:r>
              <a:t> {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struct bi_node *</a:t>
            </a:r>
            <a:r>
              <a:rPr lang="en-US"/>
              <a:t>root</a:t>
            </a:r>
            <a:r>
              <a:t>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타입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bi</a:t>
            </a:r>
            <a:r>
              <a:rPr lang="en-US"/>
              <a:t>_root</a:t>
            </a:r>
            <a:r>
              <a:t> *new_bi</a:t>
            </a:r>
            <a:r>
              <a:rPr lang="en-US"/>
              <a:t>_root</a:t>
            </a:r>
            <a:r>
              <a:t>(struct bi_node *root)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struct bi</a:t>
            </a:r>
            <a:r>
              <a:rPr lang="en-US"/>
              <a:t>_root</a:t>
            </a:r>
            <a:r>
              <a:t> *</a:t>
            </a:r>
            <a:r>
              <a:rPr lang="en-US"/>
              <a:t> tree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t> = malloc(sizeof(struct bi</a:t>
            </a:r>
            <a:r>
              <a:rPr lang="en-US"/>
              <a:t>_root</a:t>
            </a:r>
            <a:r>
              <a:t>));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tree</a:t>
            </a:r>
            <a:r>
              <a:t>-&gt;</a:t>
            </a:r>
            <a:r>
              <a:rPr lang="en-US"/>
              <a:t>root</a:t>
            </a:r>
            <a:r>
              <a:t> = root;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</a:t>
            </a:r>
            <a:r>
              <a:rPr lang="en-US"/>
              <a:t>tree</a:t>
            </a:r>
            <a:r>
              <a:t>;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이진 트리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다음과 같은 이진 트리를 만드는 함수를 써보자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C0FB14D-94CC-96DD-2822-2F16DA5E3ABD}"/>
              </a:ext>
            </a:extLst>
          </p:cNvPr>
          <p:cNvSpPr/>
          <p:nvPr/>
        </p:nvSpPr>
        <p:spPr>
          <a:xfrm>
            <a:off x="7607776" y="269520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92B9012-8199-43BC-EBAC-FD742CB9B12C}"/>
              </a:ext>
            </a:extLst>
          </p:cNvPr>
          <p:cNvSpPr/>
          <p:nvPr/>
        </p:nvSpPr>
        <p:spPr>
          <a:xfrm>
            <a:off x="7035121" y="362807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D1BD7A-E2FA-7442-E483-CDC1A1506DBF}"/>
              </a:ext>
            </a:extLst>
          </p:cNvPr>
          <p:cNvSpPr/>
          <p:nvPr/>
        </p:nvSpPr>
        <p:spPr>
          <a:xfrm>
            <a:off x="8291266" y="3628074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68DA963-F46B-270F-BA2C-624BC00D1494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284503" y="3120922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910DDA-409D-9BFD-4A71-05F818A34743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033497" y="3120922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4D0636BC-32BD-5AA9-C661-337DA202EE0A}"/>
              </a:ext>
            </a:extLst>
          </p:cNvPr>
          <p:cNvSpPr/>
          <p:nvPr/>
        </p:nvSpPr>
        <p:spPr>
          <a:xfrm>
            <a:off x="6438321" y="45609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7FEC35C-E954-A657-B5D8-A1ED4FDDA040}"/>
              </a:ext>
            </a:extLst>
          </p:cNvPr>
          <p:cNvSpPr/>
          <p:nvPr/>
        </p:nvSpPr>
        <p:spPr>
          <a:xfrm>
            <a:off x="7694466" y="4560947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2FA6A31-5E23-555F-0080-D451889862B5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687703" y="4053795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A4D70B-5694-B1A9-DB43-E7424BAB818C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460842" y="4053795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DAF8C3-3191-48E1-47ED-D8C3074E947F}"/>
              </a:ext>
            </a:extLst>
          </p:cNvPr>
          <p:cNvSpPr txBox="1"/>
          <p:nvPr/>
        </p:nvSpPr>
        <p:spPr>
          <a:xfrm>
            <a:off x="7315483" y="242846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6207" y="262442"/>
            <a:ext cx="6066268" cy="607653"/>
          </a:xfrm>
        </p:spPr>
        <p:txBody>
          <a:bodyPr>
            <a:spAutoFit/>
          </a:bodyPr>
          <a:lstStyle/>
          <a:p>
            <a:r>
              <a:t>깊이 우선 이진 트리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TRAVERSE(node):</a:t>
            </a:r>
          </a:p>
          <a:p>
            <a:endParaRPr lang="en-US"/>
          </a:p>
          <a:p>
            <a:r>
              <a:t>만약: node != NULL이면</a:t>
            </a:r>
          </a:p>
          <a:p>
            <a:pPr marL="0" indent="0">
              <a:buNone/>
            </a:pPr>
            <a:r>
              <a:t>	pre_task(node-&gt;value)</a:t>
            </a:r>
          </a:p>
          <a:p>
            <a:pPr marL="0" indent="0">
              <a:buNone/>
            </a:pPr>
            <a:r>
              <a:t>	TRAVERSE(node-&gt;left)</a:t>
            </a:r>
          </a:p>
          <a:p>
            <a:pPr marL="0" indent="0">
              <a:buNone/>
            </a:pPr>
            <a:r>
              <a:t>	in_task(node-&gt;value)</a:t>
            </a:r>
          </a:p>
          <a:p>
            <a:pPr marL="0" indent="0">
              <a:buNone/>
            </a:pPr>
            <a:r>
              <a:t>	TRAVERSE(node-&gt;right)</a:t>
            </a:r>
          </a:p>
          <a:p>
            <a:pPr marL="0" indent="0">
              <a:buNone/>
            </a:pPr>
            <a:r>
              <a:t>	post_task(node-&gt;value)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6207" y="262442"/>
            <a:ext cx="6066268" cy="607653"/>
          </a:xfrm>
        </p:spPr>
        <p:txBody>
          <a:bodyPr>
            <a:spAutoFit/>
          </a:bodyPr>
          <a:lstStyle/>
          <a:p>
            <a:r>
              <a:t>깊이 우선 이진 트리 방문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traverse(struct </a:t>
            </a:r>
            <a:r>
              <a:rPr lang="en-US"/>
              <a:t>bi</a:t>
            </a:r>
            <a:r>
              <a:t>_node *node)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if (node != NULL) {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pre_task(node-&gt;value);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traverse(node-&gt;left);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in_task(node-&gt;value);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traverse(node-&gt;right);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post_task(node-&gt;value);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877" y="262442"/>
            <a:ext cx="6989598" cy="607653"/>
          </a:xfrm>
        </p:spPr>
        <p:txBody>
          <a:bodyPr>
            <a:spAutoFit/>
          </a:bodyPr>
          <a:lstStyle/>
          <a:p>
            <a:r>
              <a:t>이진 트리 방문시 작업 타이밍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트리에 대한 </a:t>
            </a:r>
            <a:r>
              <a:rPr lang="en-US"/>
              <a:t>traverse</a:t>
            </a:r>
            <a:r>
              <a:t>(root)에서</a:t>
            </a: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t>pre</a:t>
            </a:r>
            <a:r>
              <a:rPr lang="en-US"/>
              <a:t>-</a:t>
            </a:r>
            <a:r>
              <a:t>, in</a:t>
            </a:r>
            <a:r>
              <a:rPr lang="en-US"/>
              <a:t>-</a:t>
            </a:r>
            <a:r>
              <a:t>, post</a:t>
            </a:r>
            <a:r>
              <a:rPr lang="en-US"/>
              <a:t>-</a:t>
            </a:r>
            <a:r>
              <a:t>order 작업이 실행되는 순서는?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CCE5FA6-352A-81B5-0314-682DB5D77B3E}"/>
              </a:ext>
            </a:extLst>
          </p:cNvPr>
          <p:cNvSpPr/>
          <p:nvPr/>
        </p:nvSpPr>
        <p:spPr>
          <a:xfrm>
            <a:off x="7607776" y="3376519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F380438-66EA-21F7-8F28-2662B91794AC}"/>
              </a:ext>
            </a:extLst>
          </p:cNvPr>
          <p:cNvSpPr/>
          <p:nvPr/>
        </p:nvSpPr>
        <p:spPr>
          <a:xfrm>
            <a:off x="7035121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90294AD-FFCD-A7DD-FD04-ACAFD692D1B7}"/>
              </a:ext>
            </a:extLst>
          </p:cNvPr>
          <p:cNvSpPr/>
          <p:nvPr/>
        </p:nvSpPr>
        <p:spPr>
          <a:xfrm>
            <a:off x="8291266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70C1DD9-AB8D-E99A-64E0-5BF864111904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284503" y="3802240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47B34EF-34AD-683C-A6FB-AC44192A2004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033497" y="3802240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5EE8624-4838-28FA-3D9D-C031DA928082}"/>
              </a:ext>
            </a:extLst>
          </p:cNvPr>
          <p:cNvSpPr/>
          <p:nvPr/>
        </p:nvSpPr>
        <p:spPr>
          <a:xfrm>
            <a:off x="6438321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7013E8C-6F23-3060-94CB-D8CB4C749E32}"/>
              </a:ext>
            </a:extLst>
          </p:cNvPr>
          <p:cNvSpPr/>
          <p:nvPr/>
        </p:nvSpPr>
        <p:spPr>
          <a:xfrm>
            <a:off x="7694466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F7390EE-1408-F590-02C5-9EE4C992385B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687703" y="4735113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887967-D43B-228C-9EF5-2DE4B4E7EED9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460842" y="4735113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759AFF7-DCD5-3FDF-A4A0-DB6F4F78312C}"/>
              </a:ext>
            </a:extLst>
          </p:cNvPr>
          <p:cNvSpPr txBox="1"/>
          <p:nvPr/>
        </p:nvSpPr>
        <p:spPr>
          <a:xfrm>
            <a:off x="7315483" y="310978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E907-9933-621E-20F7-4D6D3B07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6227-8548-C9AA-8A86-214A3865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072" y="262442"/>
            <a:ext cx="4963403" cy="607653"/>
          </a:xfrm>
        </p:spPr>
        <p:txBody>
          <a:bodyPr>
            <a:spAutoFit/>
          </a:bodyPr>
          <a:lstStyle/>
          <a:p>
            <a:r>
              <a:t>이진 트리 </a:t>
            </a:r>
            <a:r>
              <a:rPr lang="ko-KR" altLang="en-US"/>
              <a:t>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F301-9F8C-17C2-51E0-3FD5C5D47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 삭제시 노드를 </a:t>
            </a:r>
            <a:r>
              <a:rPr lang="en-US" altLang="ko-KR"/>
              <a:t>free</a:t>
            </a:r>
            <a:r>
              <a:rPr lang="ko-KR" altLang="en-US"/>
              <a:t>할 자연스러운 타이밍은</a:t>
            </a:r>
            <a:r>
              <a:rPr lang="en-US" altLang="ko-KR"/>
              <a:t>?</a:t>
            </a:r>
            <a:endParaRPr lang="ko-KR" alt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(</a:t>
            </a:r>
            <a:r>
              <a:rPr lang="ko-KR" altLang="en-US"/>
              <a:t>힌트</a:t>
            </a:r>
            <a:r>
              <a:rPr lang="en-US" altLang="ko-KR"/>
              <a:t>: </a:t>
            </a:r>
            <a:r>
              <a:rPr lang="ko-KR" altLang="en-US"/>
              <a:t>먼저 변수를 다 쓰고 </a:t>
            </a:r>
            <a:r>
              <a:rPr lang="en-US" altLang="ko-KR"/>
              <a:t>free </a:t>
            </a:r>
            <a:r>
              <a:rPr lang="ko-KR" altLang="en-US"/>
              <a:t>한다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43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EEE65-EAAB-55D3-CE61-B9137B98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F080-31BC-2EDA-5E77-1B0E0E80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A58D-15A3-C7FE-2ED3-BBB7A469E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</a:t>
            </a:r>
            <a:r>
              <a:rPr lang="en-US"/>
              <a:t>DELETE</a:t>
            </a:r>
            <a:r>
              <a:t>(node):</a:t>
            </a:r>
          </a:p>
          <a:p>
            <a:endParaRPr lang="en-US"/>
          </a:p>
          <a:p>
            <a:r>
              <a:t>만약: node != NULL이면</a:t>
            </a:r>
          </a:p>
          <a:p>
            <a:pPr marL="0" indent="0">
              <a:buNone/>
            </a:pPr>
            <a:r>
              <a:t>	</a:t>
            </a:r>
            <a:r>
              <a:rPr lang="en-US"/>
              <a:t>DELETE</a:t>
            </a:r>
            <a:r>
              <a:t>(node-&gt;left)</a:t>
            </a:r>
          </a:p>
          <a:p>
            <a:pPr marL="0" indent="0">
              <a:buNone/>
            </a:pPr>
            <a:r>
              <a:t>	</a:t>
            </a:r>
            <a:r>
              <a:rPr lang="en-US"/>
              <a:t>DELETE</a:t>
            </a:r>
            <a:r>
              <a:t>(node-&gt;right)</a:t>
            </a:r>
          </a:p>
          <a:p>
            <a:pPr marL="0" indent="0">
              <a:buNone/>
            </a:pPr>
            <a:r>
              <a:t>	</a:t>
            </a:r>
            <a:r>
              <a:rPr lang="en-US"/>
              <a:t>free</a:t>
            </a:r>
            <a:r>
              <a:t>(node)</a:t>
            </a:r>
          </a:p>
        </p:txBody>
      </p:sp>
    </p:spTree>
    <p:extLst>
      <p:ext uri="{BB962C8B-B14F-4D97-AF65-F5344CB8AC3E}">
        <p14:creationId xmlns:p14="http://schemas.microsoft.com/office/powerpoint/2010/main" val="121296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90DB-632C-85D3-B199-4EC6AE92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E543-4FE9-A0C9-82C7-5C4DD7B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BBE6-39DD-E2DD-420E-4B7D7E106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</a:t>
            </a:r>
            <a:r>
              <a:rPr lang="en-US"/>
              <a:t>bi_node_delete</a:t>
            </a:r>
            <a:r>
              <a:t>(struct </a:t>
            </a:r>
            <a:r>
              <a:rPr lang="en-US"/>
              <a:t>bi</a:t>
            </a:r>
            <a:r>
              <a:t>_node *node)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if (node != NULL) {</a:t>
            </a:r>
            <a:endParaRPr lang="en-US"/>
          </a:p>
          <a:p>
            <a:pPr marL="0" indent="0">
              <a:buNone/>
            </a:pPr>
            <a:r>
              <a:t>               </a:t>
            </a:r>
            <a:r>
              <a:rPr lang="en-US"/>
              <a:t>	bi</a:t>
            </a:r>
            <a:r>
              <a:t>_</a:t>
            </a:r>
            <a:r>
              <a:rPr lang="en-US"/>
              <a:t>node_delete</a:t>
            </a:r>
            <a:r>
              <a:t>(node-&gt;</a:t>
            </a:r>
            <a:r>
              <a:rPr lang="en-US"/>
              <a:t>left</a:t>
            </a:r>
            <a:r>
              <a:t>);</a:t>
            </a:r>
          </a:p>
          <a:p>
            <a:pPr marL="0" indent="0">
              <a:buNone/>
            </a:pPr>
            <a:r>
              <a:rPr lang="en-US" altLang="ko-KR"/>
              <a:t>               	bi_node_delete(node-&gt;right);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free</a:t>
            </a:r>
            <a:r>
              <a:t>(node);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525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913A-030D-DAB8-651F-ADDE21A1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EC0DF-7126-65EC-D5BE-3B2F04D9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2D212-717E-2F09-6552-65918A94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트리 루트를 삭제하는 함수를 구현하면</a:t>
            </a:r>
            <a:r>
              <a:rPr lang="en-US" altLang="ko-KR"/>
              <a:t>?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void </a:t>
            </a:r>
            <a:r>
              <a:rPr lang="en-US"/>
              <a:t>bi_tree_delete</a:t>
            </a:r>
            <a:r>
              <a:t>(struct </a:t>
            </a:r>
            <a:r>
              <a:rPr lang="en-US"/>
              <a:t>bi</a:t>
            </a:r>
            <a:r>
              <a:t>_</a:t>
            </a:r>
            <a:r>
              <a:rPr lang="en-US"/>
              <a:t>root</a:t>
            </a:r>
            <a:r>
              <a:t> *</a:t>
            </a:r>
            <a:r>
              <a:rPr lang="en-US"/>
              <a:t>tree</a:t>
            </a:r>
            <a:r>
              <a:t>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377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A1C3-CCAD-93FE-B61A-835B7329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BD7B-5944-C93C-A935-26D64407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773" y="262442"/>
            <a:ext cx="6617702" cy="607653"/>
          </a:xfrm>
        </p:spPr>
        <p:txBody>
          <a:bodyPr>
            <a:spAutoFit/>
          </a:bodyPr>
          <a:lstStyle/>
          <a:p>
            <a:r>
              <a:rPr lang="ko-KR" altLang="en-US"/>
              <a:t>이진 트리 및 방문 구현 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908C-8708-9A95-B65C-B40747D6E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</a:t>
            </a:r>
            <a:r>
              <a:rPr lang="en-US" altLang="ko-KR"/>
              <a:t>-</a:t>
            </a:r>
            <a:r>
              <a:rPr lang="ko-KR" altLang="en-US"/>
              <a:t> 자식 노드가 </a:t>
            </a:r>
            <a:r>
              <a:rPr lang="en-US" altLang="ko-KR"/>
              <a:t>2</a:t>
            </a:r>
            <a:r>
              <a:rPr lang="ko-KR" altLang="en-US"/>
              <a:t>개까지 가능한 트리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이진 트리 노드 타입 </a:t>
            </a:r>
            <a:r>
              <a:rPr lang="en-US" altLang="ko-KR"/>
              <a:t>- left, right, value</a:t>
            </a:r>
          </a:p>
          <a:p>
            <a:r>
              <a:rPr lang="ko-KR" altLang="en-US"/>
              <a:t>이진 트리 타입 </a:t>
            </a:r>
            <a:r>
              <a:rPr lang="en-US" altLang="ko-KR"/>
              <a:t>- root</a:t>
            </a:r>
          </a:p>
          <a:p>
            <a:endParaRPr lang="en-US" altLang="ko-KR"/>
          </a:p>
          <a:p>
            <a:r>
              <a:rPr lang="ko-KR" altLang="en-US"/>
              <a:t>이진 트리 방문 </a:t>
            </a:r>
            <a:r>
              <a:rPr lang="en-US" altLang="ko-KR"/>
              <a:t>- </a:t>
            </a:r>
            <a:r>
              <a:rPr lang="ko-KR" altLang="en-US"/>
              <a:t>순서 </a:t>
            </a:r>
            <a:r>
              <a:rPr lang="en-US" altLang="ko-KR"/>
              <a:t>preorder, inorder, postorder</a:t>
            </a:r>
          </a:p>
          <a:p>
            <a:r>
              <a:rPr lang="ko-KR" altLang="en-US"/>
              <a:t>이진 트리 삭제하기 </a:t>
            </a:r>
            <a:r>
              <a:rPr lang="en-US" altLang="ko-KR"/>
              <a:t>- postorder</a:t>
            </a:r>
            <a:r>
              <a:rPr lang="ko-KR" altLang="en-US"/>
              <a:t>로</a:t>
            </a:r>
            <a:endParaRPr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854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0420-367D-2602-F182-98AC249D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4DAE-B80E-0400-9ED7-45937550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55" y="262442"/>
            <a:ext cx="8122920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방문 순서로 이진 트리 재구성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ED15-860B-2DEB-3DCE-CA3E1260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 재구성 퀴즈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트리 재구성 전략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부분 리스트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</a:t>
            </a:r>
            <a:r>
              <a:rPr lang="ko-KR" altLang="en-US"/>
              <a:t> 데이터 찾기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부분 트리 찾기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7492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퀴즈</a:t>
            </a:r>
            <a:endParaRPr lang="en-US" altLang="ko-K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D E C</a:t>
            </a:r>
          </a:p>
          <a:p>
            <a:r>
              <a:t>inorder: D B E A C</a:t>
            </a:r>
          </a:p>
          <a:p>
            <a:r>
              <a:t>Original tree???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</a:t>
            </a:r>
            <a:r>
              <a:rPr lang="en-US"/>
              <a:t>rebuild</a:t>
            </a:r>
            <a:r>
              <a:t>(preorder, inorder):</a:t>
            </a:r>
          </a:p>
          <a:p>
            <a:r>
              <a:t>만약: preorder가 비어있으면</a:t>
            </a:r>
            <a:r>
              <a:rPr lang="en-US"/>
              <a:t>, </a:t>
            </a:r>
            <a:r>
              <a:t>반환: NULL</a:t>
            </a:r>
            <a:endParaRPr lang="en-US"/>
          </a:p>
          <a:p>
            <a:endParaRPr/>
          </a:p>
          <a:p>
            <a:r>
              <a:t>root_val = </a:t>
            </a:r>
            <a:r>
              <a:rPr lang="en-US"/>
              <a:t>RETRIEVE</a:t>
            </a:r>
            <a:r>
              <a:t>(preorder</a:t>
            </a:r>
            <a:r>
              <a:rPr lang="en-US"/>
              <a:t>, 1</a:t>
            </a:r>
            <a:r>
              <a:t>)</a:t>
            </a:r>
          </a:p>
          <a:p>
            <a:r>
              <a:t>in</a:t>
            </a:r>
            <a:r>
              <a:rPr lang="en-US"/>
              <a:t>_pivot</a:t>
            </a:r>
            <a:r>
              <a:t> = inorder에서 root_val의 </a:t>
            </a:r>
            <a:r>
              <a:rPr lang="ko-KR" altLang="en-US"/>
              <a:t>순서</a:t>
            </a:r>
            <a:endParaRPr lang="en-US"/>
          </a:p>
          <a:p>
            <a:endParaRPr/>
          </a:p>
          <a:p>
            <a:r>
              <a:rPr lang="en-US"/>
              <a:t>in_l</a:t>
            </a:r>
            <a:r>
              <a:t> = inorder </a:t>
            </a:r>
            <a:r>
              <a:rPr lang="ko-KR" altLang="en-US"/>
              <a:t>부분리스트</a:t>
            </a:r>
            <a:r>
              <a:rPr lang="en-US" altLang="ko-KR"/>
              <a:t>(inorder </a:t>
            </a:r>
            <a:r>
              <a:rPr lang="ko-KR" altLang="en-US"/>
              <a:t>시작</a:t>
            </a:r>
            <a:r>
              <a:rPr lang="en-US" altLang="ko-KR"/>
              <a:t>,</a:t>
            </a:r>
            <a:r>
              <a:t> </a:t>
            </a:r>
            <a:r>
              <a:rPr lang="en-US"/>
              <a:t>in_pivot - 1)</a:t>
            </a:r>
            <a:endParaRPr/>
          </a:p>
          <a:p>
            <a:r>
              <a:rPr lang="en-US" altLang="ko-KR"/>
              <a:t>in_r = inorder </a:t>
            </a:r>
            <a:r>
              <a:rPr lang="ko-KR" altLang="en-US"/>
              <a:t>부분리스트</a:t>
            </a:r>
            <a:r>
              <a:rPr lang="en-US" altLang="ko-KR"/>
              <a:t>(in_pivot + 1, inorder </a:t>
            </a:r>
            <a:r>
              <a:rPr lang="ko-KR" altLang="en-US"/>
              <a:t>끝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D19-6A8E-EE4B-E81A-FAB80A35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26C0-CC3A-F48E-62F9-166991E4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64CD-5F0B-47B3-85E2-FF0D792FE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</a:t>
            </a:r>
            <a:r>
              <a:rPr lang="en-US"/>
              <a:t>_l</a:t>
            </a:r>
            <a:r>
              <a:t> = preorder</a:t>
            </a:r>
            <a:r>
              <a:rPr lang="ko-KR" altLang="en-US"/>
              <a:t>에서 </a:t>
            </a:r>
            <a:r>
              <a:rPr lang="en-US" altLang="ko-KR"/>
              <a:t>in_l</a:t>
            </a:r>
            <a:r>
              <a:rPr lang="ko-KR" altLang="en-US"/>
              <a:t>에 해당하는</a:t>
            </a:r>
            <a:r>
              <a:rPr lang="en-US"/>
              <a:t> </a:t>
            </a:r>
            <a:r>
              <a:rPr lang="ko-KR" altLang="en-US"/>
              <a:t>부분리스트</a:t>
            </a:r>
            <a:endParaRPr/>
          </a:p>
          <a:p>
            <a:r>
              <a:t>pre</a:t>
            </a:r>
            <a:r>
              <a:rPr lang="en-US"/>
              <a:t>_r</a:t>
            </a:r>
            <a:r>
              <a:t> = preorder</a:t>
            </a:r>
            <a:r>
              <a:rPr lang="ko-KR" altLang="en-US"/>
              <a:t>에서 </a:t>
            </a:r>
            <a:r>
              <a:rPr lang="en-US" altLang="ko-KR"/>
              <a:t>in_r</a:t>
            </a:r>
            <a:r>
              <a:rPr lang="ko-KR" altLang="en-US"/>
              <a:t>에 해당하는</a:t>
            </a:r>
            <a:r>
              <a:rPr lang="en-US"/>
              <a:t> </a:t>
            </a:r>
            <a:r>
              <a:rPr lang="ko-KR" altLang="en-US"/>
              <a:t>부분리스트</a:t>
            </a:r>
            <a:endParaRPr lang="en-US"/>
          </a:p>
          <a:p>
            <a:pPr marL="0" indent="0">
              <a:buNone/>
            </a:pPr>
            <a:endParaRPr/>
          </a:p>
          <a:p>
            <a:r>
              <a:t>left = </a:t>
            </a:r>
            <a:r>
              <a:rPr lang="en-US"/>
              <a:t>rebuild</a:t>
            </a:r>
            <a:r>
              <a:t>(pre</a:t>
            </a:r>
            <a:r>
              <a:rPr lang="en-US"/>
              <a:t>_l</a:t>
            </a:r>
            <a:r>
              <a:t>, in</a:t>
            </a:r>
            <a:r>
              <a:rPr lang="en-US"/>
              <a:t>_l</a:t>
            </a:r>
            <a:r>
              <a:t>)</a:t>
            </a:r>
          </a:p>
          <a:p>
            <a:r>
              <a:t>right = </a:t>
            </a:r>
            <a:r>
              <a:rPr lang="en-US"/>
              <a:t>rebuild</a:t>
            </a:r>
            <a:r>
              <a:t>(pre</a:t>
            </a:r>
            <a:r>
              <a:rPr lang="en-US"/>
              <a:t>_r</a:t>
            </a:r>
            <a:r>
              <a:t>, in</a:t>
            </a:r>
            <a:r>
              <a:rPr lang="en-US"/>
              <a:t>_r</a:t>
            </a:r>
            <a:r>
              <a:t>)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t>반환: </a:t>
            </a:r>
            <a:r>
              <a:rPr lang="ko-KR" altLang="en-US"/>
              <a:t>새 노드</a:t>
            </a:r>
            <a:r>
              <a:rPr lang="en-US" altLang="ko-KR"/>
              <a:t>(root_val, left, right)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7123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39E8-20A0-2751-C230-75C4CBBD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4A51-29A2-35E8-A682-C194FAFE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38" y="262442"/>
            <a:ext cx="4501737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792C-46BD-CC8F-51C4-0599AA396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D E C</a:t>
            </a:r>
          </a:p>
          <a:p>
            <a:r>
              <a:t>inorder: D B E A C</a:t>
            </a:r>
          </a:p>
          <a:p>
            <a:r>
              <a:rPr lang="en-US"/>
              <a:t>rebuild(preorder, inorder) </a:t>
            </a:r>
            <a:r>
              <a:rPr lang="ko-KR" altLang="en-US"/>
              <a:t>실행 과정은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1415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9C55-CC73-A280-CF61-32EC3C84A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D690-E6B1-6201-F620-9B368099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9A0BF-133C-D7D5-663D-A33E5700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preorder, inorder</a:t>
            </a:r>
            <a:r>
              <a:rPr lang="ko-KR" altLang="en-US"/>
              <a:t>를 저장하기에 적합한 자료구조는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0038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리스트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view</a:t>
            </a:r>
            <a:r>
              <a:t> {</a:t>
            </a:r>
            <a:endParaRPr lang="en-US"/>
          </a:p>
          <a:p>
            <a:pPr marL="0" indent="0">
              <a:buNone/>
            </a:pPr>
            <a:r>
              <a:rPr lang="en-US"/>
              <a:t>	const char *data;</a:t>
            </a:r>
            <a:endParaRPr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start;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end;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size;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리스트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view</a:t>
            </a:r>
            <a:r>
              <a:t> </a:t>
            </a:r>
            <a:r>
              <a:rPr lang="en-US"/>
              <a:t>*new_view</a:t>
            </a:r>
            <a:r>
              <a:t>(</a:t>
            </a:r>
            <a:r>
              <a:rPr lang="en-US"/>
              <a:t>const char* arr, </a:t>
            </a:r>
            <a:r>
              <a:t>int </a:t>
            </a:r>
            <a:r>
              <a:rPr lang="en-US"/>
              <a:t>from</a:t>
            </a:r>
            <a:r>
              <a:t>, int </a:t>
            </a:r>
            <a:r>
              <a:rPr lang="en-US"/>
              <a:t>to</a:t>
            </a:r>
            <a:r>
              <a:t>)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struct </a:t>
            </a:r>
            <a:r>
              <a:rPr lang="en-US"/>
              <a:t>view</a:t>
            </a:r>
            <a:r>
              <a:t> </a:t>
            </a:r>
            <a:r>
              <a:rPr lang="en-US"/>
              <a:t>*obj = malloc(sizeof(struct view))</a:t>
            </a:r>
            <a:r>
              <a:t>;</a:t>
            </a:r>
            <a:endParaRPr lang="en-US"/>
          </a:p>
          <a:p>
            <a:pPr marL="0" indent="0">
              <a:buNone/>
            </a:pPr>
            <a:r>
              <a:rPr lang="en-US"/>
              <a:t>	obj-&gt;data = arr;</a:t>
            </a:r>
            <a:endParaRPr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rPr lang="en-US" altLang="ko-KR"/>
              <a:t>obj</a:t>
            </a:r>
            <a:r>
              <a:rPr lang="en-US"/>
              <a:t>-&gt;</a:t>
            </a:r>
            <a:r>
              <a:t>start = </a:t>
            </a:r>
            <a:r>
              <a:rPr lang="en-US"/>
              <a:t>from</a:t>
            </a:r>
            <a:r>
              <a:t>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rPr lang="en-US" altLang="ko-KR"/>
              <a:t>obj</a:t>
            </a:r>
            <a:r>
              <a:rPr lang="en-US"/>
              <a:t>-&gt;</a:t>
            </a:r>
            <a:r>
              <a:t>end = </a:t>
            </a:r>
            <a:r>
              <a:rPr lang="en-US"/>
              <a:t>to</a:t>
            </a:r>
            <a:r>
              <a:t>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rPr lang="en-US" altLang="ko-KR"/>
              <a:t>obj</a:t>
            </a:r>
            <a:r>
              <a:t>.size = </a:t>
            </a:r>
            <a:r>
              <a:rPr lang="en-US"/>
              <a:t>to</a:t>
            </a:r>
            <a:r>
              <a:t> - </a:t>
            </a:r>
            <a:r>
              <a:rPr lang="en-US"/>
              <a:t>from</a:t>
            </a:r>
            <a:r>
              <a:t> + 1;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</a:t>
            </a:r>
            <a:r>
              <a:rPr lang="en-US"/>
              <a:t>obj</a:t>
            </a:r>
            <a:r>
              <a:t>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7EC5-71AA-C062-C9BB-1F910C1A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6241-BA76-575B-EFF9-584F3099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리스트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20246-1587-C2E4-7522-E15715B7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preorder: A B D E C</a:t>
            </a:r>
          </a:p>
          <a:p>
            <a:r>
              <a:rPr lang="en-US"/>
              <a:t>preorder</a:t>
            </a:r>
            <a:r>
              <a:rPr lang="ko-KR" altLang="en-US"/>
              <a:t>의 </a:t>
            </a:r>
            <a:r>
              <a:rPr lang="en-US" altLang="ko-KR"/>
              <a:t>3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5</a:t>
            </a:r>
            <a:r>
              <a:rPr lang="ko-KR" altLang="en-US"/>
              <a:t>번에 해당하는 부분 리스트를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new_view </a:t>
            </a:r>
            <a:r>
              <a:rPr lang="ko-KR" altLang="en-US"/>
              <a:t>함수로 만들려면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2626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9749-1605-5029-A0AE-67889C58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E38C-A6CE-6C98-7696-4EFB0C07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데이터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F050-C535-FB14-54F6-D17C61216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preorder</a:t>
            </a:r>
            <a:r>
              <a:rPr lang="ko-KR" altLang="en-US"/>
              <a:t>에서 </a:t>
            </a:r>
            <a:r>
              <a:rPr lang="en-US" altLang="ko-KR"/>
              <a:t>B</a:t>
            </a:r>
            <a:r>
              <a:rPr lang="ko-KR" altLang="en-US"/>
              <a:t>의 순서를 찾는 방법은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71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데이터 찾기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find_index(</a:t>
            </a:r>
            <a:r>
              <a:rPr lang="en-US"/>
              <a:t>struct view *range</a:t>
            </a:r>
            <a:r>
              <a:t>, char value)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for (int i = </a:t>
            </a:r>
            <a:r>
              <a:rPr lang="en-US"/>
              <a:t>range-&gt;</a:t>
            </a:r>
            <a:r>
              <a:t>start; i &lt;= </a:t>
            </a:r>
            <a:r>
              <a:rPr lang="en-US"/>
              <a:t>range-&gt;</a:t>
            </a:r>
            <a:r>
              <a:t>end; i++) {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if (</a:t>
            </a:r>
            <a:r>
              <a:rPr lang="en-US"/>
              <a:t>view-&gt;range</a:t>
            </a:r>
            <a:r>
              <a:t>[i] == value) 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t>return i;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}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-1;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5868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C02D-3BCE-8F55-45EB-9108D63D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97CA-26B4-65F2-7464-F2F2A047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데이터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079D-F3B7-C5B2-D01E-5DECD538C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find_index(preorder, 'D')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891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46A7-B0DF-CA05-6A36-AFDEB035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ACEC-73CE-3F15-BCB6-B53806EE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B004-566A-285F-DD8F-E43E12B86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inorder: D B E A C</a:t>
            </a:r>
          </a:p>
          <a:p>
            <a:r>
              <a:rPr lang="en-US" altLang="ko-KR"/>
              <a:t>inorder</a:t>
            </a:r>
            <a:r>
              <a:rPr lang="ko-KR" altLang="en-US"/>
              <a:t>에서 루트의 왼쪽에 해당하는 부분리스트를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 구하면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BA7BAD-4C0C-81C7-ACE7-75F64D702744}"/>
              </a:ext>
            </a:extLst>
          </p:cNvPr>
          <p:cNvSpPr/>
          <p:nvPr/>
        </p:nvSpPr>
        <p:spPr>
          <a:xfrm>
            <a:off x="7607776" y="3376519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2BA338F-3474-5477-1478-09C49AE734A6}"/>
              </a:ext>
            </a:extLst>
          </p:cNvPr>
          <p:cNvSpPr/>
          <p:nvPr/>
        </p:nvSpPr>
        <p:spPr>
          <a:xfrm>
            <a:off x="7035121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0A3EB3F-9BE7-96D1-382C-B22739F3E856}"/>
              </a:ext>
            </a:extLst>
          </p:cNvPr>
          <p:cNvSpPr/>
          <p:nvPr/>
        </p:nvSpPr>
        <p:spPr>
          <a:xfrm>
            <a:off x="8291266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E49F0C7-BA56-1459-3B0D-D47C690FF4EF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284503" y="3802240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ED0A35A-7F74-F006-F075-9919C614A408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033497" y="3802240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53605A4-B6B4-9404-6B49-004389B39C0D}"/>
              </a:ext>
            </a:extLst>
          </p:cNvPr>
          <p:cNvSpPr/>
          <p:nvPr/>
        </p:nvSpPr>
        <p:spPr>
          <a:xfrm>
            <a:off x="6438321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7EA469-173D-AF34-4A94-86FA668F36E9}"/>
              </a:ext>
            </a:extLst>
          </p:cNvPr>
          <p:cNvSpPr/>
          <p:nvPr/>
        </p:nvSpPr>
        <p:spPr>
          <a:xfrm>
            <a:off x="7694466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402C5E4-B101-76D9-725E-751FE9F97985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687703" y="4735113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5B1946-5C1F-23AE-FCE1-F832C8476937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460842" y="4735113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25AA87E-CBA6-D6E4-9F70-D0591F81BF8D}"/>
              </a:ext>
            </a:extLst>
          </p:cNvPr>
          <p:cNvSpPr txBox="1"/>
          <p:nvPr/>
        </p:nvSpPr>
        <p:spPr>
          <a:xfrm>
            <a:off x="7315483" y="310978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968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5A22-6976-0A54-EABD-7C4682158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7AF4-EA26-A50C-CA65-08DC6332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D8C11-5ABA-3B4E-D0C4-96B71BBA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preorder</a:t>
            </a:r>
            <a:r>
              <a:rPr lang="ko-KR" altLang="en-US"/>
              <a:t>에서 부분 트리 </a:t>
            </a:r>
            <a:r>
              <a:rPr lang="en-US" altLang="ko-KR"/>
              <a:t>B</a:t>
            </a:r>
            <a:r>
              <a:rPr lang="ko-KR" altLang="en-US"/>
              <a:t>에 해당하는 부분리스트를 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 구하면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C1D9E26-F91E-A132-13CE-B82921232BCD}"/>
              </a:ext>
            </a:extLst>
          </p:cNvPr>
          <p:cNvSpPr/>
          <p:nvPr/>
        </p:nvSpPr>
        <p:spPr>
          <a:xfrm>
            <a:off x="7607776" y="3376519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1ACAB33-E3F0-6B82-22F2-0070C3B44997}"/>
              </a:ext>
            </a:extLst>
          </p:cNvPr>
          <p:cNvSpPr/>
          <p:nvPr/>
        </p:nvSpPr>
        <p:spPr>
          <a:xfrm>
            <a:off x="7035121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2E464D1-EBBA-4E5B-6773-B84ED51B3F8F}"/>
              </a:ext>
            </a:extLst>
          </p:cNvPr>
          <p:cNvSpPr/>
          <p:nvPr/>
        </p:nvSpPr>
        <p:spPr>
          <a:xfrm>
            <a:off x="8291266" y="4309392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628DDBD-2AFD-F35B-FD2E-CE0F2B02D332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7284503" y="3802240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DE7BB38-DE80-6D4B-3BCA-68CC465FE111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8033497" y="3802240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56AC4FF8-7A70-C7FC-189C-198E979BD550}"/>
              </a:ext>
            </a:extLst>
          </p:cNvPr>
          <p:cNvSpPr/>
          <p:nvPr/>
        </p:nvSpPr>
        <p:spPr>
          <a:xfrm>
            <a:off x="6438321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D6B02A6-2849-2E5B-740A-849F58F5557D}"/>
              </a:ext>
            </a:extLst>
          </p:cNvPr>
          <p:cNvSpPr/>
          <p:nvPr/>
        </p:nvSpPr>
        <p:spPr>
          <a:xfrm>
            <a:off x="7694466" y="524226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E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44F2E64-85F5-E36F-6A8E-189E164F187B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687703" y="4735113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0A5BA5D-1F73-42D3-B99B-BA84FB54918D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460842" y="4735113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BC07E4-A5E1-2836-C6AE-088A7697B531}"/>
              </a:ext>
            </a:extLst>
          </p:cNvPr>
          <p:cNvSpPr txBox="1"/>
          <p:nvPr/>
        </p:nvSpPr>
        <p:spPr>
          <a:xfrm>
            <a:off x="7315483" y="310978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918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1EA7-DED2-072A-6D33-208291E7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3AC0-F70C-79D9-5C21-F2CDDDF4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80A2F-42B0-C008-ECF6-3C2DAE2C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preorder</a:t>
            </a:r>
            <a:r>
              <a:rPr lang="ko-KR" altLang="en-US"/>
              <a:t>에서 </a:t>
            </a:r>
            <a:r>
              <a:rPr lang="en-US" altLang="ko-KR"/>
              <a:t>D B E</a:t>
            </a:r>
            <a:r>
              <a:rPr lang="ko-KR" altLang="en-US"/>
              <a:t>로 이뤄진 부분리스트를 구하면</a:t>
            </a:r>
            <a:r>
              <a:rPr lang="en-US" altLang="ko-KR"/>
              <a:t>? </a:t>
            </a:r>
          </a:p>
          <a:p>
            <a:pPr marL="0" indent="0">
              <a:buNone/>
            </a:pPr>
            <a:r>
              <a:rPr lang="en-US" altLang="ko-KR"/>
              <a:t>   (</a:t>
            </a:r>
            <a:r>
              <a:rPr lang="ko-KR" altLang="en-US"/>
              <a:t>단</a:t>
            </a:r>
            <a:r>
              <a:rPr lang="en-US" altLang="ko-KR"/>
              <a:t>, D B E</a:t>
            </a:r>
            <a:r>
              <a:rPr lang="ko-KR" altLang="en-US"/>
              <a:t>는 부분 트리를 이룬다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332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61" y="262442"/>
            <a:ext cx="7799114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view</a:t>
            </a:r>
            <a:r>
              <a:t> </a:t>
            </a:r>
            <a:r>
              <a:rPr lang="en-US"/>
              <a:t>*</a:t>
            </a:r>
            <a:r>
              <a:t>find_</a:t>
            </a:r>
            <a:r>
              <a:rPr lang="en-US"/>
              <a:t>sub</a:t>
            </a:r>
            <a:r>
              <a:t>range(struct </a:t>
            </a:r>
            <a:r>
              <a:rPr lang="en-US"/>
              <a:t>view</a:t>
            </a:r>
            <a:r>
              <a:t> </a:t>
            </a:r>
            <a:r>
              <a:rPr lang="en-US"/>
              <a:t>*range</a:t>
            </a:r>
            <a:r>
              <a:t>, </a:t>
            </a:r>
            <a:endParaRPr lang="en-US"/>
          </a:p>
          <a:p>
            <a:pPr marL="0" indent="0">
              <a:buNone/>
            </a:pPr>
            <a:r>
              <a:rPr lang="en-US"/>
              <a:t>			                    </a:t>
            </a:r>
            <a:r>
              <a:t>struct </a:t>
            </a:r>
            <a:r>
              <a:rPr lang="en-US"/>
              <a:t>view</a:t>
            </a:r>
            <a:r>
              <a:t> </a:t>
            </a:r>
            <a:r>
              <a:rPr lang="en-US"/>
              <a:t>*set</a:t>
            </a:r>
            <a:r>
              <a:t>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is_in_</a:t>
            </a:r>
            <a:r>
              <a:rPr lang="en-US"/>
              <a:t>set</a:t>
            </a:r>
            <a:r>
              <a:t>[256] = {0};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for (int i = </a:t>
            </a:r>
            <a:r>
              <a:rPr lang="en-US"/>
              <a:t>set-&gt;</a:t>
            </a:r>
            <a:r>
              <a:t>start; i &lt;= </a:t>
            </a:r>
            <a:r>
              <a:rPr lang="en-US"/>
              <a:t>set-&gt;</a:t>
            </a:r>
            <a:r>
              <a:t>end; i++) </a:t>
            </a: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	int key = (unsigned char)set-&gt;data[i];</a:t>
            </a:r>
            <a:endParaRPr/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is_in_</a:t>
            </a:r>
            <a:r>
              <a:rPr lang="en-US"/>
              <a:t>set</a:t>
            </a:r>
            <a:r>
              <a:t>[</a:t>
            </a:r>
            <a:r>
              <a:rPr lang="en-US"/>
              <a:t>key</a:t>
            </a:r>
            <a:r>
              <a:t>] = 1;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8241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D668-5D2F-5E37-FF2F-6530138D4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D271-0C93-A1E4-22FC-3D796935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1" y="262442"/>
            <a:ext cx="7799114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4703-DA45-526E-7522-0E0BFEAC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i = </a:t>
            </a:r>
            <a:r>
              <a:rPr lang="en-US"/>
              <a:t>range-&gt;</a:t>
            </a:r>
            <a:r>
              <a:t>start;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while (i &lt;= </a:t>
            </a:r>
            <a:r>
              <a:rPr lang="en-US"/>
              <a:t>range-&gt;</a:t>
            </a:r>
            <a:r>
              <a:t>end) {</a:t>
            </a:r>
            <a:endParaRPr lang="en-US"/>
          </a:p>
          <a:p>
            <a:pPr marL="0" indent="0">
              <a:buNone/>
            </a:pPr>
            <a:r>
              <a:rPr lang="en-US"/>
              <a:t>		int key = (unsigned char)range-&gt;data[i];</a:t>
            </a:r>
            <a:endParaRPr/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if (is_in_</a:t>
            </a:r>
            <a:r>
              <a:rPr lang="en-US"/>
              <a:t>set</a:t>
            </a:r>
            <a:r>
              <a:t>[</a:t>
            </a:r>
            <a:r>
              <a:rPr lang="en-US"/>
              <a:t>key</a:t>
            </a:r>
            <a:r>
              <a:t>])</a:t>
            </a:r>
          </a:p>
          <a:p>
            <a:pPr marL="0" indent="0">
              <a:buNone/>
            </a:pPr>
            <a:r>
              <a:t>                       </a:t>
            </a:r>
            <a:r>
              <a:rPr lang="en-US"/>
              <a:t>		</a:t>
            </a:r>
            <a:r>
              <a:t>break;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i++;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}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</a:t>
            </a:r>
            <a:r>
              <a:rPr lang="en-US"/>
              <a:t>new_view</a:t>
            </a:r>
            <a:r>
              <a:t>(</a:t>
            </a:r>
            <a:r>
              <a:rPr lang="en-US"/>
              <a:t>range-&gt;data, </a:t>
            </a:r>
            <a:r>
              <a:t>i, i + </a:t>
            </a:r>
            <a:r>
              <a:rPr lang="en-US"/>
              <a:t>set-&gt;</a:t>
            </a:r>
            <a:r>
              <a:t>size - 1);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6113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AC5B-0B2F-0370-B458-639BB654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F75B-8F06-E692-122C-E893146A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360" y="262442"/>
            <a:ext cx="7799115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전략 </a:t>
            </a:r>
            <a:r>
              <a:rPr lang="en-US" altLang="ko-KR"/>
              <a:t>- </a:t>
            </a:r>
            <a:r>
              <a:rPr lang="ko-KR" altLang="en-US"/>
              <a:t>부분 트리 찾기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9339-DAB0-8F18-5069-61C334E80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subrange_set: D B E</a:t>
            </a:r>
          </a:p>
          <a:p>
            <a:r>
              <a:rPr lang="en-US" altLang="ko-KR"/>
              <a:t>find_subrange(preorder, subrange_set)</a:t>
            </a:r>
            <a:r>
              <a:rPr lang="ko-KR" altLang="en-US"/>
              <a:t>의 실행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과정은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87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2F01-11B2-B4C3-D3ED-51BA766F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9FBB-C314-2089-14A8-309CADB5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 lang="en-US" altLang="ko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85E7B-4595-06E0-2A62-31A70564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rebuild(preorder, inorder) </a:t>
            </a:r>
            <a:r>
              <a:rPr lang="ko-KR" altLang="en-US"/>
              <a:t>함수를 </a:t>
            </a:r>
            <a:r>
              <a:rPr lang="en-US" altLang="ko-KR"/>
              <a:t>C</a:t>
            </a:r>
            <a:r>
              <a:rPr lang="ko-KR" altLang="en-US"/>
              <a:t>로 구현하면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6882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bi</a:t>
            </a:r>
            <a:r>
              <a:t>_node *rebuild(struct </a:t>
            </a:r>
            <a:r>
              <a:rPr lang="en-US"/>
              <a:t>view</a:t>
            </a:r>
            <a:r>
              <a:t> </a:t>
            </a:r>
            <a:r>
              <a:rPr lang="en-US"/>
              <a:t>*</a:t>
            </a:r>
            <a:r>
              <a:t>p</a:t>
            </a:r>
            <a:r>
              <a:rPr lang="en-US"/>
              <a:t>re</a:t>
            </a:r>
            <a:r>
              <a:t>, </a:t>
            </a:r>
            <a:endParaRPr lang="en-US"/>
          </a:p>
          <a:p>
            <a:pPr marL="0" indent="0">
              <a:buNone/>
            </a:pPr>
            <a:r>
              <a:rPr lang="en-US"/>
              <a:t>				struct</a:t>
            </a:r>
            <a:r>
              <a:t> </a:t>
            </a:r>
            <a:r>
              <a:rPr lang="en-US"/>
              <a:t>view</a:t>
            </a:r>
            <a:r>
              <a:t> </a:t>
            </a:r>
            <a:r>
              <a:rPr lang="en-US"/>
              <a:t>*</a:t>
            </a:r>
            <a:r>
              <a:t>i</a:t>
            </a:r>
            <a:r>
              <a:rPr lang="en-US"/>
              <a:t>n</a:t>
            </a:r>
            <a:r>
              <a:t>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if (p</a:t>
            </a:r>
            <a:r>
              <a:rPr lang="en-US"/>
              <a:t>re-&gt;</a:t>
            </a:r>
            <a:r>
              <a:t>size == 0 || i</a:t>
            </a:r>
            <a:r>
              <a:rPr lang="en-US"/>
              <a:t>n-&gt;</a:t>
            </a:r>
            <a:r>
              <a:t>size == 0) return NULL;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int root_val = </a:t>
            </a:r>
            <a:r>
              <a:t>pre</a:t>
            </a:r>
            <a:r>
              <a:rPr lang="en-US"/>
              <a:t>-&gt;data</a:t>
            </a:r>
            <a:r>
              <a:t>[p</a:t>
            </a:r>
            <a:r>
              <a:rPr lang="en-US"/>
              <a:t>re-&gt;</a:t>
            </a:r>
            <a:r>
              <a:t>start]);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int i</a:t>
            </a:r>
            <a:r>
              <a:rPr lang="en-US"/>
              <a:t>n_pivot</a:t>
            </a:r>
            <a:r>
              <a:t> = find_index(</a:t>
            </a:r>
            <a:r>
              <a:rPr lang="en-US"/>
              <a:t>in</a:t>
            </a:r>
            <a:r>
              <a:t>, root</a:t>
            </a:r>
            <a:r>
              <a:rPr lang="en-US"/>
              <a:t>_</a:t>
            </a:r>
            <a:r>
              <a:t>val);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5AA2-DF49-8853-FAFF-18788FF4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18B2-1AB9-689C-3434-912B7050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652D5-64FC-3287-D450-F0071FBD3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struct </a:t>
            </a:r>
            <a:r>
              <a:rPr lang="en-US"/>
              <a:t>view</a:t>
            </a:r>
            <a:r>
              <a:t> </a:t>
            </a:r>
            <a:r>
              <a:rPr lang="en-US"/>
              <a:t>*in_l</a:t>
            </a:r>
            <a:r>
              <a:t> = </a:t>
            </a:r>
            <a:r>
              <a:rPr lang="en-US"/>
              <a:t>new_view</a:t>
            </a:r>
            <a:r>
              <a:t>(i</a:t>
            </a:r>
            <a:r>
              <a:rPr lang="en-US"/>
              <a:t>n-&gt;data</a:t>
            </a:r>
            <a:r>
              <a:t>, </a:t>
            </a:r>
            <a:endParaRPr lang="en-US"/>
          </a:p>
          <a:p>
            <a:pPr marL="0" indent="0">
              <a:buNone/>
            </a:pPr>
            <a:r>
              <a:rPr lang="en-US"/>
              <a:t>					          in_start,</a:t>
            </a:r>
          </a:p>
          <a:p>
            <a:pPr marL="0" indent="0">
              <a:buNone/>
            </a:pPr>
            <a:r>
              <a:rPr lang="en-US"/>
              <a:t>					          in-&gt;pivot - 1</a:t>
            </a:r>
            <a:r>
              <a:t>);</a:t>
            </a:r>
            <a:endParaRPr lang="en-US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       	struct view *in_r = new_view(in-&gt;data, </a:t>
            </a:r>
          </a:p>
          <a:p>
            <a:pPr marL="0" indent="0">
              <a:buNone/>
            </a:pPr>
            <a:r>
              <a:rPr lang="en-US" altLang="ko-KR"/>
              <a:t>					          in_pivot + 1,</a:t>
            </a:r>
          </a:p>
          <a:p>
            <a:pPr marL="0" indent="0">
              <a:buNone/>
            </a:pPr>
            <a:r>
              <a:rPr lang="en-US" altLang="ko-KR"/>
              <a:t>					          in-&gt;end);</a:t>
            </a:r>
          </a:p>
        </p:txBody>
      </p:sp>
    </p:spTree>
    <p:extLst>
      <p:ext uri="{BB962C8B-B14F-4D97-AF65-F5344CB8AC3E}">
        <p14:creationId xmlns:p14="http://schemas.microsoft.com/office/powerpoint/2010/main" val="784379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DD9E-D807-20D3-738B-348331FE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5B01-51B6-16A8-659F-8BC77ED3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18CA-BF49-99D5-A320-3EB9B20E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       	struct view *pre_l = find_range(pre, in_l); </a:t>
            </a:r>
          </a:p>
          <a:p>
            <a:pPr marL="0" indent="0">
              <a:buNone/>
            </a:pPr>
            <a:r>
              <a:rPr lang="en-US" altLang="ko-KR"/>
              <a:t>	struct view *pre_r = find_range(pre, in_r);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struct bi_node *left = rebuild(pre_l, in_l);</a:t>
            </a:r>
          </a:p>
          <a:p>
            <a:pPr marL="0" indent="0">
              <a:buNone/>
            </a:pPr>
            <a:r>
              <a:rPr lang="en-US" altLang="ko-KR"/>
              <a:t>	struct bi_node *right = rebuild(pre_r, in_r);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9344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C347-0E1D-4583-263E-9181E209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758A-E6D9-91A8-305F-D7695811E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D409-FD4A-3F7F-2E43-1BE23C164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free(in_l);</a:t>
            </a:r>
          </a:p>
          <a:p>
            <a:pPr marL="0" indent="0">
              <a:buNone/>
            </a:pPr>
            <a:r>
              <a:rPr lang="en-US" altLang="ko-KR"/>
              <a:t>	free(in_r);</a:t>
            </a:r>
          </a:p>
          <a:p>
            <a:pPr marL="0" indent="0">
              <a:buNone/>
            </a:pPr>
            <a:r>
              <a:rPr lang="en-US" altLang="ko-KR"/>
              <a:t>	free(pre_l);</a:t>
            </a:r>
          </a:p>
          <a:p>
            <a:pPr marL="0" indent="0">
              <a:buNone/>
            </a:pPr>
            <a:r>
              <a:rPr lang="en-US" altLang="ko-KR"/>
              <a:t>	free(pre_r);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       	return create_bi_node(root_val, left, right);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8282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0329-DF3F-7A1C-67A8-B2A20D54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2F11-0E7E-184C-D825-FF88303B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987" y="262442"/>
            <a:ext cx="4902488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 lang="en-US" altLang="ko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A575-6C5C-4A56-EB01-BF5A149E2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preorder: A B D E C</a:t>
            </a:r>
          </a:p>
          <a:p>
            <a:r>
              <a:rPr lang="en-US" altLang="ko-KR"/>
              <a:t>inorder: D B E A C</a:t>
            </a:r>
          </a:p>
          <a:p>
            <a:r>
              <a:rPr lang="en-US"/>
              <a:t>rebuild(preorder, inorder)</a:t>
            </a:r>
            <a:r>
              <a:rPr lang="ko-KR" altLang="en-US"/>
              <a:t>의 실행과정은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717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F0CB-CA07-20AC-3CC1-457B4955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E42F-21EB-CB93-0B50-13384997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544" y="262442"/>
            <a:ext cx="9136019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방문 순서로 이진 트리 재구성 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9A6A-F47C-8444-83E3-46773B9E6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 재구성 퀴즈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트리 재구성 전략</a:t>
            </a:r>
            <a:r>
              <a:rPr lang="en-US" altLang="ko-KR"/>
              <a:t>: </a:t>
            </a:r>
            <a:r>
              <a:rPr lang="ko-KR" altLang="en-US"/>
              <a:t>재귀적으로 왼쪽</a:t>
            </a:r>
            <a:r>
              <a:rPr lang="en-US" altLang="ko-KR"/>
              <a:t>/</a:t>
            </a:r>
            <a:r>
              <a:rPr lang="ko-KR" altLang="en-US"/>
              <a:t>오른쪽 구분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부분 리스트</a:t>
            </a:r>
            <a:r>
              <a:rPr lang="en-US" altLang="ko-KR"/>
              <a:t>: </a:t>
            </a:r>
            <a:r>
              <a:rPr lang="ko-KR" altLang="en-US"/>
              <a:t>리스트의 일부 구간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</a:t>
            </a:r>
            <a:r>
              <a:rPr lang="ko-KR" altLang="en-US"/>
              <a:t> 데이터 찾기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부분 트리 찾기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트리 재구성 </a:t>
            </a:r>
            <a:r>
              <a:rPr lang="en-US" altLang="ko-KR"/>
              <a:t>C </a:t>
            </a:r>
            <a:r>
              <a:rPr lang="ko-KR" altLang="en-US"/>
              <a:t>코드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6363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다음 시간 예고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</a:t>
            </a:r>
            <a:r>
              <a:t> 트리의 특수한 케이스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3F4A-E1DD-EBAF-5DBB-C4431AF53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4017-9A8E-A461-A6CD-B8ADA5EC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178" y="262442"/>
            <a:ext cx="416029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수식 트리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505C8-4B5F-8A55-5FCC-A8440C3C9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수식 트리 퀴즈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수식 트리 생성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수식 트리 노드 타입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C</a:t>
            </a:r>
            <a:r>
              <a:rPr lang="ko-KR" altLang="en-US"/>
              <a:t>코드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수식 트리 계산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851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퀴즈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 + 2 * 3</a:t>
            </a:r>
            <a:r>
              <a:rPr lang="ko-KR" altLang="en-US"/>
              <a:t>을 수식 트리로 만들고</a:t>
            </a:r>
            <a:r>
              <a:rPr lang="en-US" altLang="ko-KR"/>
              <a:t>, </a:t>
            </a:r>
            <a:r>
              <a:rPr lang="ko-KR" altLang="en-US"/>
              <a:t>값을 계산하면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2435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CF36-3F4B-0F35-BFC2-D8EFE557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D959-09F1-BE9C-D565-1CA557F0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511CE-09A3-12D0-A5C3-A7C0E6955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expr_tree(</a:t>
            </a:r>
            <a:r>
              <a:rPr lang="ko-KR" altLang="en-US"/>
              <a:t>수식 노드 큐 </a:t>
            </a:r>
            <a:r>
              <a:rPr lang="en-US" altLang="ko-KR"/>
              <a:t>Q, </a:t>
            </a:r>
            <a:r>
              <a:rPr lang="ko-KR" altLang="en-US"/>
              <a:t>처리중인 우선순위 </a:t>
            </a:r>
            <a:r>
              <a:rPr lang="en-US" altLang="ko-KR"/>
              <a:t>p)</a:t>
            </a:r>
          </a:p>
          <a:p>
            <a:r>
              <a:rPr lang="en-US" altLang="ko-KR"/>
              <a:t>node = DEQUEUE(Q)</a:t>
            </a:r>
          </a:p>
          <a:p>
            <a:r>
              <a:rPr lang="ko-KR" altLang="en-US"/>
              <a:t>반복</a:t>
            </a:r>
            <a:r>
              <a:rPr lang="en-US" altLang="ko-KR"/>
              <a:t>: size(Q) &gt; 0</a:t>
            </a:r>
            <a:r>
              <a:rPr lang="ko-KR" altLang="en-US"/>
              <a:t>인 동안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op = FRONT(Q)</a:t>
            </a:r>
          </a:p>
          <a:p>
            <a:pPr marL="0" indent="0">
              <a:buNone/>
            </a:pPr>
            <a:r>
              <a:rPr lang="en-US" altLang="ko-KR"/>
              <a:t>	</a:t>
            </a:r>
            <a:r>
              <a:rPr lang="ko-KR" altLang="en-US"/>
              <a:t>만약</a:t>
            </a:r>
            <a:r>
              <a:rPr lang="en-US" altLang="ko-KR"/>
              <a:t>: </a:t>
            </a:r>
            <a:r>
              <a:rPr lang="ko-KR" altLang="en-US"/>
              <a:t>우선순위</a:t>
            </a:r>
            <a:r>
              <a:rPr lang="en-US" altLang="ko-KR"/>
              <a:t>(op) </a:t>
            </a:r>
            <a:r>
              <a:rPr lang="ko-KR" altLang="en-US"/>
              <a:t>≤</a:t>
            </a:r>
            <a:r>
              <a:rPr lang="en-US" altLang="ko-KR"/>
              <a:t> p</a:t>
            </a:r>
            <a:r>
              <a:rPr lang="ko-KR" altLang="en-US"/>
              <a:t>이면 반복 종료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DEQUEUE(Q)</a:t>
            </a:r>
          </a:p>
          <a:p>
            <a:pPr marL="0" indent="0">
              <a:buNone/>
            </a:pPr>
            <a:r>
              <a:rPr lang="en-US" altLang="ko-KR"/>
              <a:t>	op-&gt;left = node</a:t>
            </a:r>
          </a:p>
          <a:p>
            <a:pPr marL="0" indent="0">
              <a:buNone/>
            </a:pPr>
            <a:r>
              <a:rPr lang="en-US" altLang="ko-KR"/>
              <a:t>	op-&gt;right = expr_tree(Q, </a:t>
            </a:r>
            <a:r>
              <a:rPr lang="ko-KR" altLang="en-US"/>
              <a:t>우선순위</a:t>
            </a:r>
            <a:r>
              <a:rPr lang="en-US" altLang="ko-KR"/>
              <a:t>(op))</a:t>
            </a:r>
          </a:p>
          <a:p>
            <a:pPr marL="0" indent="0">
              <a:buNone/>
            </a:pPr>
            <a:r>
              <a:rPr lang="en-US" altLang="ko-KR"/>
              <a:t>	node = op</a:t>
            </a:r>
          </a:p>
          <a:p>
            <a:r>
              <a:rPr lang="ko-KR" altLang="en-US"/>
              <a:t>반환</a:t>
            </a:r>
            <a:r>
              <a:rPr lang="en-US" altLang="ko-KR"/>
              <a:t>: node</a:t>
            </a:r>
          </a:p>
        </p:txBody>
      </p:sp>
    </p:spTree>
    <p:extLst>
      <p:ext uri="{BB962C8B-B14F-4D97-AF65-F5344CB8AC3E}">
        <p14:creationId xmlns:p14="http://schemas.microsoft.com/office/powerpoint/2010/main" val="933112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CD63-6D81-1699-AAE7-81DC02F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D7B9-9FEB-1642-5FE6-B4E13171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</a:t>
            </a:r>
            <a:r>
              <a:rPr lang="en-US"/>
              <a:t> </a:t>
            </a:r>
            <a:r>
              <a:rPr lang="ko-KR" altLang="en-US"/>
              <a:t>노드 타입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5338-DB90-6625-EF41-FB62B07A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수식 트리 노드의 데이터에 저장할 정보는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16834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E864-EFA5-2842-79F6-ECC8AE69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009A-5681-9A4E-2FE4-E7E44245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</a:t>
            </a:r>
            <a:r>
              <a:rPr lang="en-US"/>
              <a:t> </a:t>
            </a:r>
            <a:r>
              <a:rPr lang="ko-KR" altLang="en-US"/>
              <a:t>노드 타입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2F8A-3D8B-AA9B-0D2C-D4DA489E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숫자 또는 연산자가 저장된다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type: </a:t>
            </a:r>
            <a:r>
              <a:rPr lang="en-US"/>
              <a:t>  		</a:t>
            </a:r>
            <a:r>
              <a:t>숫자, 더하기, 곱하기 구분</a:t>
            </a:r>
          </a:p>
          <a:p>
            <a:pPr marL="0" indent="0">
              <a:buNone/>
            </a:pPr>
            <a:r>
              <a:t>	 - value: </a:t>
            </a:r>
            <a:r>
              <a:rPr lang="en-US"/>
              <a:t>		</a:t>
            </a:r>
            <a:r>
              <a:rPr lang="ko-KR" altLang="en-US"/>
              <a:t>계산 결과를</a:t>
            </a:r>
            <a:r>
              <a:t> 저장</a:t>
            </a:r>
          </a:p>
          <a:p>
            <a:pPr marL="0" indent="0">
              <a:buNone/>
            </a:pPr>
            <a:r>
              <a:t>	 - precedence: </a:t>
            </a:r>
            <a:r>
              <a:rPr lang="en-US"/>
              <a:t>	</a:t>
            </a:r>
            <a:endParaRPr/>
          </a:p>
          <a:p>
            <a:pPr marL="0" indent="0">
              <a:buNone/>
            </a:pPr>
            <a:r>
              <a:t>	               </a:t>
            </a:r>
            <a:r>
              <a:rPr lang="en-US"/>
              <a:t>	       	</a:t>
            </a:r>
            <a:r>
              <a:t>더하기는 1</a:t>
            </a:r>
          </a:p>
          <a:p>
            <a:pPr marL="0" indent="0">
              <a:buNone/>
            </a:pPr>
            <a:r>
              <a:t>	              </a:t>
            </a:r>
            <a:r>
              <a:rPr lang="en-US"/>
              <a:t>	</a:t>
            </a:r>
            <a:r>
              <a:t> </a:t>
            </a:r>
            <a:r>
              <a:rPr lang="en-US"/>
              <a:t>      	</a:t>
            </a:r>
            <a:r>
              <a:t>곱하기는 2</a:t>
            </a:r>
          </a:p>
          <a:p>
            <a:pPr marL="0" indent="0">
              <a:buNone/>
            </a:pPr>
            <a:r>
              <a:t>	               </a:t>
            </a:r>
            <a:r>
              <a:rPr lang="en-US"/>
              <a:t>	       	</a:t>
            </a:r>
            <a:r>
              <a:t>숫자는 -1</a:t>
            </a:r>
          </a:p>
        </p:txBody>
      </p:sp>
    </p:spTree>
    <p:extLst>
      <p:ext uri="{BB962C8B-B14F-4D97-AF65-F5344CB8AC3E}">
        <p14:creationId xmlns:p14="http://schemas.microsoft.com/office/powerpoint/2010/main" val="1990667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123" y="262442"/>
            <a:ext cx="6324352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 </a:t>
            </a:r>
            <a:r>
              <a:rPr lang="ko-KR" altLang="en-US"/>
              <a:t>노드 타입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</a:t>
            </a:r>
            <a:r>
              <a:rPr lang="en-US"/>
              <a:t>expr_node</a:t>
            </a:r>
            <a:r>
              <a:t> {</a:t>
            </a:r>
            <a:endParaRPr lang="en-US"/>
          </a:p>
          <a:p>
            <a:pPr marL="0" indent="0">
              <a:buNone/>
            </a:pPr>
            <a:r>
              <a:rPr lang="en-US"/>
              <a:t>	struct expr_node *l;	// </a:t>
            </a:r>
            <a:r>
              <a:rPr lang="ko-KR" altLang="en-US"/>
              <a:t>왼쪽 자식 노드</a:t>
            </a:r>
            <a:endParaRPr lang="en-US"/>
          </a:p>
          <a:p>
            <a:pPr marL="0" indent="0">
              <a:buNone/>
            </a:pPr>
            <a:r>
              <a:rPr lang="en-US"/>
              <a:t>	struct expr_node * r;	// </a:t>
            </a:r>
            <a:r>
              <a:rPr lang="ko-KR" altLang="en-US"/>
              <a:t>오른쪽 자식 노드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char type;          </a:t>
            </a:r>
            <a:r>
              <a:rPr lang="en-US"/>
              <a:t>	</a:t>
            </a:r>
            <a:r>
              <a:t>// 'i': 숫자, '+': </a:t>
            </a:r>
            <a:r>
              <a:rPr lang="ko-KR" altLang="en-US"/>
              <a:t>덧셈</a:t>
            </a:r>
            <a:r>
              <a:t>, '*': 곱</a:t>
            </a:r>
            <a:r>
              <a:rPr lang="ko-KR" altLang="en-US"/>
              <a:t>셈</a:t>
            </a:r>
            <a:endParaRPr/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int value;          </a:t>
            </a:r>
            <a:r>
              <a:rPr lang="en-US"/>
              <a:t>	</a:t>
            </a:r>
            <a:r>
              <a:t>// </a:t>
            </a:r>
            <a:r>
              <a:rPr lang="ko-KR" altLang="en-US"/>
              <a:t>결과</a:t>
            </a:r>
            <a:r>
              <a:t> 값</a:t>
            </a:r>
          </a:p>
          <a:p>
            <a:pPr marL="0" indent="0">
              <a:buNone/>
            </a:pPr>
            <a:r>
              <a:t>        </a:t>
            </a:r>
            <a:r>
              <a:rPr lang="en-US"/>
              <a:t>	</a:t>
            </a:r>
            <a:r>
              <a:t>int pr</a:t>
            </a:r>
            <a:r>
              <a:rPr lang="en-US"/>
              <a:t>ecedence</a:t>
            </a:r>
            <a:r>
              <a:t>;    </a:t>
            </a:r>
            <a:r>
              <a:rPr lang="en-US"/>
              <a:t>	</a:t>
            </a:r>
            <a:r>
              <a:t>// </a:t>
            </a:r>
            <a:r>
              <a:rPr lang="ko-KR" altLang="en-US"/>
              <a:t>연산자 </a:t>
            </a:r>
            <a:r>
              <a:t>우선순위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55588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D294-6748-B50C-B8CD-CDA98F09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6AF4-B115-DFC5-4D29-7EA34DEE5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70" y="262442"/>
            <a:ext cx="5712005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 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A24D-D213-870D-4AF0-A3EBE877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수식</a:t>
            </a:r>
            <a:r>
              <a:rPr lang="en-US"/>
              <a:t> </a:t>
            </a:r>
            <a:r>
              <a:rPr lang="ko-KR" altLang="en-US"/>
              <a:t>노드 큐를</a:t>
            </a:r>
            <a:r>
              <a:t> </a:t>
            </a:r>
            <a:r>
              <a:rPr lang="ko-KR" altLang="en-US"/>
              <a:t>수식</a:t>
            </a:r>
            <a:r>
              <a:t> 트리로 만드는 함수를 </a:t>
            </a:r>
            <a:endParaRPr lang="en-US"/>
          </a:p>
          <a:p>
            <a:pPr marL="0" indent="0">
              <a:buNone/>
            </a:pPr>
            <a:r>
              <a:rPr lang="en-US"/>
              <a:t>   C </a:t>
            </a:r>
            <a:r>
              <a:rPr lang="ko-KR" altLang="en-US"/>
              <a:t>코드로 </a:t>
            </a:r>
            <a:r>
              <a:t>써보</a:t>
            </a:r>
            <a:r>
              <a:rPr lang="ko-KR" altLang="en-US"/>
              <a:t>면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80888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71" y="262442"/>
            <a:ext cx="5712004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 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exp</a:t>
            </a:r>
            <a:r>
              <a:rPr lang="en-US"/>
              <a:t>r</a:t>
            </a:r>
            <a:r>
              <a:t>_node *exp</a:t>
            </a:r>
            <a:r>
              <a:rPr lang="en-US"/>
              <a:t>r</a:t>
            </a:r>
            <a:r>
              <a:t>_tree(struct </a:t>
            </a:r>
            <a:r>
              <a:rPr lang="en-US"/>
              <a:t>expr_</a:t>
            </a:r>
            <a:r>
              <a:t>q *q, </a:t>
            </a:r>
            <a:endParaRPr lang="en-US"/>
          </a:p>
          <a:p>
            <a:pPr marL="0" indent="0">
              <a:buNone/>
            </a:pPr>
            <a:r>
              <a:rPr lang="en-US"/>
              <a:t>				          </a:t>
            </a:r>
            <a:r>
              <a:t>int </a:t>
            </a:r>
            <a:r>
              <a:rPr lang="en-US"/>
              <a:t>cur_prec</a:t>
            </a:r>
            <a:r>
              <a:t>) </a:t>
            </a:r>
            <a:endParaRPr lang="en-US"/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struct exp</a:t>
            </a:r>
            <a:r>
              <a:rPr lang="en-US"/>
              <a:t>r</a:t>
            </a:r>
            <a:r>
              <a:t>_node *node</a:t>
            </a:r>
            <a:r>
              <a:rPr lang="en-US"/>
              <a:t> = expr_q_</a:t>
            </a:r>
            <a:r>
              <a:t>dequeue(q);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while (!</a:t>
            </a:r>
            <a:r>
              <a:rPr lang="en-US"/>
              <a:t>expr_q</a:t>
            </a:r>
            <a:r>
              <a:t>_empty(q)) {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struct </a:t>
            </a:r>
            <a:r>
              <a:rPr lang="en-US"/>
              <a:t>expr_node</a:t>
            </a:r>
            <a:r>
              <a:t> *op = </a:t>
            </a:r>
            <a:r>
              <a:rPr lang="en-US"/>
              <a:t>expr_</a:t>
            </a:r>
            <a:r>
              <a:t>q_front(q);</a:t>
            </a:r>
          </a:p>
          <a:p>
            <a:pPr marL="0" indent="0">
              <a:buNone/>
            </a:pPr>
            <a:r>
              <a:t>               </a:t>
            </a:r>
            <a:r>
              <a:rPr lang="en-US"/>
              <a:t>	</a:t>
            </a:r>
            <a:r>
              <a:t>if (op-&gt;precedence &lt;</a:t>
            </a:r>
            <a:r>
              <a:rPr lang="en-US"/>
              <a:t>=</a:t>
            </a:r>
            <a:r>
              <a:t> </a:t>
            </a:r>
            <a:r>
              <a:rPr lang="en-US"/>
              <a:t>cur_prec</a:t>
            </a:r>
            <a:r>
              <a:t>)</a:t>
            </a:r>
          </a:p>
          <a:p>
            <a:pPr marL="0" indent="0">
              <a:buNone/>
            </a:pPr>
            <a:r>
              <a:t>                       </a:t>
            </a:r>
            <a:r>
              <a:rPr lang="en-US"/>
              <a:t>		</a:t>
            </a:r>
            <a:r>
              <a:t>break;</a:t>
            </a:r>
          </a:p>
        </p:txBody>
      </p:sp>
    </p:spTree>
    <p:extLst>
      <p:ext uri="{BB962C8B-B14F-4D97-AF65-F5344CB8AC3E}">
        <p14:creationId xmlns:p14="http://schemas.microsoft.com/office/powerpoint/2010/main" val="2498071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A3C0-0E99-2BD6-162B-ADF717AE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C199-0EB2-FB73-6CCE-04FF14A4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71" y="262442"/>
            <a:ext cx="5712004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 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851E-4952-FCCD-B014-A2B9BA612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               </a:t>
            </a:r>
            <a:r>
              <a:rPr lang="en-US"/>
              <a:t>	expr_q_</a:t>
            </a:r>
            <a:r>
              <a:rPr lang="nl-NL"/>
              <a:t>dequeue(q);</a:t>
            </a:r>
          </a:p>
          <a:p>
            <a:pPr marL="0" indent="0">
              <a:buNone/>
            </a:pPr>
            <a:r>
              <a:rPr lang="nl-NL"/>
              <a:t>		op-&gt;l = node;</a:t>
            </a:r>
          </a:p>
          <a:p>
            <a:pPr marL="0" indent="0">
              <a:buNone/>
            </a:pPr>
            <a:r>
              <a:rPr lang="nl-NL"/>
              <a:t>		op-&gt;r = expr_tree(q, op-&gt;precedence);</a:t>
            </a:r>
          </a:p>
          <a:p>
            <a:pPr marL="0" indent="0">
              <a:buNone/>
            </a:pPr>
            <a:r>
              <a:rPr lang="nl-NL"/>
              <a:t>               	node = </a:t>
            </a:r>
            <a:r>
              <a:rPr lang="en-US"/>
              <a:t>op;</a:t>
            </a:r>
            <a:endParaRPr/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}</a:t>
            </a:r>
          </a:p>
          <a:p>
            <a:pPr marL="0" indent="0">
              <a:buNone/>
            </a:pPr>
            <a:r>
              <a:t>       </a:t>
            </a:r>
            <a:r>
              <a:rPr lang="en-US"/>
              <a:t>	</a:t>
            </a:r>
            <a:r>
              <a:t>return 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4609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71" y="262442"/>
            <a:ext cx="5712004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생성 </a:t>
            </a:r>
            <a:r>
              <a:rPr lang="en-US" altLang="ko-KR"/>
              <a:t>- C </a:t>
            </a:r>
            <a:r>
              <a:rPr lang="ko-KR" altLang="en-US"/>
              <a:t>코드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expr_q: </a:t>
            </a:r>
            <a:r>
              <a:rPr lang="en-US" altLang="ko-KR"/>
              <a:t>[1, '+', 2, '*', 3, '*', 4, '+', 5]</a:t>
            </a:r>
            <a:endParaRPr lang="en-US"/>
          </a:p>
          <a:p>
            <a:r>
              <a:t>expr_tree(</a:t>
            </a:r>
            <a:r>
              <a:rPr lang="en-US"/>
              <a:t>expr_q</a:t>
            </a:r>
            <a:r>
              <a:t>, 0)</a:t>
            </a:r>
            <a:r>
              <a:rPr lang="ko-KR" altLang="en-US"/>
              <a:t>이</a:t>
            </a:r>
            <a:r>
              <a:t> 실행</a:t>
            </a:r>
            <a:r>
              <a:rPr lang="ko-KR" altLang="en-US"/>
              <a:t>되는 과정은</a:t>
            </a:r>
            <a: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762906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1920-4773-13F8-3A51-2D17A35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879C-3FB6-3854-05CB-B560E87D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8006C-1F05-F1B4-A0DC-E0C77609B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수식 트리를 계산할 때 </a:t>
            </a:r>
            <a:r>
              <a:rPr lang="en-US" altLang="ko-KR"/>
              <a:t>pre-, in-, post-order </a:t>
            </a:r>
            <a:r>
              <a:rPr lang="ko-KR" altLang="en-US"/>
              <a:t>중 적절한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작업 타이밍은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80027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8D06-4AF6-CE19-A534-CE2EA17D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246B-DEE0-577C-EE68-38C6ABF7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C386B-CC9C-9C96-E814-ECF28862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함수 </a:t>
            </a:r>
            <a:r>
              <a:rPr lang="en-US" altLang="ko-KR"/>
              <a:t>post_task(struct expr_node *expr)</a:t>
            </a:r>
            <a:r>
              <a:rPr lang="ko-KR" altLang="en-US"/>
              <a:t>에서 할 일로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적절한 것은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0102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17D1-CBEF-637E-2073-0BB27351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F261-43C9-B343-9ACC-EFF110F0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B728-1387-F465-A698-3B0203843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post_task(struct expr_node *expr):</a:t>
            </a:r>
          </a:p>
          <a:p>
            <a:r>
              <a:rPr lang="ko-KR" altLang="en-US"/>
              <a:t>스위치</a:t>
            </a:r>
            <a:r>
              <a:rPr lang="en-US" altLang="ko-KR"/>
              <a:t>(expr-&gt;type):</a:t>
            </a:r>
          </a:p>
          <a:p>
            <a:r>
              <a:rPr lang="ko-KR" altLang="en-US"/>
              <a:t>케이스 </a:t>
            </a:r>
            <a:r>
              <a:rPr lang="en-US" altLang="ko-KR"/>
              <a:t>'+':</a:t>
            </a:r>
          </a:p>
          <a:p>
            <a:pPr marL="0" indent="0">
              <a:buNone/>
            </a:pPr>
            <a:r>
              <a:rPr lang="en-US" altLang="ko-KR"/>
              <a:t>	expr-&gt;value = expr-&gt;l-&gt;value + expr-&gt;r-&gt;value;</a:t>
            </a:r>
          </a:p>
          <a:p>
            <a:pPr marL="0" indent="0">
              <a:buNone/>
            </a:pPr>
            <a:r>
              <a:rPr lang="en-US" altLang="ko-KR"/>
              <a:t>	break;</a:t>
            </a:r>
          </a:p>
          <a:p>
            <a:r>
              <a:rPr lang="ko-KR" altLang="en-US"/>
              <a:t>케이스 </a:t>
            </a:r>
            <a:r>
              <a:rPr lang="en-US" altLang="ko-KR"/>
              <a:t>'*':</a:t>
            </a:r>
          </a:p>
          <a:p>
            <a:pPr marL="0" indent="0">
              <a:buNone/>
            </a:pPr>
            <a:r>
              <a:rPr lang="en-US" altLang="ko-KR"/>
              <a:t>	expr-&gt;value = expr-&gt;l_value * expr-&gt;r-&gt;value;</a:t>
            </a:r>
          </a:p>
          <a:p>
            <a:pPr marL="0" indent="0">
              <a:buNone/>
            </a:pPr>
            <a:r>
              <a:rPr lang="en-US" altLang="ko-KR"/>
              <a:t>	break;</a:t>
            </a:r>
          </a:p>
          <a:p>
            <a:r>
              <a:rPr lang="ko-KR" altLang="en-US"/>
              <a:t>케이스 </a:t>
            </a:r>
            <a:r>
              <a:rPr lang="en-US" altLang="ko-KR"/>
              <a:t>'i':</a:t>
            </a:r>
          </a:p>
          <a:p>
            <a:pPr marL="0" indent="0">
              <a:buNone/>
            </a:pPr>
            <a:r>
              <a:rPr lang="en-US" altLang="ko-KR"/>
              <a:t>	break;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273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3DE9-CE03-E418-B3C2-EB8F1467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9000-B69C-5F3E-EFBC-276FCD68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B643-CA01-ADA1-97AB-CBB71D38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</a:t>
            </a:r>
            <a:r>
              <a:rPr lang="ko-KR" altLang="en-US"/>
              <a:t> </a:t>
            </a:r>
            <a:r>
              <a:rPr lang="en-US" altLang="ko-KR"/>
              <a:t>expr_post_task(struct expr_node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(e-&gt;type == '+') </a:t>
            </a:r>
          </a:p>
          <a:p>
            <a:pPr marL="0" indent="0">
              <a:buNone/>
            </a:pPr>
            <a:r>
              <a:rPr lang="en-US" altLang="ko-KR"/>
              <a:t>		e-&gt;value = e-&gt;l-&gt;value + e-&gt;r-&gt;value;</a:t>
            </a:r>
          </a:p>
          <a:p>
            <a:pPr marL="0" indent="0">
              <a:buNone/>
            </a:pPr>
            <a:r>
              <a:rPr lang="en-US" altLang="ko-KR"/>
              <a:t>	else if (e-&gt;type == '*')</a:t>
            </a:r>
          </a:p>
          <a:p>
            <a:pPr marL="0" indent="0">
              <a:buNone/>
            </a:pPr>
            <a:r>
              <a:rPr lang="en-US" altLang="ko-KR"/>
              <a:t>		e-&gt;value = e-&gt;l-&gt;value * e-&gt;r-&gt;value;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66265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3D52-E4D8-6D21-36BD-C346EC51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63F0-D09E-9ABC-ACEF-705384F7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9A3F6-7049-1B50-C865-5F91AC396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</a:t>
            </a:r>
            <a:r>
              <a:rPr lang="ko-KR" altLang="en-US"/>
              <a:t> </a:t>
            </a:r>
            <a:r>
              <a:rPr lang="en-US" altLang="ko-KR"/>
              <a:t>expr_eval(struct expr_node *e)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(e-&gt;l)</a:t>
            </a:r>
          </a:p>
          <a:p>
            <a:pPr marL="0" indent="0">
              <a:buNone/>
            </a:pPr>
            <a:r>
              <a:rPr lang="en-US" altLang="ko-KR"/>
              <a:t>		expr_eval(e-&gt;l);</a:t>
            </a:r>
          </a:p>
          <a:p>
            <a:pPr marL="0" indent="0">
              <a:buNone/>
            </a:pPr>
            <a:r>
              <a:rPr lang="en-US" altLang="ko-KR"/>
              <a:t>	if (e-&gt;r)</a:t>
            </a:r>
          </a:p>
          <a:p>
            <a:pPr marL="0" indent="0">
              <a:buNone/>
            </a:pPr>
            <a:r>
              <a:rPr lang="en-US" altLang="ko-KR"/>
              <a:t>		expr_eval(e-&gt;r);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expr_post_task(e)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57118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FC36-6D0F-B93F-E7AE-D5BDECD43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B266-39D5-BC16-C072-B72818EA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수식 트리 계산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C5DD-DDDE-B568-5F5D-AF48ECA03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 수식 트리의 루트에서 </a:t>
            </a:r>
            <a:r>
              <a:rPr lang="en-US" altLang="ko-KR"/>
              <a:t>expr_eval</a:t>
            </a:r>
            <a:r>
              <a:rPr lang="ko-KR" altLang="en-US"/>
              <a:t>을 실행했을 때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t>실행</a:t>
            </a:r>
            <a:r>
              <a:rPr lang="ko-KR" altLang="en-US"/>
              <a:t>되는 과정은</a:t>
            </a:r>
            <a:r>
              <a:t>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B7DE238-3CAD-ABFB-5574-C538C15D7447}"/>
              </a:ext>
            </a:extLst>
          </p:cNvPr>
          <p:cNvSpPr/>
          <p:nvPr/>
        </p:nvSpPr>
        <p:spPr>
          <a:xfrm>
            <a:off x="6978332" y="274002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59D25F6-DA3A-3187-1D59-51AF3B43DC98}"/>
              </a:ext>
            </a:extLst>
          </p:cNvPr>
          <p:cNvSpPr/>
          <p:nvPr/>
        </p:nvSpPr>
        <p:spPr>
          <a:xfrm>
            <a:off x="6405677" y="36728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A1342F0-2C6B-66C6-A9AF-D9C53C5010B2}"/>
              </a:ext>
            </a:extLst>
          </p:cNvPr>
          <p:cNvSpPr/>
          <p:nvPr/>
        </p:nvSpPr>
        <p:spPr>
          <a:xfrm>
            <a:off x="7661822" y="367289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*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F722B3-7363-E4F5-5EC2-6D6D52672BCE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655059" y="316574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A826B8A-6DA3-B0A5-FB4E-3314CECFBA21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404053" y="316574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19F6344-53F8-9F65-6162-04F50EF8DA69}"/>
              </a:ext>
            </a:extLst>
          </p:cNvPr>
          <p:cNvSpPr/>
          <p:nvPr/>
        </p:nvSpPr>
        <p:spPr>
          <a:xfrm>
            <a:off x="7051374" y="4605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017D7E4-F510-BB1B-ED10-189C9AE4C868}"/>
              </a:ext>
            </a:extLst>
          </p:cNvPr>
          <p:cNvSpPr/>
          <p:nvPr/>
        </p:nvSpPr>
        <p:spPr>
          <a:xfrm>
            <a:off x="8307519" y="460577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3125A25-4703-1152-093C-0B51EB464D48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flipV="1">
            <a:off x="7300756" y="4098619"/>
            <a:ext cx="43410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5D76B3-8EAC-11B3-2081-EE07F67CFE8F}"/>
              </a:ext>
            </a:extLst>
          </p:cNvPr>
          <p:cNvCxnSpPr>
            <a:cxnSpLocks/>
            <a:stCxn id="10" idx="0"/>
            <a:endCxn id="6" idx="5"/>
          </p:cNvCxnSpPr>
          <p:nvPr/>
        </p:nvCxnSpPr>
        <p:spPr>
          <a:xfrm flipH="1" flipV="1">
            <a:off x="8087543" y="4098619"/>
            <a:ext cx="469358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5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13430</TotalTime>
  <Words>2655</Words>
  <Application>Microsoft Office PowerPoint</Application>
  <PresentationFormat>화면 슬라이드 쇼(4:3)</PresentationFormat>
  <Paragraphs>419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6" baseType="lpstr">
      <vt:lpstr>맑은 고딕</vt:lpstr>
      <vt:lpstr>Aptos</vt:lpstr>
      <vt:lpstr>Aptos Display</vt:lpstr>
      <vt:lpstr>Arial</vt:lpstr>
      <vt:lpstr>Office 테마</vt:lpstr>
      <vt:lpstr>자료구조 (Data Structure) 5주차: 트리</vt:lpstr>
      <vt:lpstr>지난 시간 요약</vt:lpstr>
      <vt:lpstr>오늘 목표</vt:lpstr>
      <vt:lpstr>이진 트리 및 방문 구현</vt:lpstr>
      <vt:lpstr>이진 트리</vt:lpstr>
      <vt:lpstr>이진 트리 노드 타입</vt:lpstr>
      <vt:lpstr>이진 트리 노드 타입</vt:lpstr>
      <vt:lpstr>이진 트리 노드 타입</vt:lpstr>
      <vt:lpstr>이진 트리 타입</vt:lpstr>
      <vt:lpstr>이진 트리 타입</vt:lpstr>
      <vt:lpstr>이진 트리 예시</vt:lpstr>
      <vt:lpstr>깊이 우선 이진 트리 방문</vt:lpstr>
      <vt:lpstr>깊이 우선 이진 트리 방문</vt:lpstr>
      <vt:lpstr>이진 트리 방문시 작업 타이밍</vt:lpstr>
      <vt:lpstr>이진 트리 삭제하기</vt:lpstr>
      <vt:lpstr>이진 트리 삭제하기</vt:lpstr>
      <vt:lpstr>이진 트리 삭제하기</vt:lpstr>
      <vt:lpstr>이진 트리 삭제하기</vt:lpstr>
      <vt:lpstr>이진 트리 및 방문 구현 요약</vt:lpstr>
      <vt:lpstr>예제: 방문 순서로 이진 트리 재구성</vt:lpstr>
      <vt:lpstr>트리 재구성 퀴즈</vt:lpstr>
      <vt:lpstr>트리 재구성 전략</vt:lpstr>
      <vt:lpstr>트리 재구성 전략</vt:lpstr>
      <vt:lpstr>트리 재구성 전략</vt:lpstr>
      <vt:lpstr>트리 재구성 전략 - 부분 리스트</vt:lpstr>
      <vt:lpstr>트리 재구성 전략 - 부분 리스트</vt:lpstr>
      <vt:lpstr>트리 재구성 전략 - 부분 리스트</vt:lpstr>
      <vt:lpstr>트리 재구성 전략 - 부분 리스트</vt:lpstr>
      <vt:lpstr>트리 재구성 전략 - 데이터 찾기</vt:lpstr>
      <vt:lpstr>트리 재구성 전략 - 데이터 찾기</vt:lpstr>
      <vt:lpstr>트리 재구성 전략 - 데이터 찾기</vt:lpstr>
      <vt:lpstr>트리 재구성 전략 - 부분 트리 찾기</vt:lpstr>
      <vt:lpstr>트리 재구성 전략 - 부분 트리 찾기</vt:lpstr>
      <vt:lpstr>트리 재구성 전략 - 부분 트리 찾기</vt:lpstr>
      <vt:lpstr>트리 재구성 전략 - 부분 트리 찾기</vt:lpstr>
      <vt:lpstr>트리 재구성 전략 - 부분 트리 찾기</vt:lpstr>
      <vt:lpstr>트리 재구성 전략 - 부분 트리 찾기</vt:lpstr>
      <vt:lpstr>트리 재구성 C 코드</vt:lpstr>
      <vt:lpstr>트리 재구성 C 코드</vt:lpstr>
      <vt:lpstr>트리 재구성 C 코드</vt:lpstr>
      <vt:lpstr>트리 재구성 C 코드</vt:lpstr>
      <vt:lpstr>트리 재구성 C 코드</vt:lpstr>
      <vt:lpstr>트리 재구성 C 코드</vt:lpstr>
      <vt:lpstr>예제: 방문 순서로 이진 트리 재구성 요약</vt:lpstr>
      <vt:lpstr>다음 시간 예고</vt:lpstr>
      <vt:lpstr>예제: 수식 트리</vt:lpstr>
      <vt:lpstr>수식 트리 퀴즈</vt:lpstr>
      <vt:lpstr>수식 트리 생성</vt:lpstr>
      <vt:lpstr>수식 트리 생성 - 노드 타입</vt:lpstr>
      <vt:lpstr>수식 트리 생성 - 노드 타입</vt:lpstr>
      <vt:lpstr>수식 트리 생성 - 노드 타입</vt:lpstr>
      <vt:lpstr>수식 트리 생성 - C 코드</vt:lpstr>
      <vt:lpstr>수식 트리 생성 - C 코드</vt:lpstr>
      <vt:lpstr>수식 트리 생성 - C 코드</vt:lpstr>
      <vt:lpstr>수식 트리 생성 - C 코드</vt:lpstr>
      <vt:lpstr>수식 트리 계산</vt:lpstr>
      <vt:lpstr>수식 트리 계산</vt:lpstr>
      <vt:lpstr>수식 트리 계산</vt:lpstr>
      <vt:lpstr>수식 트리 계산</vt:lpstr>
      <vt:lpstr>수식 트리 계산</vt:lpstr>
      <vt:lpstr>수식 트리 계산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62</cp:revision>
  <dcterms:created xsi:type="dcterms:W3CDTF">2025-07-28T15:04:23Z</dcterms:created>
  <dcterms:modified xsi:type="dcterms:W3CDTF">2025-10-09T16:22:11Z</dcterms:modified>
</cp:coreProperties>
</file>