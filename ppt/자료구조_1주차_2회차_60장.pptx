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자료구조 (Data Structure)</a:t>
            </a:r>
          </a:p>
          <a:p>
            <a:r>
              <a:t>1주차 2회차: 배열 리스트 C 구현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아주대 사이버보안학과 · 김채빈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로드맵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배열 리스트 C 구조체/기초 함수</a:t>
            </a:r>
          </a:p>
          <a:p>
            <a:pPr/>
            <a:r>
              <a:t>2) 고정 크기 vs 가변 크기(RESIZE)</a:t>
            </a:r>
          </a:p>
          <a:p>
            <a:pPr/>
            <a:r>
              <a:t>3) 선형 탐색/업데이트/경계 처리</a:t>
            </a:r>
          </a:p>
          <a:p>
            <a:pPr/>
            <a:r>
              <a:t>4) 데모 main()과 실습</a:t>
            </a:r>
          </a:p>
          <a:p>
            <a:pPr/>
            <a:r>
              <a:t>5) 다항식 리스트(예고) &amp; 과제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지난 시간 핵심 복습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배열 리스트 개념 (data / size / capacity, 1-based index)</a:t>
            </a:r>
          </a:p>
          <a:p>
            <a:pPr/>
            <a:r>
              <a:t>INSERT / DELETE / RETRIEVE 의미</a:t>
            </a:r>
          </a:p>
          <a:p>
            <a:pPr/>
            <a:r>
              <a:t>가변 크기와 RESIZE 아이디어</a:t>
            </a:r>
          </a:p>
          <a:p>
            <a:pPr/>
            <a:r>
              <a:t>다항식(항 리스트) 문제 맥락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 목표 (2회차)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C로 안전하고 읽기 쉬운 ArrayList 구현</a:t>
            </a:r>
          </a:p>
          <a:p>
            <a:pPr/>
            <a:r>
              <a:t>시간복잡도 직관과 경계 처리 습관화</a:t>
            </a:r>
          </a:p>
          <a:p>
            <a:pPr/>
            <a:r>
              <a:t>데모 코드 실행 → 실습 문제 해결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실습 환경/주의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컴파일 옵션: -Wall -Wextra -O2</a:t>
            </a:r>
          </a:p>
          <a:p>
            <a:pPr/>
            <a:r>
              <a:t>동적 메모리 실패 처리, 인덱스 검증</a:t>
            </a:r>
          </a:p>
          <a:p>
            <a:pPr/>
            <a:r>
              <a:t>1-based 인덱싱 유지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필수 헤더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25880"/>
            <a:ext cx="1088136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tx1"/>
                </a:solidFill>
                <a:latin typeface="Consolas"/>
              </a:rPr>
              <a:t>#include &lt;stdio.h&gt;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#include &lt;stdlib.h&gt;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#include &lt;stdbool.h&gt;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구조체 정의(ArrayList)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25880"/>
            <a:ext cx="1088136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tx1"/>
                </a:solidFill>
                <a:latin typeface="Consolas"/>
              </a:rPr>
              <a:t>struct ArrayList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int *data;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int size;      // 현재 저장된 원소 수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int capacity;  // 최대 저장 가능 원소 수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};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구조체 설계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data: 동적 int 배열(1-based)</a:t>
            </a:r>
          </a:p>
          <a:p>
            <a:pPr/>
            <a:r>
              <a:t>size: 현재 원소 수</a:t>
            </a:r>
          </a:p>
          <a:p>
            <a:pPr/>
            <a:r>
              <a:t>capacity: 최대 수용량</a:t>
            </a:r>
          </a:p>
          <a:p>
            <a:pPr/>
            <a:r>
              <a:t>→ 슬라이스/리스트와의 차이 명확히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INITIALIZE ①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25880"/>
            <a:ext cx="1088136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tx1"/>
                </a:solidFill>
                <a:latin typeface="Consolas"/>
              </a:rPr>
              <a:t>void INITIALIZE(struct ArrayList *A, int cap)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if (cap &lt;= 0) { fprintf(stderr, "invalid cap\n"); exit(1); }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A-&gt;data = (int*)malloc(sizeof(int) * (cap + 1)); // 1-based index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if (!A-&gt;data) { perror("malloc"); exit(1); }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A-&gt;size = 0;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A-&gt;capacity = cap;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INITIALIZE 체크리스트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cap &gt; 0 확인</a:t>
            </a:r>
          </a:p>
          <a:p>
            <a:pPr/>
            <a:r>
              <a:t>배열 (cap+1) 할당</a:t>
            </a:r>
          </a:p>
          <a:p>
            <a:pPr/>
            <a:r>
              <a:t>size=0, capacity=cap</a:t>
            </a:r>
          </a:p>
          <a:p>
            <a:pPr/>
            <a:r>
              <a:t>실패 시 에러 처리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메모리 그림(개념)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[index 0] 비움</a:t>
            </a:r>
          </a:p>
          <a:p>
            <a:pPr/>
            <a:r>
              <a:t>[index 1..cap] 데이터 저장</a:t>
            </a:r>
          </a:p>
          <a:p>
            <a:pPr/>
            <a:r>
              <a:t>size=0 → 빈 리스트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INSERT(고정) ①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25880"/>
            <a:ext cx="1088136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tx1"/>
                </a:solidFill>
                <a:latin typeface="Consolas"/>
              </a:rPr>
              <a:t>// 1 ≤ k ≤ A-&gt;size + 1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// 용량 초과 시 반환 (또는 RESIZE 사용)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bool INSERT(struct ArrayList *A, int k, int val)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if (k &lt; 1 || k &gt; A-&gt;size + 1) return false;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if (A-&gt;size &gt;= A-&gt;capacity) return false;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for (int i = A-&gt;size; i &gt;= k; --i)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    A-&gt;data[i + 1] = A-&gt;data[i];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}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A-&gt;data[k] = val;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A-&gt;size++;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return true;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 경계/예외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 범위: 1 ≤ k ≤ size+1</a:t>
            </a:r>
          </a:p>
          <a:p>
            <a:pPr/>
            <a:r>
              <a:t>용량 초과 시 false</a:t>
            </a:r>
          </a:p>
          <a:p>
            <a:pPr/>
            <a:r>
              <a:t>뒤에서 앞으로 한 칸씩 이동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 사례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초기: [10,20,30], size=3</a:t>
            </a:r>
          </a:p>
          <a:p>
            <a:pPr/>
            <a:r>
              <a:t>INSERT(A,2,15) → [10,15,20,30]</a:t>
            </a:r>
          </a:p>
          <a:p>
            <a:pPr/>
            <a:r>
              <a:t>이동 횟수 = (size - k + 1)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 복잡도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최악: O(n) (맨 앞 삽입)</a:t>
            </a:r>
          </a:p>
          <a:p>
            <a:pPr/>
            <a:r>
              <a:t>평균: ≈ O(n)</a:t>
            </a:r>
          </a:p>
          <a:p>
            <a:pPr/>
            <a:r>
              <a:t>끝 삽입: O(1)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DELETE ①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25880"/>
            <a:ext cx="1088136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tx1"/>
                </a:solidFill>
                <a:latin typeface="Consolas"/>
              </a:rPr>
              <a:t>// 1 ≤ k ≤ A-&gt;size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bool DELETE(struct ArrayList *A, int k)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if (k &lt; 1 || k &gt; A-&gt;size) return false;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for (int i = k; i &lt; A-&gt;size; ++i)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    A-&gt;data[i] = A-&gt;data[i + 1];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}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A-&gt;size--;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return true;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DELETE 경계/예외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 범위: 1 ≤ k ≤ size</a:t>
            </a:r>
          </a:p>
          <a:p>
            <a:pPr/>
            <a:r>
              <a:t>앞으로 당기기 (k..size-1)</a:t>
            </a:r>
          </a:p>
          <a:p>
            <a:pPr/>
            <a:r>
              <a:t>size--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DELETE 복잡도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최악: O(n)</a:t>
            </a:r>
          </a:p>
          <a:p>
            <a:pPr/>
            <a:r>
              <a:t>끝 삭제: O(1)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RETRIEVE ①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25880"/>
            <a:ext cx="1088136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tx1"/>
                </a:solidFill>
                <a:latin typeface="Consolas"/>
              </a:rPr>
              <a:t>// 1 ≤ k ≤ A-&gt;size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int RETRIEVE(const struct ArrayList *A, int k)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if (k &lt; 1 || k &gt; A-&gt;size)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    fprintf(stderr, "index out of range\n");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    return 0;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}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return A-&gt;data[k]; // O(1)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RETRIEVE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상수 시간 접근 O(1)</a:t>
            </a:r>
          </a:p>
          <a:p>
            <a:pPr/>
            <a:r>
              <a:t>1-based 인덱스 주의</a:t>
            </a:r>
          </a:p>
          <a:p>
            <a:pPr/>
            <a:r>
              <a:t>범위 밖 → 경고/에러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 ①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25880"/>
            <a:ext cx="1088136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tx1"/>
                </a:solidFill>
                <a:latin typeface="Consolas"/>
              </a:rPr>
              <a:t>// 1 ≤ k ≤ A-&gt;size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bool UPDATE(struct ArrayList *A, int k, int val)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if (k &lt; 1 || k &gt; A-&gt;size) return false;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A-&gt;data[k] = val;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return true;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값 교체(O(1))</a:t>
            </a:r>
          </a:p>
          <a:p>
            <a:pPr/>
            <a:r>
              <a:t>반드시 인덱스 검사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RESIZE ①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25880"/>
            <a:ext cx="1088136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tx1"/>
                </a:solidFill>
                <a:latin typeface="Consolas"/>
              </a:rPr>
              <a:t>// capacity 두 배로 늘리기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void RESIZE(struct ArrayList *A)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int new_cap = (A-&gt;capacity &lt;= 0) ? 1 : (A-&gt;capacity * 2);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int *tmp = (int*)malloc(sizeof(int) * (new_cap + 1));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if (!tmp) { perror("malloc"); exit(1); }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for (int i = 1; i &lt;= A-&gt;size; ++i) tmp[i] = A-&gt;data[i];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free(A-&gt;data);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A-&gt;data = tmp;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A-&gt;capacity = new_cap;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RESIZE 직관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두 배 확대가 시간×공간 비용 균형</a:t>
            </a:r>
          </a:p>
          <a:p>
            <a:pPr/>
            <a:r>
              <a:t>복사 비용 누적: 선형 수준</a:t>
            </a:r>
          </a:p>
          <a:p>
            <a:pPr/>
            <a:r>
              <a:t>암화된 상수 시간(Amortized O(1))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INSERT_VAR(가변) ①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25880"/>
            <a:ext cx="1088136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tx1"/>
                </a:solidFill>
                <a:latin typeface="Consolas"/>
              </a:rPr>
              <a:t>// 가변 크기 INSERT (필요 시 RESIZE)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bool INSERT_VAR(struct ArrayList *A, int k, int val)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if (k &lt; 1 || k &gt; A-&gt;size + 1) return false;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if (A-&gt;size &gt;= A-&gt;capacity) RESIZE(A);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for (int i = A-&gt;size; i &gt;= k; --i)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    A-&gt;data[i + 1] = A-&gt;data[i];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}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A-&gt;data[k] = val;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A-&gt;size++;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return true;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INSERT_VAR 흐름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용량 가득 → RESIZE</a:t>
            </a:r>
          </a:p>
          <a:p>
            <a:pPr/>
            <a:r>
              <a:t>뒤에서 앞으로 이동</a:t>
            </a:r>
          </a:p>
          <a:p>
            <a:pPr/>
            <a:r>
              <a:t>삽입 후 size++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INSERT_VAR 복잡도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평균(암화): O(1) @ 끝 삽입</a:t>
            </a:r>
          </a:p>
          <a:p>
            <a:pPr/>
            <a:r>
              <a:t>일부 삽입은 O(n) (이동)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FIND_FIRST(선형 탐색)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25880"/>
            <a:ext cx="1088136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tx1"/>
                </a:solidFill>
                <a:latin typeface="Consolas"/>
              </a:rPr>
              <a:t>// 선형 탐색: 값 val의 첫 위치(없으면 0)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int FIND_FIRST(const struct ArrayList *A, int val)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for (int i = 1; i &lt;= A-&gt;size; ++i)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    if (A-&gt;data[i] == val) return i;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}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return 0;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탐색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정렬 전제 없음 → 선형</a:t>
            </a:r>
          </a:p>
          <a:p>
            <a:pPr/>
            <a:r>
              <a:t>정렬된 경우 이진탐색(별도 구조 필요)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경계/에러 처리 샘플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25880"/>
            <a:ext cx="1088136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tx1"/>
                </a:solidFill>
                <a:latin typeface="Consolas"/>
              </a:rPr>
              <a:t>// 경계 검사/에러 처리 샘플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bool CHECK_INDEX(const struct ArrayList *A, int k)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if (k &lt; 1 || k &gt; A-&gt;size)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    fprintf(stderr, "[ERR] invalid index %d (size=%d)\n", k, A-&gt;size);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    return false;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}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return true;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디펜시브 프로그래밍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입력 검증 습관화</a:t>
            </a:r>
          </a:p>
          <a:p>
            <a:pPr/>
            <a:r>
              <a:t>에러 메시지 → 디버깅 용이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데모 main() ①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25880"/>
            <a:ext cx="1088136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tx1"/>
                </a:solidFill>
                <a:latin typeface="Consolas"/>
              </a:rPr>
              <a:t>int main(void)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struct ArrayList A;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INITIALIZE(&amp;A, 4); // capacity=4</a:t>
            </a:r>
          </a:p>
          <a:p>
            <a:pPr/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INSERT_VAR(&amp;A, 1, 10);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INSERT_VAR(&amp;A, 2, 20);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INSERT_VAR(&amp;A, 3, 30);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INSERT_VAR(&amp;A, 2, 15); // 10, 15, 20, 30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INSERT_VAR(&amp;A, 5, 40); // RESIZE 발생 가능</a:t>
            </a:r>
          </a:p>
          <a:p>
            <a:pPr/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DELETE(&amp;A, 3);         // 10, 15, 30, 40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UPDATE(&amp;A, 2, 99);     // 10, 99, 30, 40</a:t>
            </a:r>
          </a:p>
          <a:p>
            <a:pPr/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printf("A[2] = %d\n", RETRIEVE(&amp;A, 2));  // 99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printf("FIND_FIRST 30 -&gt; %d\n", FIND_FIRST(&amp;A, 30));</a:t>
            </a:r>
          </a:p>
          <a:p>
            <a:pPr/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free(A.data);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return 0;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데모 동작 해설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INSERT_VAR 연속 호출 → RESIZE 유도</a:t>
            </a:r>
          </a:p>
          <a:p>
            <a:pPr/>
            <a:r>
              <a:t>DELETE/UPDATE/Retrieve 확인</a:t>
            </a:r>
          </a:p>
          <a:p>
            <a:pPr/>
            <a:r>
              <a:t>FIND_FIRST 테스트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데모 동작 해설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출력: A[2], FIND_FIRST 결과</a:t>
            </a:r>
          </a:p>
          <a:p>
            <a:pPr/>
            <a:r>
              <a:t>free(A.data) 필수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컴파일/실행 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$ gcc -Wall -Wextra -O2 main.c -o main</a:t>
            </a:r>
          </a:p>
          <a:p>
            <a:pPr/>
            <a:r>
              <a:t>$ ./main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디버깅 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printf로 size, capacity 추적</a:t>
            </a:r>
          </a:p>
          <a:p>
            <a:pPr/>
            <a:r>
              <a:t>경계 실패 케이스 인위적으로 넣어보기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시간 복잡도 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INSERT(앞): O(n), (뒤): O(1)</a:t>
            </a:r>
          </a:p>
          <a:p>
            <a:pPr/>
            <a:r>
              <a:t>DELETE(앞): O(n), (뒤): O(1)</a:t>
            </a:r>
          </a:p>
          <a:p>
            <a:pPr/>
            <a:r>
              <a:t>RETRIEVE/UPDATE: O(1)</a:t>
            </a:r>
          </a:p>
          <a:p>
            <a:pPr/>
            <a:r>
              <a:t>FIND_FIRST: O(n)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복잡도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데이터 n개 → O(n)</a:t>
            </a:r>
          </a:p>
          <a:p>
            <a:pPr/>
            <a:r>
              <a:t>가변 배열은 여유 용량 보유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암화 분석 메모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두 배 확장 → 총 복사 횟수 ~ 2n</a:t>
            </a:r>
          </a:p>
          <a:p>
            <a:pPr/>
            <a:r>
              <a:t>평균 끝 삽입 비용 ~ 상수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단위 테스트 아이디어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빈 리스트에서 삽입/삭제</a:t>
            </a:r>
          </a:p>
          <a:p>
            <a:pPr/>
            <a:r>
              <a:t>앞/중간/끝 삽입/삭제</a:t>
            </a:r>
          </a:p>
          <a:p>
            <a:pPr/>
            <a:r>
              <a:t>대량 삽입으로 RESIZE 유도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 테스트 아이디어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k=0, k=size+2 등 범위 밖</a:t>
            </a:r>
          </a:p>
          <a:p>
            <a:pPr/>
            <a:r>
              <a:t>capacity=0 초기화 금지</a:t>
            </a:r>
          </a:p>
          <a:p>
            <a:pPr/>
            <a:r>
              <a:t>malloc 실패 가정(의식하기)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성능 테스트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n=10^6 끝 삽입 성능 관찰</a:t>
            </a:r>
          </a:p>
          <a:p>
            <a:pPr/>
            <a:r>
              <a:t>중간 삽입 비율↑ → 시간이 늘어남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실습 1: 스택 추상화 흉내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push: INSERT_VAR(A, size+1, x)</a:t>
            </a:r>
          </a:p>
          <a:p>
            <a:pPr/>
            <a:r>
              <a:t>pop: DELETE(A, size)</a:t>
            </a:r>
          </a:p>
          <a:p>
            <a:pPr/>
            <a:r>
              <a:t>top: RETRIEVE(A, size)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실습 1 체크리스트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빈 스택 pop/top 처리</a:t>
            </a:r>
          </a:p>
          <a:p>
            <a:pPr/>
            <a:r>
              <a:t>연속 push 시 RESIZE 정상?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실습 1 확장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스택 최대값 추적(보조 스택/배열)</a:t>
            </a:r>
          </a:p>
          <a:p>
            <a:pPr/>
            <a:r>
              <a:t>테스트 케이스 설계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실습 2: 중복 제거 (제자리)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왼쪽→오른쪽 순회</a:t>
            </a:r>
          </a:p>
          <a:p>
            <a:pPr/>
            <a:r>
              <a:t>새 리스트로 옮기거나, in-place로 교체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실습 2 힌트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FIND_FIRST로 이전 존재 검사(비효율적 but OK)</a:t>
            </a:r>
          </a:p>
          <a:p>
            <a:pPr/>
            <a:r>
              <a:t>정렬 가정 시 더 빠른 방법 가능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실습 2 평가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정확성 / 경계 처리 / 코드 가독성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 구조체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25880"/>
            <a:ext cx="1088136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tx1"/>
                </a:solidFill>
                <a:latin typeface="Consolas"/>
              </a:rPr>
              <a:t>struct Poly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int *coeff;    // 계수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int *exp;      // 지수 (내림차순 유지)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int size;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int capacity;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};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 초기화/Push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25880"/>
            <a:ext cx="1088136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tx1"/>
                </a:solidFill>
                <a:latin typeface="Consolas"/>
              </a:rPr>
              <a:t>void POLY_INIT(struct Poly *P, int cap)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P-&gt;coeff = (int*)malloc(sizeof(int) * (cap + 1));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P-&gt;exp   = (int*)malloc(sizeof(int) * (cap + 1));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if (!P-&gt;coeff || !P-&gt;exp) { perror("malloc"); exit(1); }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P-&gt;size = 0;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P-&gt;capacity = cap;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}</a:t>
            </a:r>
          </a:p>
          <a:p>
            <a:pPr/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// 지수 내림차순을 만족한다고 가정하고 '끝에' 삽입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void POLY_PUSH(struct Poly *P, int c, int e)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if (P-&gt;size &gt;= P-&gt;capacity) {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    int new_cap = (P-&gt;capacity &lt;= 0) ? 1 : P-&gt;capacity * 2;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    int *nc = (int*)malloc(sizeof(int) * (new_cap + 1));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    int *ne = (int*)malloc(sizeof(int) * (new_cap + 1));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    if (!nc || !ne) { perror("malloc"); exit(1); }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    for (int i = 1; i &lt;= P-&gt;size; ++i) { nc[i] = P-&gt;coeff[i]; ne[i] = P-&gt;exp[i]; }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    free(P-&gt;coeff); free(P-&gt;exp);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    P-&gt;coeff = nc; P-&gt;exp = ne; P-&gt;capacity = new_cap;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}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P-&gt;coeff[++P-&gt;size] = c;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    P-&gt;exp[P-&gt;size] = e;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ADD(X, Y) 미리보기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두 포인터 병합(지수 내림차순)</a:t>
            </a:r>
          </a:p>
          <a:p>
            <a:pPr/>
            <a:r>
              <a:t>같은 지수 → 계수 합치기</a:t>
            </a:r>
          </a:p>
          <a:p>
            <a:pPr/>
            <a:r>
              <a:t>잔여 항 밀어넣기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개요 주석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325880"/>
            <a:ext cx="1088136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chemeClr val="tx1"/>
                </a:solidFill>
                <a:latin typeface="Consolas"/>
              </a:rPr>
              <a:t>// 다음 시간: ADD(X, Y) 개요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// iX, iY 두 포인터로 각 항 비교 (exp 기준 내림차순):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// 1) X.exp &gt; Y.exp  -&gt; X 항을 결과에 push, iX++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// 2) X.exp &lt; Y.exp  -&gt; Y 항을 결과에 push, iY++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// 3) 같으면 coeff 합쳐서 push, iX++, iY++</a:t>
            </a:r>
          </a:p>
          <a:p>
            <a:pPr/>
            <a:r>
              <a:rPr sz="1600">
                <a:solidFill>
                  <a:schemeClr val="tx1"/>
                </a:solidFill>
                <a:latin typeface="Consolas"/>
              </a:rPr>
              <a:t>// 둘 중 남은 잔여 항을 결과에 모두 push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흔한 실수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0-based/1-based 혼용</a:t>
            </a:r>
          </a:p>
          <a:p>
            <a:pPr/>
            <a:r>
              <a:t>size/capacity 갱신 누락</a:t>
            </a:r>
          </a:p>
          <a:p>
            <a:pPr/>
            <a:r>
              <a:t>RESIZE 후 포인터 교체 누락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흔한 실수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 범위 검사 누락</a:t>
            </a:r>
          </a:p>
          <a:p>
            <a:pPr/>
            <a:r>
              <a:t>DELETE에서 이동 범위 오프바이원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흔한 실수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malloc 실패 무시</a:t>
            </a:r>
          </a:p>
          <a:p>
            <a:pPr/>
            <a:r>
              <a:t>free 누락 → 메모리 누수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ArrayList 핵심 연산 C로 구현</a:t>
            </a:r>
          </a:p>
          <a:p>
            <a:pPr/>
            <a:r>
              <a:t>가변 크기(RESIZE)와 암화 분석</a:t>
            </a:r>
          </a:p>
          <a:p>
            <a:pPr/>
            <a:r>
              <a:t>에러/경계 처리 습관화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퀴즈 예고(다음 차시 시작)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주관식 5~7문항</a:t>
            </a:r>
          </a:p>
          <a:p>
            <a:pPr/>
            <a:r>
              <a:t>개념/경계/암화 한 줄 설명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과제 안내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스택 추상화 완성 및 테스트</a:t>
            </a:r>
          </a:p>
          <a:p>
            <a:pPr/>
            <a:r>
              <a:t>2) 중복 제거 구현 (in-place 우대)</a:t>
            </a:r>
          </a:p>
          <a:p>
            <a:pPr/>
            <a:r>
              <a:t>3) 성능 로그(삽입/삭제 수, RESIZE 횟수) 출력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참고/확장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C++ vector 비교해보기</a:t>
            </a:r>
          </a:p>
          <a:p>
            <a:pPr/>
            <a:r>
              <a:t>Python list 내부 동작 찾아보기</a:t>
            </a:r>
          </a:p>
          <a:p>
            <a:pPr/>
            <a:r>
              <a:t>메모리 시각화 툴 사용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질의응답 / 마무리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질문 환영</a:t>
            </a:r>
          </a:p>
          <a:p>
            <a:pPr/>
            <a:r>
              <a:t>코드 템플릿 제공 예정</a:t>
            </a:r>
          </a:p>
          <a:p>
            <a:pPr/>
            <a:r>
              <a:t>다음 시간: 다항식 ADD 본격 구현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