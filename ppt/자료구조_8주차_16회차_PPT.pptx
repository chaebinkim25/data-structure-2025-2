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1" r:id="rId6"/>
    <p:sldId id="262" r:id="rId7"/>
    <p:sldId id="325" r:id="rId8"/>
    <p:sldId id="326" r:id="rId9"/>
    <p:sldId id="264" r:id="rId10"/>
    <p:sldId id="329" r:id="rId11"/>
    <p:sldId id="265" r:id="rId12"/>
    <p:sldId id="327" r:id="rId13"/>
    <p:sldId id="328" r:id="rId14"/>
    <p:sldId id="330" r:id="rId15"/>
    <p:sldId id="333" r:id="rId16"/>
    <p:sldId id="331" r:id="rId17"/>
    <p:sldId id="332" r:id="rId18"/>
    <p:sldId id="334" r:id="rId19"/>
    <p:sldId id="335" r:id="rId20"/>
    <p:sldId id="336" r:id="rId21"/>
    <p:sldId id="340" r:id="rId22"/>
    <p:sldId id="338" r:id="rId23"/>
    <p:sldId id="341" r:id="rId24"/>
    <p:sldId id="339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57" r:id="rId41"/>
    <p:sldId id="358" r:id="rId42"/>
    <p:sldId id="359" r:id="rId43"/>
    <p:sldId id="360" r:id="rId44"/>
    <p:sldId id="361" r:id="rId45"/>
    <p:sldId id="362" r:id="rId46"/>
    <p:sldId id="363" r:id="rId47"/>
    <p:sldId id="364" r:id="rId48"/>
    <p:sldId id="365" r:id="rId49"/>
    <p:sldId id="366" r:id="rId50"/>
    <p:sldId id="367" r:id="rId51"/>
    <p:sldId id="368" r:id="rId52"/>
    <p:sldId id="369" r:id="rId53"/>
    <p:sldId id="370" r:id="rId54"/>
    <p:sldId id="371" r:id="rId55"/>
    <p:sldId id="372" r:id="rId56"/>
    <p:sldId id="373" r:id="rId57"/>
    <p:sldId id="374" r:id="rId58"/>
    <p:sldId id="375" r:id="rId59"/>
    <p:sldId id="376" r:id="rId60"/>
    <p:sldId id="377" r:id="rId61"/>
    <p:sldId id="378" r:id="rId62"/>
    <p:sldId id="380" r:id="rId63"/>
    <p:sldId id="381" r:id="rId64"/>
    <p:sldId id="382" r:id="rId65"/>
    <p:sldId id="379" r:id="rId66"/>
    <p:sldId id="319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0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en-US"/>
              <a:t>8</a:t>
            </a:r>
            <a:r>
              <a:t>주차: </a:t>
            </a:r>
            <a:r>
              <a:rPr lang="ko-KR" altLang="en-US"/>
              <a:t>그래프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지난 시간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</a:t>
            </a:r>
            <a:r>
              <a:t>: </a:t>
            </a:r>
            <a:r>
              <a:rPr lang="ko-KR" altLang="en-US"/>
              <a:t>노드와 연결선을 모은 것</a:t>
            </a:r>
            <a:endParaRPr lang="en-US"/>
          </a:p>
          <a:p>
            <a:endParaRPr/>
          </a:p>
          <a:p>
            <a:r>
              <a:rPr lang="ko-KR" altLang="en-US"/>
              <a:t>깊이 우선 방문</a:t>
            </a:r>
            <a:r>
              <a:rPr lang="en-US" altLang="ko-KR"/>
              <a:t>: </a:t>
            </a:r>
            <a:r>
              <a:rPr lang="ko-KR" altLang="en-US"/>
              <a:t>한 이웃의 이웃들을 먼저 방문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그룹핑</a:t>
            </a:r>
            <a:endParaRPr lang="en-US" altLang="ko-KR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단절점 찾기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오늘의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</a:t>
            </a:r>
            <a:r>
              <a:t> 출력하기</a:t>
            </a:r>
            <a:endParaRPr lang="en-US"/>
          </a:p>
          <a:p>
            <a:endParaRPr lang="en-US"/>
          </a:p>
          <a:p>
            <a:r>
              <a:rPr lang="ko-KR" altLang="en-US"/>
              <a:t>깊이 우선 탐색 구현하기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그룹핑 하기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단절점 찾기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8384" y="262442"/>
            <a:ext cx="4904091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printf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printf("Hello</a:t>
            </a:r>
            <a:r>
              <a:rPr lang="en-US"/>
              <a:t>, graph!</a:t>
            </a:r>
            <a:r>
              <a:t>");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897" y="262442"/>
            <a:ext cx="7619578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</a:t>
            </a:r>
            <a:r>
              <a:rPr lang="ko-KR" altLang="en-US"/>
              <a:t>인접리스트 구조체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edge;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struct elist {</a:t>
            </a:r>
          </a:p>
          <a:p>
            <a:pPr marL="0" indent="0">
              <a:buNone/>
            </a:pPr>
            <a:r>
              <a:rPr lang="en-US"/>
              <a:t>	struct edge *edge;</a:t>
            </a:r>
          </a:p>
          <a:p>
            <a:pPr marL="0" indent="0">
              <a:buNone/>
            </a:pPr>
            <a:r>
              <a:rPr lang="en-US"/>
              <a:t>	struct elist *next;</a:t>
            </a:r>
          </a:p>
          <a:p>
            <a:pPr marL="0" indent="0"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897" y="262442"/>
            <a:ext cx="7619578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인접리스트 구조체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 형태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데이터</a:t>
            </a:r>
            <a:r>
              <a:rPr lang="en-US" altLang="ko-KR"/>
              <a:t>: 	</a:t>
            </a:r>
            <a:r>
              <a:rPr lang="ko-KR" altLang="en-US"/>
              <a:t>연결선의 주소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링크</a:t>
            </a:r>
            <a:r>
              <a:rPr lang="en-US" altLang="ko-KR"/>
              <a:t>: 	</a:t>
            </a:r>
            <a:r>
              <a:rPr lang="ko-KR" altLang="en-US"/>
              <a:t>다음 인접리스트 노드의 주소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32AB-533C-4CCB-A59E-87AA3714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497C-4223-C552-1212-157F9F6E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</a:t>
            </a:r>
            <a:r>
              <a:rPr lang="ko-KR" altLang="en-US"/>
              <a:t>그래프 노드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7964-1F44-7A39-14D8-A53A595D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node {</a:t>
            </a:r>
          </a:p>
          <a:p>
            <a:pPr marL="0" indent="0">
              <a:buNone/>
            </a:pPr>
            <a:r>
              <a:rPr lang="en-US"/>
              <a:t>	char data;</a:t>
            </a:r>
          </a:p>
          <a:p>
            <a:pPr marL="0" indent="0">
              <a:buNone/>
            </a:pPr>
            <a:r>
              <a:rPr lang="en-US"/>
              <a:t>	int index;</a:t>
            </a:r>
          </a:p>
          <a:p>
            <a:pPr marL="0" indent="0">
              <a:buNone/>
            </a:pPr>
            <a:r>
              <a:rPr lang="en-US"/>
              <a:t>	int status;		/* 0: </a:t>
            </a:r>
            <a:r>
              <a:rPr lang="ko-KR" altLang="en-US"/>
              <a:t>방문전</a:t>
            </a:r>
            <a:r>
              <a:rPr lang="en-US" altLang="ko-KR"/>
              <a:t>, 1: </a:t>
            </a:r>
            <a:r>
              <a:rPr lang="ko-KR" altLang="en-US"/>
              <a:t>도중</a:t>
            </a:r>
            <a:r>
              <a:rPr lang="en-US" altLang="ko-KR"/>
              <a:t>, 2: </a:t>
            </a:r>
            <a:r>
              <a:rPr lang="ko-KR" altLang="en-US"/>
              <a:t>후 </a:t>
            </a:r>
            <a:r>
              <a:rPr lang="en-US" altLang="ko-KR"/>
              <a:t>*/</a:t>
            </a:r>
            <a:endParaRPr lang="en-US"/>
          </a:p>
          <a:p>
            <a:pPr marL="0" indent="0">
              <a:buNone/>
            </a:pPr>
            <a:r>
              <a:rPr lang="en-US"/>
              <a:t>	struct elist *adj;</a:t>
            </a:r>
          </a:p>
          <a:p>
            <a:pPr marL="0" indent="0"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19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D3A43-5CC0-A1A7-0973-28EED015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C56-6846-1CB1-759E-0BAE1EFAF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노드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C6B9C-D419-A44B-C214-59998A9E5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데이터</a:t>
            </a:r>
            <a:r>
              <a:rPr lang="en-US" altLang="ko-KR"/>
              <a:t>: 	</a:t>
            </a:r>
            <a:r>
              <a:rPr lang="ko-KR" altLang="en-US"/>
              <a:t>노드를 표시할 문자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인덱스</a:t>
            </a:r>
            <a:r>
              <a:rPr lang="en-US" altLang="ko-KR"/>
              <a:t>: 	</a:t>
            </a:r>
            <a:r>
              <a:rPr lang="ko-KR" altLang="en-US"/>
              <a:t>그래프의 노드 리스트에서 몇번째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상태</a:t>
            </a:r>
            <a:r>
              <a:rPr lang="en-US" altLang="ko-KR"/>
              <a:t>:	</a:t>
            </a:r>
            <a:r>
              <a:rPr lang="ko-KR" altLang="en-US"/>
              <a:t>깊이 우선 탐색 진행 상황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이웃들</a:t>
            </a:r>
            <a:r>
              <a:rPr lang="en-US" altLang="ko-KR"/>
              <a:t>:	</a:t>
            </a:r>
            <a:r>
              <a:rPr lang="ko-KR" altLang="en-US"/>
              <a:t>연결선 정보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074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E153-D4EA-4A19-50AF-B982AB55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236F-1C9F-CFEC-324A-B21F140E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노드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2AC6-FD36-C847-562C-BF52C0597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print_node(struct node *v)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str[4] = {' ', v-&gt;data, ' ', '\0'};</a:t>
            </a:r>
          </a:p>
          <a:p>
            <a:pPr marL="0" indent="0">
              <a:buNone/>
            </a:pPr>
            <a:r>
              <a:rPr lang="en-US" altLang="ko-KR"/>
              <a:t>    	if (v-&gt;status != 0)</a:t>
            </a:r>
          </a:p>
          <a:p>
            <a:pPr marL="0" indent="0">
              <a:buNone/>
            </a:pPr>
            <a:r>
              <a:rPr lang="en-US" altLang="ko-KR"/>
              <a:t>        		str[0] = '(';</a:t>
            </a:r>
          </a:p>
          <a:p>
            <a:pPr marL="0" indent="0">
              <a:buNone/>
            </a:pPr>
            <a:r>
              <a:rPr lang="en-US" altLang="ko-KR"/>
              <a:t>    	if (v-&gt;status == 2)</a:t>
            </a:r>
          </a:p>
          <a:p>
            <a:pPr marL="0" indent="0">
              <a:buNone/>
            </a:pPr>
            <a:r>
              <a:rPr lang="en-US" altLang="ko-KR"/>
              <a:t>        		str[2] = ')';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    	printf("%s", str);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431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B2FB3-C31F-EC1F-62AB-B8C8A7782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F4C9-A78E-1544-FD4B-C3C4D89C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노드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B26E9-BC48-729B-8B36-FA00F05DE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node v = {'A'};</a:t>
            </a:r>
          </a:p>
          <a:p>
            <a:pPr marL="0" indent="0">
              <a:buNone/>
            </a:pPr>
            <a:r>
              <a:rPr lang="en-US" altLang="ko-KR"/>
              <a:t>    	print_node(&amp;v);</a:t>
            </a:r>
          </a:p>
          <a:p>
            <a:pPr marL="0" indent="0">
              <a:buNone/>
            </a:pPr>
            <a:r>
              <a:rPr lang="en-US" altLang="ko-KR"/>
              <a:t>    	v.status = 1;</a:t>
            </a:r>
          </a:p>
          <a:p>
            <a:pPr marL="0" indent="0">
              <a:buNone/>
            </a:pPr>
            <a:r>
              <a:rPr lang="en-US" altLang="ko-KR"/>
              <a:t>    	print_node(&amp;v);</a:t>
            </a:r>
          </a:p>
          <a:p>
            <a:pPr marL="0" indent="0">
              <a:buNone/>
            </a:pPr>
            <a:r>
              <a:rPr lang="en-US" altLang="ko-KR"/>
              <a:t>    	v.status = 2;</a:t>
            </a:r>
          </a:p>
          <a:p>
            <a:pPr marL="0" indent="0">
              <a:buNone/>
            </a:pPr>
            <a:r>
              <a:rPr lang="en-US" altLang="ko-KR"/>
              <a:t>    	print_node(&amp;v);</a:t>
            </a:r>
          </a:p>
          <a:p>
            <a:pPr marL="0" indent="0">
              <a:buNone/>
            </a:pPr>
            <a:r>
              <a:rPr lang="en-US" altLang="ko-KR"/>
              <a:t>	return</a:t>
            </a:r>
            <a:r>
              <a:rPr lang="ko-KR" altLang="en-US"/>
              <a:t> </a:t>
            </a:r>
            <a:r>
              <a:rPr lang="en-US" altLang="ko-KR"/>
              <a:t>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8691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D71F-07FD-CC53-124A-9224C9D0C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6B96-7A10-D1A3-016D-505238FC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74" y="262442"/>
            <a:ext cx="8752901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노드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F52C9-1E29-2378-28B3-A4FB49121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구조체 선언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초기값을 </a:t>
            </a:r>
            <a:r>
              <a:rPr lang="en-US" altLang="ko-KR"/>
              <a:t>{ } </a:t>
            </a:r>
            <a:r>
              <a:rPr lang="ko-KR" altLang="en-US"/>
              <a:t>안에 순서대로 적어준다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/>
              <a:t>	- {</a:t>
            </a:r>
            <a:r>
              <a:rPr lang="ko-KR" altLang="en-US"/>
              <a:t> </a:t>
            </a:r>
            <a:r>
              <a:rPr lang="en-US" altLang="ko-KR"/>
              <a:t>}</a:t>
            </a:r>
            <a:r>
              <a:rPr lang="ko-KR" altLang="en-US"/>
              <a:t> 안에 없는 값은 </a:t>
            </a:r>
            <a:r>
              <a:rPr lang="en-US" altLang="ko-KR"/>
              <a:t>0</a:t>
            </a:r>
            <a:r>
              <a:rPr lang="ko-KR" altLang="en-US"/>
              <a:t>이 된다</a:t>
            </a:r>
            <a:r>
              <a:rPr lang="en-US" altLang="ko-KR"/>
              <a:t>. </a:t>
            </a:r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멤버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구조체에서 </a:t>
            </a:r>
            <a:r>
              <a:rPr lang="en-US" altLang="ko-KR"/>
              <a:t>.</a:t>
            </a:r>
            <a:r>
              <a:rPr lang="ko-KR" altLang="en-US"/>
              <a:t>으로 멤버에 접근한다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구조체 주소에서 </a:t>
            </a:r>
            <a:r>
              <a:rPr lang="en-US" altLang="ko-KR"/>
              <a:t>-&gt;</a:t>
            </a:r>
            <a:r>
              <a:rPr lang="ko-KR" altLang="en-US"/>
              <a:t>로 멤버에 접근한다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428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05C1-D0FE-BA99-A36F-22CF28B44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08E9-4DA3-6145-B3A6-438006F7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</a:t>
            </a:r>
            <a:r>
              <a:rPr lang="ko-KR" altLang="en-US"/>
              <a:t>연결선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E4C13-F642-6791-3F6D-B9C735E5C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edge {</a:t>
            </a:r>
          </a:p>
          <a:p>
            <a:pPr marL="0" indent="0">
              <a:buNone/>
            </a:pPr>
            <a:r>
              <a:rPr lang="en-US"/>
              <a:t>	struct node *node1;</a:t>
            </a:r>
          </a:p>
          <a:p>
            <a:pPr marL="0" indent="0">
              <a:buNone/>
            </a:pPr>
            <a:r>
              <a:rPr lang="en-US" altLang="ko-KR"/>
              <a:t>	struct node *node2;</a:t>
            </a:r>
          </a:p>
          <a:p>
            <a:pPr marL="0" indent="0">
              <a:buNone/>
            </a:pPr>
            <a:r>
              <a:rPr lang="en-US" altLang="ko-KR"/>
              <a:t>	char shape;			/* '-', '/', '|' */</a:t>
            </a:r>
          </a:p>
          <a:p>
            <a:pPr marL="0" indent="0">
              <a:buNone/>
            </a:pPr>
            <a:r>
              <a:rPr lang="en-US" altLang="ko-KR"/>
              <a:t>	int</a:t>
            </a:r>
            <a:r>
              <a:rPr lang="ko-KR" altLang="en-US"/>
              <a:t> </a:t>
            </a:r>
            <a:r>
              <a:rPr lang="en-US" altLang="ko-KR"/>
              <a:t>dfs_type;		/*</a:t>
            </a:r>
            <a:r>
              <a:rPr lang="ko-KR" altLang="en-US"/>
              <a:t> </a:t>
            </a:r>
            <a:r>
              <a:rPr lang="en-US" altLang="ko-KR"/>
              <a:t>0:</a:t>
            </a:r>
            <a:r>
              <a:rPr lang="ko-KR" altLang="en-US"/>
              <a:t> 방문전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				/* 1: </a:t>
            </a:r>
            <a:r>
              <a:rPr lang="ko-KR" altLang="en-US"/>
              <a:t>트리 선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				/* 2: </a:t>
            </a:r>
            <a:r>
              <a:rPr lang="ko-KR" altLang="en-US"/>
              <a:t>역방향 선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5468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6B17-1DB9-7FFB-359E-B7B264D4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8F00-78F3-9210-0305-AE2B5AEF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2EA64-D02E-0846-C421-7BDFF5C34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연결선 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노드</a:t>
            </a:r>
            <a:r>
              <a:rPr lang="en-US" altLang="ko-KR"/>
              <a:t>1: 	</a:t>
            </a:r>
            <a:r>
              <a:rPr lang="ko-KR" altLang="en-US"/>
              <a:t>연결선의 한쪽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노드</a:t>
            </a:r>
            <a:r>
              <a:rPr lang="en-US" altLang="ko-KR"/>
              <a:t>2: 	</a:t>
            </a:r>
            <a:r>
              <a:rPr lang="ko-KR" altLang="en-US"/>
              <a:t>연결선의 다른쪽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모양</a:t>
            </a:r>
            <a:r>
              <a:rPr lang="en-US" altLang="ko-KR"/>
              <a:t>:	</a:t>
            </a:r>
            <a:r>
              <a:rPr lang="ko-KR" altLang="en-US"/>
              <a:t>화면에 표시할 모양</a:t>
            </a:r>
            <a:r>
              <a:rPr lang="en-US" altLang="ko-KR"/>
              <a:t>. </a:t>
            </a:r>
            <a:r>
              <a:rPr lang="ko-KR" altLang="en-US"/>
              <a:t>선의 방향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/>
              <a:t>	- dfs </a:t>
            </a:r>
            <a:r>
              <a:rPr lang="ko-KR" altLang="en-US"/>
              <a:t>타입</a:t>
            </a:r>
            <a:r>
              <a:rPr lang="en-US" altLang="ko-KR"/>
              <a:t>:	</a:t>
            </a:r>
            <a:r>
              <a:rPr lang="ko-KR" altLang="en-US"/>
              <a:t>깊이우선탐색에서의 타입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727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8F01-572D-6531-76D9-87FFBBEC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7A28-9CEB-9607-862D-9D301E04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E861-0616-2019-D684-228E7BF59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print_edge(struct edge *e)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str[4] = "   ";</a:t>
            </a:r>
          </a:p>
          <a:p>
            <a:pPr marL="0" indent="0">
              <a:buNone/>
            </a:pPr>
            <a:r>
              <a:rPr lang="en-US" altLang="ko-KR"/>
              <a:t>    	if (e != NULL) {</a:t>
            </a:r>
          </a:p>
          <a:p>
            <a:pPr marL="0" indent="0">
              <a:buNone/>
            </a:pPr>
            <a:r>
              <a:rPr lang="en-US" altLang="ko-KR"/>
              <a:t>		if (e-&gt;dfs_type == 0) {</a:t>
            </a:r>
          </a:p>
          <a:p>
            <a:pPr marL="0" indent="0">
              <a:buNone/>
            </a:pPr>
            <a:r>
              <a:rPr lang="en-US" altLang="ko-KR"/>
              <a:t>	        		str[1] = e-&gt;shape;</a:t>
            </a:r>
          </a:p>
          <a:p>
            <a:pPr marL="0" indent="0">
              <a:buNone/>
            </a:pPr>
            <a:r>
              <a:rPr lang="en-US" altLang="ko-KR"/>
              <a:t>		} else if (e-&gt;dfs_type == 2) {</a:t>
            </a:r>
          </a:p>
          <a:p>
            <a:pPr marL="0" indent="0">
              <a:buNone/>
            </a:pPr>
            <a:r>
              <a:rPr lang="en-US" altLang="ko-KR"/>
              <a:t>			str[1] = '.';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720913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6BFA-6658-C11A-2733-F395EA22F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2316-82A8-AEBC-875C-99DE132B3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8E87A-C4C1-D196-CD90-39384C620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else if (e-&gt;dfs_type == 1) {</a:t>
            </a:r>
          </a:p>
          <a:p>
            <a:pPr marL="0" indent="0">
              <a:buNone/>
            </a:pPr>
            <a:r>
              <a:rPr lang="en-US" altLang="ko-KR"/>
              <a:t>			if (e-&gt;shape == '-')</a:t>
            </a:r>
          </a:p>
          <a:p>
            <a:pPr marL="0" indent="0">
              <a:buNone/>
            </a:pPr>
            <a:r>
              <a:rPr lang="en-US" altLang="ko-KR"/>
              <a:t>				str[1] = '=';</a:t>
            </a:r>
          </a:p>
          <a:p>
            <a:pPr marL="0" indent="0">
              <a:buNone/>
            </a:pPr>
            <a:r>
              <a:rPr lang="en-US" altLang="ko-KR"/>
              <a:t>			else</a:t>
            </a:r>
          </a:p>
          <a:p>
            <a:pPr marL="0" indent="0">
              <a:buNone/>
            </a:pPr>
            <a:r>
              <a:rPr lang="en-US" altLang="ko-KR"/>
              <a:t>				str[1] = str[2] = e-&gt;shape;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printf("%s", str);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7122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7D66-3171-B191-4C96-3770341B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11D0-8543-810B-CB0D-3933DAF3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30" y="262442"/>
            <a:ext cx="770934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6F7BC-321A-9880-CD9B-482F9E599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edge e = {NULL, NULL, '-', 0};</a:t>
            </a:r>
          </a:p>
          <a:p>
            <a:pPr marL="0" indent="0">
              <a:buNone/>
            </a:pPr>
            <a:r>
              <a:rPr lang="en-US" altLang="ko-KR"/>
              <a:t>    	print_edge(&amp;e);</a:t>
            </a:r>
          </a:p>
          <a:p>
            <a:pPr marL="0" indent="0">
              <a:buNone/>
            </a:pPr>
            <a:r>
              <a:rPr lang="en-US" altLang="ko-KR"/>
              <a:t>	e.dfs_type = 1;</a:t>
            </a:r>
          </a:p>
          <a:p>
            <a:pPr marL="0" indent="0">
              <a:buNone/>
            </a:pPr>
            <a:r>
              <a:rPr lang="en-US" altLang="ko-KR"/>
              <a:t>    	print_edge(&amp;e);</a:t>
            </a:r>
          </a:p>
          <a:p>
            <a:pPr marL="0" indent="0">
              <a:buNone/>
            </a:pPr>
            <a:r>
              <a:rPr lang="en-US" altLang="ko-KR"/>
              <a:t>	e.dfs_type = 2;</a:t>
            </a:r>
          </a:p>
          <a:p>
            <a:pPr marL="0" indent="0">
              <a:buNone/>
            </a:pPr>
            <a:r>
              <a:rPr lang="en-US" altLang="ko-KR"/>
              <a:t>    	print_edge(&amp;e);	</a:t>
            </a:r>
          </a:p>
          <a:p>
            <a:pPr marL="0" indent="0">
              <a:buNone/>
            </a:pPr>
            <a:r>
              <a:rPr lang="en-US" altLang="ko-KR"/>
              <a:t>	return</a:t>
            </a:r>
            <a:r>
              <a:rPr lang="ko-KR" altLang="en-US"/>
              <a:t> </a:t>
            </a:r>
            <a:r>
              <a:rPr lang="en-US" altLang="ko-KR"/>
              <a:t>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2185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6761-2B78-E855-79B9-06CCD80F2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4166-4C52-A4CE-B74C-2E6E029CB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77E35-75DB-D8CF-F5A9-1F5FF4158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연결선을 출력할 때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트리선은 두줄로 출력한다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역방향 선은 </a:t>
            </a:r>
            <a:r>
              <a:rPr lang="en-US" altLang="ko-KR"/>
              <a:t>.</a:t>
            </a:r>
            <a:r>
              <a:rPr lang="ko-KR" altLang="en-US"/>
              <a:t>으로 출력한다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5428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2D3F-EFAD-E727-4EA7-6FDA3E55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52CD-019C-86C6-6C0E-D0F3CAE5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</a:t>
            </a:r>
            <a:r>
              <a:rPr lang="ko-KR" altLang="en-US"/>
              <a:t>그래프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87384-2270-0F58-FB3B-BAEB905FD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graph {</a:t>
            </a:r>
          </a:p>
          <a:p>
            <a:pPr marL="0" indent="0">
              <a:buNone/>
            </a:pPr>
            <a:r>
              <a:rPr lang="en-US"/>
              <a:t>	struct node *vertexes;</a:t>
            </a:r>
          </a:p>
          <a:p>
            <a:pPr marL="0" indent="0">
              <a:buNone/>
            </a:pPr>
            <a:r>
              <a:rPr lang="en-US"/>
              <a:t>	int n_vertexes;</a:t>
            </a:r>
          </a:p>
          <a:p>
            <a:pPr marL="0" indent="0">
              <a:buNone/>
            </a:pPr>
            <a:r>
              <a:rPr lang="en-US" altLang="ko-KR"/>
              <a:t>	struct node *edges;</a:t>
            </a:r>
          </a:p>
          <a:p>
            <a:pPr marL="0" indent="0">
              <a:buNone/>
            </a:pPr>
            <a:r>
              <a:rPr lang="en-US" altLang="ko-KR"/>
              <a:t>	int n_edges;</a:t>
            </a:r>
          </a:p>
          <a:p>
            <a:pPr marL="0" indent="0">
              <a:buNone/>
            </a:pPr>
            <a:r>
              <a:rPr lang="en-US" altLang="ko-KR"/>
              <a:t>	struct edge ***adj;</a:t>
            </a:r>
          </a:p>
          <a:p>
            <a:pPr marL="0" indent="0"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7783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06B5-C9EE-4DD3-2148-6F5F16C2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ABA4-79BF-E963-211B-7299DFE66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77DF2-1612-3C08-F260-2D0933BA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</a:t>
            </a:r>
            <a:endParaRPr lang="en-US" altLang="ko-KR"/>
          </a:p>
          <a:p>
            <a:pPr marL="0" indent="0">
              <a:buNone/>
            </a:pPr>
            <a:r>
              <a:rPr lang="en-US"/>
              <a:t>	- V</a:t>
            </a:r>
            <a:r>
              <a:rPr lang="en-US" altLang="ko-KR"/>
              <a:t>: 		</a:t>
            </a:r>
            <a:r>
              <a:rPr lang="ko-KR" altLang="en-US"/>
              <a:t>노드 배열의 주소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n_V:		</a:t>
            </a:r>
            <a:r>
              <a:rPr lang="ko-KR" altLang="en-US"/>
              <a:t>노드 개수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E:		</a:t>
            </a:r>
            <a:r>
              <a:rPr lang="ko-KR" altLang="en-US"/>
              <a:t>연결선 배열의 주소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E_V:		</a:t>
            </a:r>
            <a:r>
              <a:rPr lang="ko-KR" altLang="en-US"/>
              <a:t>연결선 개수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adj:		</a:t>
            </a:r>
            <a:r>
              <a:rPr lang="ko-KR" altLang="en-US"/>
              <a:t>노드 인덱스 두개에 대한 연결선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		</a:t>
            </a:r>
            <a:r>
              <a:rPr lang="ko-KR" altLang="en-US"/>
              <a:t>이차원 배열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339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0AFE-1F36-74BE-912E-A061DC25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3674-7727-C856-0AB2-BF7E0818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4F17-577E-D3AA-A4F5-9F65D9F3D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print_graph(struct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점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print_node(g-&gt;vertexes + i);</a:t>
            </a:r>
          </a:p>
          <a:p>
            <a:pPr marL="0" indent="0">
              <a:buNone/>
            </a:pPr>
            <a:r>
              <a:rPr lang="en-US" altLang="ko-KR"/>
              <a:t>		printf(", 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</p:txBody>
      </p:sp>
    </p:spTree>
    <p:extLst>
      <p:ext uri="{BB962C8B-B14F-4D97-AF65-F5344CB8AC3E}">
        <p14:creationId xmlns:p14="http://schemas.microsoft.com/office/powerpoint/2010/main" val="3890854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94F8-F160-E24E-9061-B1374AB3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4CEF-A6A3-0F96-7E15-A9766AD3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2E113-DECC-DB73-0A04-AB963C55F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연결선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g-&gt;n_edges; i++) {</a:t>
            </a:r>
          </a:p>
          <a:p>
            <a:pPr marL="0" indent="0">
              <a:buNone/>
            </a:pPr>
            <a:r>
              <a:rPr lang="en-US" altLang="ko-KR"/>
              <a:t>		printf("[");</a:t>
            </a:r>
          </a:p>
          <a:p>
            <a:pPr marL="0" indent="0">
              <a:buNone/>
            </a:pPr>
            <a:r>
              <a:rPr lang="en-US" altLang="ko-KR"/>
              <a:t>		print_node(g-&gt;edges[i].node1);</a:t>
            </a:r>
          </a:p>
          <a:p>
            <a:pPr marL="0" indent="0">
              <a:buNone/>
            </a:pPr>
            <a:r>
              <a:rPr lang="en-US" altLang="ko-KR"/>
              <a:t>		print_edge(g-&gt;edges + i);</a:t>
            </a:r>
          </a:p>
          <a:p>
            <a:pPr marL="0" indent="0">
              <a:buNone/>
            </a:pPr>
            <a:r>
              <a:rPr lang="en-US" altLang="ko-KR"/>
              <a:t>		print_node(g-&gt;edges[i].node2);</a:t>
            </a:r>
          </a:p>
          <a:p>
            <a:pPr marL="0" indent="0">
              <a:buNone/>
            </a:pPr>
            <a:r>
              <a:rPr lang="en-US" altLang="ko-KR"/>
              <a:t>		printf("], 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3544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CC16-CEDD-791B-8EEE-695C7095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7411-9C38-B884-0670-3CB5CC2B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30" y="262442"/>
            <a:ext cx="770934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C67E1-9954-A70E-C190-E52BC619F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graph g;</a:t>
            </a:r>
          </a:p>
          <a:p>
            <a:pPr marL="0" indent="0">
              <a:buNone/>
            </a:pPr>
            <a:r>
              <a:rPr lang="en-US" altLang="ko-KR"/>
              <a:t>	struct node nodes[2] = {</a:t>
            </a:r>
          </a:p>
          <a:p>
            <a:pPr marL="0" indent="0">
              <a:buNone/>
            </a:pPr>
            <a:r>
              <a:rPr lang="en-US" altLang="ko-KR"/>
              <a:t>		{.data = 'A'},</a:t>
            </a:r>
          </a:p>
          <a:p>
            <a:pPr marL="0" indent="0">
              <a:buNone/>
            </a:pPr>
            <a:r>
              <a:rPr lang="en-US" altLang="ko-KR"/>
              <a:t>		{.data = 'B'},</a:t>
            </a:r>
          </a:p>
          <a:p>
            <a:pPr marL="0" indent="0">
              <a:buNone/>
            </a:pPr>
            <a:r>
              <a:rPr lang="en-US" altLang="ko-KR"/>
              <a:t>	};</a:t>
            </a:r>
          </a:p>
          <a:p>
            <a:pPr marL="0" indent="0">
              <a:buNone/>
            </a:pPr>
            <a:r>
              <a:rPr lang="en-US" altLang="ko-KR"/>
              <a:t>	g.vertexes = nodes;</a:t>
            </a:r>
          </a:p>
          <a:p>
            <a:pPr marL="0" indent="0">
              <a:buNone/>
            </a:pPr>
            <a:r>
              <a:rPr lang="en-US" altLang="ko-KR"/>
              <a:t>	g.n_vertexes = 2;</a:t>
            </a:r>
          </a:p>
        </p:txBody>
      </p:sp>
    </p:spTree>
    <p:extLst>
      <p:ext uri="{BB962C8B-B14F-4D97-AF65-F5344CB8AC3E}">
        <p14:creationId xmlns:p14="http://schemas.microsoft.com/office/powerpoint/2010/main" val="3408079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F3C5-11F3-EB00-161F-FBC656A4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AD7F-C61B-893D-F49E-090CD29B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30" y="262442"/>
            <a:ext cx="770934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FFF77-F406-36F5-F0A1-72920B9F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struct edge edges[1] = {</a:t>
            </a:r>
          </a:p>
          <a:p>
            <a:pPr marL="0" indent="0">
              <a:buNone/>
            </a:pPr>
            <a:r>
              <a:rPr lang="en-US" altLang="ko-KR"/>
              <a:t>		{.node1 = g.vertexes + 0,</a:t>
            </a:r>
          </a:p>
          <a:p>
            <a:pPr marL="0" indent="0">
              <a:buNone/>
            </a:pPr>
            <a:r>
              <a:rPr lang="en-US" altLang="ko-KR"/>
              <a:t>		 .node2 = g.vertexes + 1,</a:t>
            </a:r>
          </a:p>
          <a:p>
            <a:pPr marL="0" indent="0">
              <a:buNone/>
            </a:pPr>
            <a:r>
              <a:rPr lang="en-US" altLang="ko-KR"/>
              <a:t>		 .shape = '-'}</a:t>
            </a:r>
          </a:p>
          <a:p>
            <a:pPr marL="0" indent="0">
              <a:buNone/>
            </a:pPr>
            <a:r>
              <a:rPr lang="en-US" altLang="ko-KR"/>
              <a:t>	};</a:t>
            </a:r>
          </a:p>
          <a:p>
            <a:pPr marL="0" indent="0">
              <a:buNone/>
            </a:pPr>
            <a:r>
              <a:rPr lang="en-US" altLang="ko-KR"/>
              <a:t>	g.edges = edges;</a:t>
            </a:r>
          </a:p>
          <a:p>
            <a:pPr marL="0" indent="0">
              <a:buNone/>
            </a:pPr>
            <a:r>
              <a:rPr lang="en-US" altLang="ko-KR"/>
              <a:t>	g.n_edges = 1;</a:t>
            </a:r>
          </a:p>
          <a:p>
            <a:pPr marL="0" indent="0">
              <a:buNone/>
            </a:pPr>
            <a:r>
              <a:rPr lang="en-US" altLang="ko-KR"/>
              <a:t>	print_graph(&amp;g);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0838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17E0-D509-00E1-E6D5-EF5E794B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B300-C53E-1685-62DA-6DF451B4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F3057-9203-1710-3521-455EB8B3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구조체 선언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초기값을 </a:t>
            </a:r>
            <a:r>
              <a:rPr lang="en-US" altLang="ko-KR"/>
              <a:t>{ } </a:t>
            </a:r>
            <a:r>
              <a:rPr lang="ko-KR" altLang="en-US"/>
              <a:t>안에 적을 때</a:t>
            </a:r>
            <a:r>
              <a:rPr lang="en-US" altLang="ko-KR"/>
              <a:t>, .</a:t>
            </a:r>
            <a:r>
              <a:rPr lang="ko-KR" altLang="en-US"/>
              <a:t>멤버 </a:t>
            </a:r>
            <a:r>
              <a:rPr lang="en-US" altLang="ko-KR"/>
              <a:t>= </a:t>
            </a:r>
            <a:r>
              <a:rPr lang="ko-KR" altLang="en-US"/>
              <a:t>형태로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  </a:t>
            </a:r>
            <a:r>
              <a:rPr lang="ko-KR" altLang="en-US"/>
              <a:t>특정 멤버의 초기값을 정한다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배열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배열은 계산할 때 </a:t>
            </a:r>
            <a:r>
              <a:rPr lang="en-US" altLang="ko-KR"/>
              <a:t>0</a:t>
            </a:r>
            <a:r>
              <a:rPr lang="ko-KR" altLang="en-US"/>
              <a:t>번째 멤버의 주소가 된다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i </a:t>
            </a:r>
            <a:r>
              <a:rPr lang="ko-KR" altLang="en-US"/>
              <a:t>번째 멤버의 주소는 배열 </a:t>
            </a:r>
            <a:r>
              <a:rPr lang="en-US" altLang="ko-KR"/>
              <a:t>+ i</a:t>
            </a:r>
            <a:r>
              <a:rPr lang="ko-KR" altLang="en-US"/>
              <a:t>로 계산한다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2551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B8C95-F2C9-9D31-387B-44150593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39A84-7CCE-72FF-3305-96843D97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4A47F-BD77-B892-C895-AEB207421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make_adj_matrix(struct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g-&gt;n_edges; i++) {</a:t>
            </a:r>
          </a:p>
          <a:p>
            <a:pPr marL="0" indent="0">
              <a:buNone/>
            </a:pPr>
            <a:r>
              <a:rPr lang="en-US" altLang="ko-KR"/>
              <a:t>		struct edge *e = g-&gt;edges + i;</a:t>
            </a:r>
          </a:p>
          <a:p>
            <a:pPr marL="0" indent="0">
              <a:buNone/>
            </a:pPr>
            <a:r>
              <a:rPr lang="en-US" altLang="ko-KR"/>
              <a:t>		int n1 = e-&gt;node1-&gt;index;</a:t>
            </a:r>
          </a:p>
          <a:p>
            <a:pPr marL="0" indent="0">
              <a:buNone/>
            </a:pPr>
            <a:r>
              <a:rPr lang="en-US" altLang="ko-KR"/>
              <a:t>		int n2 = e-&gt;node2-&gt;index;</a:t>
            </a:r>
          </a:p>
          <a:p>
            <a:pPr marL="0" indent="0">
              <a:buNone/>
            </a:pPr>
            <a:r>
              <a:rPr lang="en-US" altLang="ko-KR"/>
              <a:t>		g-&gt;adj[n1][n2] = g-&gt;adj[n2][n1] = e;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6465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D381-BE5B-88FD-BCDE-9FC02979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7532-E15E-7B41-6357-FD7407A3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31A6D-DE5C-035E-CA7A-49BC7A65D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print_adj_matrix(struct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첫번째 행</a:t>
            </a:r>
            <a:r>
              <a:rPr lang="en-US" altLang="ko-KR"/>
              <a:t>: </a:t>
            </a:r>
            <a:r>
              <a:rPr lang="ko-KR" altLang="en-US"/>
              <a:t>노드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printf("  ");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printf("%c ", g-&gt;vertexes[i].data)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/* </a:t>
            </a:r>
            <a:r>
              <a:rPr lang="ko-KR" altLang="en-US"/>
              <a:t>첫번째 열</a:t>
            </a:r>
            <a:r>
              <a:rPr lang="en-US" altLang="ko-KR"/>
              <a:t>: </a:t>
            </a:r>
            <a:r>
              <a:rPr lang="ko-KR" altLang="en-US"/>
              <a:t>노드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760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4D97-4644-6B34-4B9E-3ED58F95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EDCBB-B502-6D3A-493C-83907741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21C3-0FE3-961C-B378-29969C77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printf("%c ", g-&gt;vertexes[i].data)</a:t>
            </a:r>
          </a:p>
          <a:p>
            <a:pPr marL="0" indent="0">
              <a:buNone/>
            </a:pPr>
            <a:r>
              <a:rPr lang="en-US" altLang="ko-KR"/>
              <a:t>	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j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j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</a:t>
            </a:r>
            <a:r>
              <a:rPr lang="ko-KR" altLang="en-US"/>
              <a:t> </a:t>
            </a:r>
            <a:r>
              <a:rPr lang="en-US" altLang="ko-KR"/>
              <a:t>j++)</a:t>
            </a:r>
            <a:r>
              <a:rPr lang="ko-KR" altLang="en-US"/>
              <a:t> </a:t>
            </a: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		if (g-&gt;adj[i][j] == NULL) </a:t>
            </a:r>
          </a:p>
          <a:p>
            <a:pPr marL="0" indent="0">
              <a:buNone/>
            </a:pPr>
            <a:r>
              <a:rPr lang="en-US" altLang="ko-KR"/>
              <a:t>			        printf("  ");</a:t>
            </a:r>
          </a:p>
          <a:p>
            <a:pPr marL="0" indent="0">
              <a:buNone/>
            </a:pPr>
            <a:r>
              <a:rPr lang="en-US" altLang="ko-KR"/>
              <a:t>			else</a:t>
            </a:r>
          </a:p>
          <a:p>
            <a:pPr marL="0" indent="0">
              <a:buNone/>
            </a:pPr>
            <a:r>
              <a:rPr lang="en-US" altLang="ko-KR"/>
              <a:t>			        printf("%c ", g-&gt;adj[i][j]-&gt;shape);	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4482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58E22-32FB-CBE1-37B9-542FA423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925A-7A54-7F6E-B8F3-669C73B8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C30B3-B926-A272-2E70-3D6924C41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struct node n[5] = {</a:t>
            </a:r>
          </a:p>
          <a:p>
            <a:pPr marL="0" indent="0">
              <a:buNone/>
            </a:pPr>
            <a:r>
              <a:rPr lang="en-US" altLang="ko-KR"/>
              <a:t>		{'A', 0},</a:t>
            </a:r>
          </a:p>
          <a:p>
            <a:pPr marL="0" indent="0">
              <a:buNone/>
            </a:pPr>
            <a:r>
              <a:rPr lang="en-US" altLang="ko-KR"/>
              <a:t>		{'B', 1},</a:t>
            </a:r>
          </a:p>
          <a:p>
            <a:pPr marL="0" indent="0">
              <a:buNone/>
            </a:pPr>
            <a:r>
              <a:rPr lang="en-US" altLang="ko-KR"/>
              <a:t>		{'C', 2},</a:t>
            </a:r>
          </a:p>
          <a:p>
            <a:pPr marL="0" indent="0">
              <a:buNone/>
            </a:pPr>
            <a:r>
              <a:rPr lang="en-US" altLang="ko-KR"/>
              <a:t>		{'D', 3},</a:t>
            </a:r>
          </a:p>
          <a:p>
            <a:pPr marL="0" indent="0">
              <a:buNone/>
            </a:pPr>
            <a:r>
              <a:rPr lang="en-US" altLang="ko-KR"/>
              <a:t>		{'E', 4}</a:t>
            </a:r>
          </a:p>
          <a:p>
            <a:pPr marL="0" indent="0">
              <a:buNone/>
            </a:pPr>
            <a:r>
              <a:rPr lang="en-US" altLang="ko-KR"/>
              <a:t>	};</a:t>
            </a:r>
          </a:p>
          <a:p>
            <a:pPr marL="0" indent="0">
              <a:buNone/>
            </a:pPr>
            <a:r>
              <a:rPr lang="en-US" altLang="ko-KR"/>
              <a:t>	g.vertexes = n;</a:t>
            </a:r>
          </a:p>
          <a:p>
            <a:pPr marL="0" indent="0">
              <a:buNone/>
            </a:pPr>
            <a:r>
              <a:rPr lang="en-US" altLang="ko-KR"/>
              <a:t>	g.n_vertexes = 5;</a:t>
            </a:r>
          </a:p>
        </p:txBody>
      </p:sp>
    </p:spTree>
    <p:extLst>
      <p:ext uri="{BB962C8B-B14F-4D97-AF65-F5344CB8AC3E}">
        <p14:creationId xmlns:p14="http://schemas.microsoft.com/office/powerpoint/2010/main" val="571487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08FD9-8043-B1D5-6D52-F2F19456A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4014A-238F-0CBA-8D13-FD547D88E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81CF3-7A8B-3CEC-F104-CCB10DE14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struct edge edges2[] = {</a:t>
            </a:r>
          </a:p>
          <a:p>
            <a:pPr marL="0" indent="0">
              <a:buNone/>
            </a:pPr>
            <a:r>
              <a:rPr lang="en-US" altLang="ko-KR"/>
              <a:t>		{n + 0, n + 1, '-'},</a:t>
            </a:r>
          </a:p>
          <a:p>
            <a:pPr marL="0" indent="0">
              <a:buNone/>
            </a:pPr>
            <a:r>
              <a:rPr lang="en-US" altLang="ko-KR"/>
              <a:t>		{n + 1, n + 2, '-'},</a:t>
            </a:r>
          </a:p>
          <a:p>
            <a:pPr marL="0" indent="0">
              <a:buNone/>
            </a:pPr>
            <a:r>
              <a:rPr lang="en-US" altLang="ko-KR"/>
              <a:t>		{n + 0, n + 3, '|'},</a:t>
            </a:r>
          </a:p>
          <a:p>
            <a:pPr marL="0" indent="0">
              <a:buNone/>
            </a:pPr>
            <a:r>
              <a:rPr lang="en-US" altLang="ko-KR"/>
              <a:t>		{n + 1, n + 3, '/'},</a:t>
            </a:r>
          </a:p>
          <a:p>
            <a:pPr marL="0" indent="0">
              <a:buNone/>
            </a:pPr>
            <a:r>
              <a:rPr lang="en-US" altLang="ko-KR"/>
              <a:t>		{n + 1, n + 4, '|'},</a:t>
            </a:r>
          </a:p>
          <a:p>
            <a:pPr marL="0" indent="0">
              <a:buNone/>
            </a:pPr>
            <a:r>
              <a:rPr lang="en-US" altLang="ko-KR"/>
              <a:t>		{n + 2, n + 4, '/'}</a:t>
            </a:r>
          </a:p>
          <a:p>
            <a:pPr marL="0" indent="0">
              <a:buNone/>
            </a:pPr>
            <a:r>
              <a:rPr lang="en-US" altLang="ko-KR"/>
              <a:t>	};</a:t>
            </a:r>
          </a:p>
          <a:p>
            <a:pPr marL="0" indent="0">
              <a:buNone/>
            </a:pPr>
            <a:r>
              <a:rPr lang="en-US" altLang="ko-KR"/>
              <a:t>	g.edges = edges2;</a:t>
            </a:r>
          </a:p>
          <a:p>
            <a:pPr marL="0" indent="0">
              <a:buNone/>
            </a:pPr>
            <a:r>
              <a:rPr lang="en-US" altLang="ko-KR"/>
              <a:t>	g.n_edges = 6;</a:t>
            </a:r>
          </a:p>
        </p:txBody>
      </p:sp>
    </p:spTree>
    <p:extLst>
      <p:ext uri="{BB962C8B-B14F-4D97-AF65-F5344CB8AC3E}">
        <p14:creationId xmlns:p14="http://schemas.microsoft.com/office/powerpoint/2010/main" val="1761675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B417-D204-D27E-C8E1-CF718D80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FC694-2C4D-6343-3346-41137851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E12D0-F501-3DB5-DB87-5613871B8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struct edge *adj_matrix[6][6] = {0};</a:t>
            </a:r>
          </a:p>
          <a:p>
            <a:pPr marL="0" indent="0">
              <a:buNone/>
            </a:pPr>
            <a:r>
              <a:rPr lang="en-US" altLang="ko-KR"/>
              <a:t>	struct edge **adj_rows[6] = {</a:t>
            </a:r>
          </a:p>
          <a:p>
            <a:pPr marL="0" indent="0">
              <a:buNone/>
            </a:pPr>
            <a:r>
              <a:rPr lang="en-US" altLang="ko-KR"/>
              <a:t>		adj_matrix[0],</a:t>
            </a:r>
          </a:p>
          <a:p>
            <a:pPr marL="0" indent="0">
              <a:buNone/>
            </a:pPr>
            <a:r>
              <a:rPr lang="en-US" altLang="ko-KR"/>
              <a:t>		adj_matrix[1],</a:t>
            </a:r>
          </a:p>
          <a:p>
            <a:pPr marL="0" indent="0">
              <a:buNone/>
            </a:pPr>
            <a:r>
              <a:rPr lang="en-US" altLang="ko-KR"/>
              <a:t>		adj_matrix[2],</a:t>
            </a:r>
          </a:p>
          <a:p>
            <a:pPr marL="0" indent="0">
              <a:buNone/>
            </a:pPr>
            <a:r>
              <a:rPr lang="en-US" altLang="ko-KR"/>
              <a:t>		adj_matrix[3],</a:t>
            </a:r>
          </a:p>
          <a:p>
            <a:pPr marL="0" indent="0">
              <a:buNone/>
            </a:pPr>
            <a:r>
              <a:rPr lang="en-US" altLang="ko-KR"/>
              <a:t>		adj_matrix[4],</a:t>
            </a:r>
          </a:p>
          <a:p>
            <a:pPr marL="0" indent="0">
              <a:buNone/>
            </a:pPr>
            <a:r>
              <a:rPr lang="en-US" altLang="ko-KR"/>
              <a:t>		adj_matrix[5]</a:t>
            </a:r>
          </a:p>
          <a:p>
            <a:pPr marL="0" indent="0">
              <a:buNone/>
            </a:pPr>
            <a:r>
              <a:rPr lang="en-US" altLang="ko-KR"/>
              <a:t>	};</a:t>
            </a:r>
          </a:p>
          <a:p>
            <a:pPr marL="0" indent="0">
              <a:buNone/>
            </a:pPr>
            <a:r>
              <a:rPr lang="en-US" altLang="ko-KR"/>
              <a:t>	g.adj = adj_rows;</a:t>
            </a:r>
          </a:p>
        </p:txBody>
      </p:sp>
    </p:spTree>
    <p:extLst>
      <p:ext uri="{BB962C8B-B14F-4D97-AF65-F5344CB8AC3E}">
        <p14:creationId xmlns:p14="http://schemas.microsoft.com/office/powerpoint/2010/main" val="4178153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519D-202E-EC15-2695-D0CBDE0B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EEB7A-AE8E-3128-39A0-CBD00293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457B4-8207-13CF-B14B-B969660E9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make_adj_matrix(&amp;g);</a:t>
            </a:r>
          </a:p>
          <a:p>
            <a:pPr marL="0" indent="0">
              <a:buNone/>
            </a:pPr>
            <a:r>
              <a:rPr lang="en-US" altLang="ko-KR"/>
              <a:t>	print_adj_matrix(&amp;g);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8352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70E2A-AAAE-0627-0BB3-31BB1323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B133-4913-F678-A6BF-8A1A3C1BF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D17D-500A-EBE7-37D8-BB06D94B5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배열 선언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배열의 개수를 정하지 않고 선언하면</a:t>
            </a:r>
            <a:r>
              <a:rPr lang="en-US" altLang="ko-KR"/>
              <a:t>, </a:t>
            </a:r>
          </a:p>
          <a:p>
            <a:pPr marL="0" indent="0">
              <a:buNone/>
            </a:pPr>
            <a:r>
              <a:rPr lang="en-US" altLang="ko-KR"/>
              <a:t>	   </a:t>
            </a:r>
            <a:r>
              <a:rPr lang="ko-KR" altLang="en-US"/>
              <a:t>초기값의 개수에 따라 크기가 정해진다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76588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59F34-FDF9-394C-21C4-E8C2596A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FB8F-AF66-8E1F-EA42-1E6AA473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545C-E32B-9BB0-5B1F-3DC4AD396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make_adj_list(struct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g-&gt;vertexes[i].adj = NULL;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for (int j = g-&gt;n_vertexes - 1; j &gt;= 0; j--) {</a:t>
            </a:r>
          </a:p>
          <a:p>
            <a:pPr marL="0" indent="0">
              <a:buNone/>
            </a:pPr>
            <a:r>
              <a:rPr lang="en-US" altLang="ko-KR"/>
              <a:t>			if (g-&gt;adj[i][j] == NULL) </a:t>
            </a:r>
          </a:p>
          <a:p>
            <a:pPr marL="0" indent="0">
              <a:buNone/>
            </a:pPr>
            <a:r>
              <a:rPr lang="en-US" altLang="ko-KR"/>
              <a:t>				continue;</a:t>
            </a:r>
          </a:p>
        </p:txBody>
      </p:sp>
    </p:spTree>
    <p:extLst>
      <p:ext uri="{BB962C8B-B14F-4D97-AF65-F5344CB8AC3E}">
        <p14:creationId xmlns:p14="http://schemas.microsoft.com/office/powerpoint/2010/main" val="1564899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EFB26-BA52-B96B-F69C-CA4404F5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7CFF-A215-6EDC-1A9E-03477D71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7B2E0-BEA5-7645-73FC-D61ED77F3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	struct elist *l</a:t>
            </a:r>
          </a:p>
          <a:p>
            <a:pPr marL="0" indent="0">
              <a:buNone/>
            </a:pPr>
            <a:r>
              <a:rPr lang="en-US" altLang="ko-KR"/>
              <a:t>				 = malloc(sizeof(struct elist));</a:t>
            </a:r>
          </a:p>
          <a:p>
            <a:pPr marL="0" indent="0">
              <a:buNone/>
            </a:pPr>
            <a:r>
              <a:rPr lang="en-US" altLang="ko-KR"/>
              <a:t>			l-&gt;edge = g-&gt;adj[i][j];</a:t>
            </a:r>
          </a:p>
          <a:p>
            <a:pPr marL="0" indent="0">
              <a:buNone/>
            </a:pPr>
            <a:r>
              <a:rPr lang="en-US" altLang="ko-KR"/>
              <a:t>			l-&gt;next = g-&gt;vertexes[i].adj;</a:t>
            </a:r>
          </a:p>
          <a:p>
            <a:pPr marL="0" indent="0">
              <a:buNone/>
            </a:pPr>
            <a:r>
              <a:rPr lang="en-US" altLang="ko-KR"/>
              <a:t>			g-&gt;vertexes[i].adj = l;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1318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3476-E065-707F-833B-264FE2F1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5DCFF-D4B1-DF8D-76D0-07F8E287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9352-A60B-BF9F-D023-33DD457AA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free_adj_list(struct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while (g-&gt;vertexes[i].adj != NULL) {</a:t>
            </a:r>
          </a:p>
          <a:p>
            <a:pPr marL="0" indent="0">
              <a:buNone/>
            </a:pPr>
            <a:r>
              <a:rPr lang="en-US" altLang="ko-KR"/>
              <a:t>			struct elist *l = g-&gt;vertexes[i].adj;</a:t>
            </a:r>
          </a:p>
          <a:p>
            <a:pPr marL="0" indent="0">
              <a:buNone/>
            </a:pPr>
            <a:r>
              <a:rPr lang="en-US" altLang="ko-KR"/>
              <a:t>			g-&gt;vertexes[i].adj = l-&gt;next;</a:t>
            </a:r>
          </a:p>
          <a:p>
            <a:pPr marL="0" indent="0">
              <a:buNone/>
            </a:pPr>
            <a:r>
              <a:rPr lang="en-US" altLang="ko-KR"/>
              <a:t>			free(l);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98991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ECC10-0BCF-FC94-934F-8E94227A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40B8-7A12-FE54-1306-941A98B0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2247C-0685-985F-7F5B-5BB5156B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print_adj_list(struct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struct node *n = g-&gt;vertexes + i;</a:t>
            </a:r>
          </a:p>
          <a:p>
            <a:pPr marL="0" indent="0">
              <a:buNone/>
            </a:pPr>
            <a:r>
              <a:rPr lang="en-US" altLang="ko-KR"/>
              <a:t>		printf("%c: ", n-&gt;data);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struct elist *e = n-&gt;adj;</a:t>
            </a:r>
          </a:p>
          <a:p>
            <a:pPr marL="0" indent="0">
              <a:buNone/>
            </a:pPr>
            <a:r>
              <a:rPr lang="en-US" altLang="ko-KR"/>
              <a:t>		while (e != NULL) {</a:t>
            </a:r>
          </a:p>
        </p:txBody>
      </p:sp>
    </p:spTree>
    <p:extLst>
      <p:ext uri="{BB962C8B-B14F-4D97-AF65-F5344CB8AC3E}">
        <p14:creationId xmlns:p14="http://schemas.microsoft.com/office/powerpoint/2010/main" val="2593235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43CB5-5DEF-5754-91F0-B5299B562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1321-BC3B-C1E2-2EC8-2F2070B3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5DAC1-3826-E532-1112-EFDD57913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	struct node *near = e-&gt;edge-&gt;node1;</a:t>
            </a:r>
          </a:p>
          <a:p>
            <a:pPr marL="0" indent="0">
              <a:buNone/>
            </a:pPr>
            <a:r>
              <a:rPr lang="en-US" altLang="ko-KR"/>
              <a:t>			if (near == n) {</a:t>
            </a:r>
          </a:p>
          <a:p>
            <a:pPr marL="0" indent="0">
              <a:buNone/>
            </a:pPr>
            <a:r>
              <a:rPr lang="en-US" altLang="ko-KR"/>
              <a:t>				near = e-&gt;edge-&gt;node2;</a:t>
            </a:r>
          </a:p>
          <a:p>
            <a:pPr marL="0" indent="0">
              <a:buNone/>
            </a:pPr>
            <a:r>
              <a:rPr lang="en-US" altLang="ko-KR"/>
              <a:t>			}</a:t>
            </a:r>
          </a:p>
          <a:p>
            <a:pPr marL="0" indent="0">
              <a:buNone/>
            </a:pPr>
            <a:r>
              <a:rPr lang="en-US" altLang="ko-KR"/>
              <a:t>			printf("%c ", near-&gt;data);</a:t>
            </a:r>
          </a:p>
          <a:p>
            <a:pPr marL="0" indent="0">
              <a:buNone/>
            </a:pPr>
            <a:r>
              <a:rPr lang="en-US" altLang="ko-KR"/>
              <a:t>			e = e-&gt;next;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20660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01B17-CF0B-A0B5-AC13-60F075D0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71F0-3059-B01D-F521-959304597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FDCD-C045-8CA0-8DCD-5BD6FF84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make_adj_list(&amp;g);</a:t>
            </a:r>
          </a:p>
          <a:p>
            <a:pPr marL="0" indent="0">
              <a:buNone/>
            </a:pPr>
            <a:r>
              <a:rPr lang="en-US" altLang="ko-KR"/>
              <a:t>	print_adj_list(&amp;g);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7929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6248-0159-1C30-B40C-63F0EC14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4955-AD84-A4AB-9A9E-977E3058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FB8D1-1BD7-3097-1DB4-28324505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리스트에 추가하는 순서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head</a:t>
            </a:r>
            <a:r>
              <a:rPr lang="ko-KR" altLang="en-US"/>
              <a:t>에 추가를 하기 때문에</a:t>
            </a:r>
            <a:r>
              <a:rPr lang="en-US" altLang="ko-KR"/>
              <a:t>, </a:t>
            </a:r>
            <a:r>
              <a:rPr lang="ko-KR" altLang="en-US"/>
              <a:t>마지막부터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 </a:t>
            </a:r>
            <a:r>
              <a:rPr lang="ko-KR" altLang="en-US"/>
              <a:t>역순으로 추가한다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47773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FB0C-30AC-4D46-1BBC-089A342F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0C01-7B9F-8EFF-328E-B3887A4B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488" y="262442"/>
            <a:ext cx="6022987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CE1E-CAEE-BF16-78B0-A1B0262CE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print_graph_3col(struct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int n_vertexes = g-&gt;n_vertexes;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첫번째 행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3 &amp;&amp; i &lt; n_vertexes; i++) {</a:t>
            </a:r>
          </a:p>
          <a:p>
            <a:pPr marL="0" indent="0">
              <a:buNone/>
            </a:pPr>
            <a:r>
              <a:rPr lang="en-US" altLang="ko-KR"/>
              <a:t>		print_node(g-&gt;vertexes + i);</a:t>
            </a:r>
          </a:p>
          <a:p>
            <a:pPr marL="0" indent="0">
              <a:buNone/>
            </a:pPr>
            <a:r>
              <a:rPr lang="en-US" altLang="ko-KR"/>
              <a:t>		print_edge(g-&gt;adj[i][i + 1]);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</p:txBody>
      </p:sp>
    </p:spTree>
    <p:extLst>
      <p:ext uri="{BB962C8B-B14F-4D97-AF65-F5344CB8AC3E}">
        <p14:creationId xmlns:p14="http://schemas.microsoft.com/office/powerpoint/2010/main" val="3514155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6376-B040-64D0-6D68-F4CA5A4A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807F-FAD7-5BE9-0671-12E6A3B9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488" y="262442"/>
            <a:ext cx="6022987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E7C5-F95E-D885-89EE-203F324C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row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1;</a:t>
            </a:r>
            <a:r>
              <a:rPr lang="ko-KR" altLang="en-US"/>
              <a:t> </a:t>
            </a:r>
            <a:r>
              <a:rPr lang="en-US" altLang="ko-KR"/>
              <a:t>row &lt;= n_vertexes / 3; row++) {</a:t>
            </a:r>
          </a:p>
          <a:p>
            <a:pPr marL="0" indent="0">
              <a:buNone/>
            </a:pPr>
            <a:r>
              <a:rPr lang="en-US" altLang="ko-KR"/>
              <a:t>		int i;</a:t>
            </a:r>
          </a:p>
          <a:p>
            <a:pPr marL="0" indent="0">
              <a:buNone/>
            </a:pPr>
            <a:r>
              <a:rPr lang="en-US" altLang="ko-KR"/>
              <a:t>		for (i = row * 3; i &lt; row * 3 + 2 </a:t>
            </a:r>
          </a:p>
          <a:p>
            <a:pPr marL="0" indent="0">
              <a:buNone/>
            </a:pPr>
            <a:r>
              <a:rPr lang="en-US" altLang="ko-KR"/>
              <a:t>				&amp;&amp; i &lt; n_vertexes; i++) {</a:t>
            </a:r>
          </a:p>
          <a:p>
            <a:pPr marL="0" indent="0">
              <a:buNone/>
            </a:pPr>
            <a:r>
              <a:rPr lang="en-US" altLang="ko-KR"/>
              <a:t>			print_edge(g-&gt;adj[i][i - 3]);</a:t>
            </a:r>
          </a:p>
          <a:p>
            <a:pPr marL="0" indent="0">
              <a:buNone/>
            </a:pPr>
            <a:r>
              <a:rPr lang="en-US" altLang="ko-KR"/>
              <a:t>			print_edge(g-&gt;adj[i][i - 2]);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if (i &lt; n_vertexes)</a:t>
            </a:r>
          </a:p>
          <a:p>
            <a:pPr marL="0" indent="0">
              <a:buNone/>
            </a:pPr>
            <a:r>
              <a:rPr lang="en-US" altLang="ko-KR"/>
              <a:t>			print_edge(g-&gt;adj[i][i - 3]);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</p:txBody>
      </p:sp>
    </p:spTree>
    <p:extLst>
      <p:ext uri="{BB962C8B-B14F-4D97-AF65-F5344CB8AC3E}">
        <p14:creationId xmlns:p14="http://schemas.microsoft.com/office/powerpoint/2010/main" val="3718897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6E20-B595-9449-92E3-B136B50B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0F2B-8CD2-40B6-2BD2-E6305AA4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719" y="262442"/>
            <a:ext cx="611275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C3EE7-FDAD-3AA5-2576-0E2CDDC9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for (i = row * 3; i &lt;= row * 3 + 2 </a:t>
            </a:r>
          </a:p>
          <a:p>
            <a:pPr marL="0" indent="0">
              <a:buNone/>
            </a:pPr>
            <a:r>
              <a:rPr lang="en-US" altLang="ko-KR"/>
              <a:t>				&amp;&amp; i &lt; n_vertexes; i++) {</a:t>
            </a:r>
          </a:p>
          <a:p>
            <a:pPr marL="0" indent="0">
              <a:buNone/>
            </a:pPr>
            <a:r>
              <a:rPr lang="en-US" altLang="ko-KR"/>
              <a:t>			print_node(g-&gt;vertexes + i);</a:t>
            </a:r>
          </a:p>
          <a:p>
            <a:pPr marL="0" indent="0">
              <a:buNone/>
            </a:pPr>
            <a:r>
              <a:rPr lang="en-US" altLang="ko-KR"/>
              <a:t>			print_edge(g-&gt;adj[i][i + 1]);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38714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E4EF-9A41-0691-D8BE-92ADD94DE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6887-138F-4BBD-F7A3-4176931D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7AD2B-3049-B9F0-7208-B6D9C7A22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make_adj_list(&amp;g);</a:t>
            </a:r>
          </a:p>
          <a:p>
            <a:pPr marL="0" indent="0">
              <a:buNone/>
            </a:pPr>
            <a:r>
              <a:rPr lang="en-US" altLang="ko-KR"/>
              <a:t>	print_adj_list(&amp;g);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print_graph_3col(&amp;g);</a:t>
            </a:r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61945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94FE-4650-4E21-9170-EB027C63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F077-1943-CB3C-ECAF-0495B01B0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2705-9B64-4886-454C-1D6932497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3</a:t>
            </a:r>
            <a:r>
              <a:rPr lang="ko-KR" altLang="en-US"/>
              <a:t>열 그래프에서 출력되는 연결선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같은 행의 인접 노드간 연결선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같은 열의 인접 노드간 연결선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오른쪽 위 노드와 연결선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37488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0BD3-CFB2-ED6C-DC5F-081942D5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8895-A92F-8450-F563-D45456977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깊이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5639E-25AC-AFAB-FDB7-189BA8C6A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dfs_prep(struct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g-&gt;vertexes[i].status = 0;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for (int j = 0; j &lt; g-&gt;n_edges; j++) {</a:t>
            </a:r>
          </a:p>
          <a:p>
            <a:pPr marL="0" indent="0">
              <a:buNone/>
            </a:pPr>
            <a:r>
              <a:rPr lang="en-US" altLang="ko-KR"/>
              <a:t>		g-&gt;edges[j].dfs_type = 0;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05948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A079-1B97-7802-D18B-23F3B7BE3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9E4D-C5AB-6FF5-B2AF-177B33A2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깊이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622DB-BE5F-94FC-2AB7-34356DC5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dfs(struct graph *g, struct node *n, struct node *p)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if (n == NULL || n-&gt;status != 0) return;</a:t>
            </a:r>
          </a:p>
          <a:p>
            <a:pPr marL="0" indent="0">
              <a:buNone/>
            </a:pPr>
            <a:r>
              <a:rPr lang="en-US" altLang="ko-KR"/>
              <a:t>	</a:t>
            </a:r>
          </a:p>
          <a:p>
            <a:pPr marL="0" indent="0">
              <a:buNone/>
            </a:pPr>
            <a:r>
              <a:rPr lang="en-US" altLang="ko-KR"/>
              <a:t>	n-&gt;status = 1;</a:t>
            </a:r>
          </a:p>
          <a:p>
            <a:pPr marL="0" indent="0">
              <a:buNone/>
            </a:pPr>
            <a:r>
              <a:rPr lang="en-US" altLang="ko-KR"/>
              <a:t>	print_graph_3col(g);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struct elist *e = n-&gt;adj;</a:t>
            </a:r>
          </a:p>
          <a:p>
            <a:pPr marL="0" indent="0">
              <a:buNone/>
            </a:pPr>
            <a:r>
              <a:rPr lang="en-US" altLang="ko-KR"/>
              <a:t>	for ( ; e != NULL; e = e-&gt;next) {</a:t>
            </a:r>
          </a:p>
        </p:txBody>
      </p:sp>
    </p:spTree>
    <p:extLst>
      <p:ext uri="{BB962C8B-B14F-4D97-AF65-F5344CB8AC3E}">
        <p14:creationId xmlns:p14="http://schemas.microsoft.com/office/powerpoint/2010/main" val="40848726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32A4-3358-8CFC-8BB9-1DF741BC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F9F7-36DA-C6DE-F90C-A5CDA0BC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깊이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B0FF3-3CD1-93C3-287E-AD7786964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struct node *near = e-&gt;edge-&gt;node1;</a:t>
            </a:r>
          </a:p>
          <a:p>
            <a:pPr marL="0" indent="0">
              <a:buNone/>
            </a:pPr>
            <a:r>
              <a:rPr lang="en-US" altLang="ko-KR"/>
              <a:t>		if (near == n)</a:t>
            </a:r>
          </a:p>
          <a:p>
            <a:pPr marL="0" indent="0">
              <a:buNone/>
            </a:pPr>
            <a:r>
              <a:rPr lang="en-US" altLang="ko-KR"/>
              <a:t>			near = e-&gt;edge-&gt;node2;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if (near == p	|| e-&gt;edge-&gt;dfs_type != 0)</a:t>
            </a:r>
          </a:p>
          <a:p>
            <a:pPr marL="0" indent="0">
              <a:buNone/>
            </a:pPr>
            <a:r>
              <a:rPr lang="en-US" altLang="ko-KR"/>
              <a:t>			continue;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if (near-&gt;status != 0 &amp;&amp; near-&gt;status != 1) {</a:t>
            </a:r>
          </a:p>
          <a:p>
            <a:pPr marL="0" indent="0">
              <a:buNone/>
            </a:pPr>
            <a:r>
              <a:rPr lang="en-US" altLang="ko-KR"/>
              <a:t>			printf("Error\n");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3024804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3DF9-0C30-C726-B824-A67EA3BAB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4D51-A777-A9FD-D758-E1DC3A049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깊이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18ACD-F1EE-BEC8-5D81-F2450AF3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else if (near-&gt;status == 0) {</a:t>
            </a:r>
          </a:p>
          <a:p>
            <a:pPr marL="0" indent="0">
              <a:buNone/>
            </a:pPr>
            <a:r>
              <a:rPr lang="en-US" altLang="ko-KR"/>
              <a:t>			e-&gt;edge-&gt;dfs_type = 1;</a:t>
            </a:r>
          </a:p>
          <a:p>
            <a:pPr marL="0" indent="0">
              <a:buNone/>
            </a:pPr>
            <a:r>
              <a:rPr lang="en-US" altLang="ko-KR"/>
              <a:t>			print_graph_3col(g)</a:t>
            </a:r>
          </a:p>
          <a:p>
            <a:pPr marL="0" indent="0">
              <a:buNone/>
            </a:pPr>
            <a:r>
              <a:rPr lang="en-US" altLang="ko-KR"/>
              <a:t>			dfs(g, near, n);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 else if (near-&gt;status == 1) {</a:t>
            </a:r>
          </a:p>
          <a:p>
            <a:pPr marL="0" indent="0">
              <a:buNone/>
            </a:pPr>
            <a:r>
              <a:rPr lang="en-US" altLang="ko-KR"/>
              <a:t>			e-&gt;edge-&gt;dfs_type = 2;</a:t>
            </a:r>
          </a:p>
          <a:p>
            <a:pPr marL="0" indent="0">
              <a:buNone/>
            </a:pPr>
            <a:r>
              <a:rPr lang="en-US" altLang="ko-KR"/>
              <a:t>			print_graph_3col(g);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7068061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96A59-9A9B-11B9-F2A2-7E2E53E15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2491E-F3D6-62ED-C85D-A9117019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깊이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8AFB7-C859-8CA9-1204-EC95A0364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n_status = 2;</a:t>
            </a:r>
          </a:p>
          <a:p>
            <a:pPr marL="0" indent="0">
              <a:buNone/>
            </a:pPr>
            <a:r>
              <a:rPr lang="en-US" altLang="ko-KR"/>
              <a:t>	print_graph_3col(g);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20502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204AD-0B4E-0FC2-6473-5FDCE1F8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1426-F84C-C911-9591-B1A623661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5" y="262442"/>
            <a:ext cx="5053170" cy="607653"/>
          </a:xfrm>
        </p:spPr>
        <p:txBody>
          <a:bodyPr>
            <a:spAutoFit/>
          </a:bodyPr>
          <a:lstStyle/>
          <a:p>
            <a:r>
              <a:rPr lang="ko-KR" altLang="en-US"/>
              <a:t>깊이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1007D-4E46-12B3-96F7-00D35B8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make_adj_list(&amp;g);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dfs_prep(&amp;g);</a:t>
            </a:r>
          </a:p>
          <a:p>
            <a:pPr marL="0" indent="0">
              <a:buNone/>
            </a:pPr>
            <a:r>
              <a:rPr lang="en-US" altLang="ko-KR"/>
              <a:t>	dfs(&amp;g, g.vertexes, NULL);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52344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6D41-0472-CFEC-0D66-540F7F3BF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0F087-25F3-C18C-C100-59AC356C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5" y="262442"/>
            <a:ext cx="5053170" cy="607653"/>
          </a:xfrm>
        </p:spPr>
        <p:txBody>
          <a:bodyPr>
            <a:spAutoFit/>
          </a:bodyPr>
          <a:lstStyle/>
          <a:p>
            <a:r>
              <a:rPr lang="ko-KR" altLang="en-US"/>
              <a:t>깊이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F7A40-6E48-CBBA-C044-92E3B81DC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깊이 우선 탐색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한번 체크한 연결선은 다시 체크하지 않는다</a:t>
            </a:r>
            <a:r>
              <a:rPr lang="en-US" altLang="ko-KR"/>
              <a:t>. </a:t>
            </a:r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방문중인 노드와 연결선은 역방향 선이다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방문전인 노드와 연결선은 트리선이다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2954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B937-3BA7-99EB-EF35-B88C6AB3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A3E6-2632-6609-D060-2B2B4A0B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그룹핑 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7B1C8-EE29-FB6D-8AD7-1C410251E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node {</a:t>
            </a:r>
          </a:p>
          <a:p>
            <a:pPr marL="0" indent="0">
              <a:buNone/>
            </a:pPr>
            <a:r>
              <a:rPr lang="en-US" altLang="ko-KR"/>
              <a:t>	char data;</a:t>
            </a:r>
          </a:p>
          <a:p>
            <a:pPr marL="0" indent="0">
              <a:buNone/>
            </a:pPr>
            <a:r>
              <a:rPr lang="en-US" altLang="ko-KR"/>
              <a:t>	int index;</a:t>
            </a:r>
          </a:p>
          <a:p>
            <a:pPr marL="0" indent="0">
              <a:buNone/>
            </a:pPr>
            <a:r>
              <a:rPr lang="en-US" altLang="ko-KR"/>
              <a:t>	int status;		/* 0: </a:t>
            </a:r>
            <a:r>
              <a:rPr lang="ko-KR" altLang="en-US"/>
              <a:t>방문전</a:t>
            </a:r>
            <a:r>
              <a:rPr lang="en-US" altLang="ko-KR"/>
              <a:t>, 1: </a:t>
            </a:r>
            <a:r>
              <a:rPr lang="ko-KR" altLang="en-US"/>
              <a:t>도중</a:t>
            </a:r>
            <a:r>
              <a:rPr lang="en-US" altLang="ko-KR"/>
              <a:t>, 2: </a:t>
            </a:r>
            <a:r>
              <a:rPr lang="ko-KR" altLang="en-US"/>
              <a:t>후 *</a:t>
            </a:r>
            <a:r>
              <a:rPr lang="en-US" altLang="ko-KR"/>
              <a:t>/</a:t>
            </a:r>
          </a:p>
          <a:p>
            <a:pPr marL="0" indent="0">
              <a:buNone/>
            </a:pPr>
            <a:r>
              <a:rPr lang="en-US" altLang="ko-KR"/>
              <a:t>	struct elist *adj;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int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group;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5569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253F6-169A-6188-792D-6B9E2AC68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865F-9C9B-702D-9694-1A6D0CB97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그룹핑 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933E4-2A9C-756F-DDD1-052E8F01C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print_node(struct node *v)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</a:t>
            </a:r>
            <a:r>
              <a:rPr lang="en-US" altLang="ko-KR">
                <a:solidFill>
                  <a:srgbClr val="FF0000"/>
                </a:solidFill>
              </a:rPr>
              <a:t>5</a:t>
            </a:r>
            <a:r>
              <a:rPr lang="en-US" altLang="ko-KR"/>
              <a:t>] = {' ', v-&gt;data, </a:t>
            </a:r>
            <a:r>
              <a:rPr lang="en-US" altLang="ko-KR">
                <a:solidFill>
                  <a:srgbClr val="FF0000"/>
                </a:solidFill>
              </a:rPr>
              <a:t>' ',</a:t>
            </a:r>
            <a:r>
              <a:rPr lang="en-US" altLang="ko-KR"/>
              <a:t> ' ', '\0'};</a:t>
            </a:r>
          </a:p>
          <a:p>
            <a:pPr marL="0" indent="0">
              <a:buNone/>
            </a:pPr>
            <a:r>
              <a:rPr lang="en-US" altLang="ko-KR"/>
              <a:t>    	if (v-&gt;status != 0)</a:t>
            </a:r>
          </a:p>
          <a:p>
            <a:pPr marL="0" indent="0">
              <a:buNone/>
            </a:pPr>
            <a:r>
              <a:rPr lang="en-US" altLang="ko-KR"/>
              <a:t>        		str[0] = '(';</a:t>
            </a:r>
          </a:p>
          <a:p>
            <a:pPr marL="0" indent="0">
              <a:buNone/>
            </a:pPr>
            <a:r>
              <a:rPr lang="en-US" altLang="ko-KR"/>
              <a:t>    	if (v-&gt;status == 2)</a:t>
            </a:r>
          </a:p>
          <a:p>
            <a:pPr marL="0" indent="0">
              <a:buNone/>
            </a:pPr>
            <a:r>
              <a:rPr lang="en-US" altLang="ko-KR"/>
              <a:t>        		str[</a:t>
            </a:r>
            <a:r>
              <a:rPr lang="en-US" altLang="ko-KR">
                <a:solidFill>
                  <a:srgbClr val="FF0000"/>
                </a:solidFill>
              </a:rPr>
              <a:t>3</a:t>
            </a:r>
            <a:r>
              <a:rPr lang="en-US" altLang="ko-KR"/>
              <a:t>] = ')';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if (v-&gt;group &gt; 0) str[2] = '0' + v -&gt;group;</a:t>
            </a:r>
          </a:p>
          <a:p>
            <a:pPr marL="0" indent="0">
              <a:buNone/>
            </a:pPr>
            <a:r>
              <a:rPr lang="en-US" altLang="ko-KR"/>
              <a:t>    	printf("%s", str);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92275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5C4AA-9A05-7E58-BF54-20DDE59B9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E250-47ED-14DB-3310-C1EBDAC3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그룹핑 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3D552-5B32-91D4-EA40-8A496ABD9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print_edge(struct edge *e)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</a:t>
            </a:r>
            <a:r>
              <a:rPr lang="en-US" altLang="ko-KR">
                <a:solidFill>
                  <a:srgbClr val="FF0000"/>
                </a:solidFill>
              </a:rPr>
              <a:t>5</a:t>
            </a:r>
            <a:r>
              <a:rPr lang="en-US" altLang="ko-KR"/>
              <a:t>] = "    ";</a:t>
            </a:r>
          </a:p>
          <a:p>
            <a:pPr marL="0" indent="0">
              <a:buNone/>
            </a:pPr>
            <a:r>
              <a:rPr lang="en-US" altLang="ko-KR"/>
              <a:t>    	if (e != NULL) {</a:t>
            </a:r>
          </a:p>
          <a:p>
            <a:pPr marL="0" indent="0">
              <a:buNone/>
            </a:pPr>
            <a:r>
              <a:rPr lang="en-US" altLang="ko-KR"/>
              <a:t>		if (e-&gt;dfs_type == 0) {</a:t>
            </a:r>
          </a:p>
          <a:p>
            <a:pPr marL="0" indent="0">
              <a:buNone/>
            </a:pPr>
            <a:r>
              <a:rPr lang="en-US" altLang="ko-KR"/>
              <a:t>	        		str[1] = e-&gt;shape;</a:t>
            </a:r>
          </a:p>
          <a:p>
            <a:pPr marL="0" indent="0">
              <a:buNone/>
            </a:pPr>
            <a:r>
              <a:rPr lang="en-US" altLang="ko-KR"/>
              <a:t>		} else if (e-&gt;dfs_type == 2) {</a:t>
            </a:r>
          </a:p>
          <a:p>
            <a:pPr marL="0" indent="0">
              <a:buNone/>
            </a:pPr>
            <a:r>
              <a:rPr lang="en-US" altLang="ko-KR"/>
              <a:t>			str[1] = '.';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3885440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E2D5E-082E-E84D-D4E5-AC7460DE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9101-BB05-66BE-1365-0294A69C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그룹핑 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98889-8CB0-E0C4-2DE7-665BD50E8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int group = 0;</a:t>
            </a:r>
          </a:p>
          <a:p>
            <a:pPr marL="0" indent="0">
              <a:buNone/>
            </a:pPr>
            <a:r>
              <a:rPr lang="en-US" altLang="ko-KR"/>
              <a:t>void dfs(struct graph *g, struct node *n, struct node *p)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if (n == NULL || n-&gt;status != 0) return;	</a:t>
            </a:r>
          </a:p>
          <a:p>
            <a:pPr marL="0" indent="0">
              <a:buNone/>
            </a:pPr>
            <a:r>
              <a:rPr lang="en-US" altLang="ko-KR"/>
              <a:t>	n-&gt;status = 1;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n-&gt;group = group;</a:t>
            </a:r>
          </a:p>
          <a:p>
            <a:pPr marL="0" indent="0">
              <a:buNone/>
            </a:pPr>
            <a:r>
              <a:rPr lang="en-US" altLang="ko-KR"/>
              <a:t>	print_graph_3col(g);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struct elist *e = n-&gt;adj;</a:t>
            </a:r>
          </a:p>
          <a:p>
            <a:pPr marL="0" indent="0">
              <a:buNone/>
            </a:pPr>
            <a:r>
              <a:rPr lang="en-US" altLang="ko-KR"/>
              <a:t>	for ( ; e != NULL; e = e-&gt;next) {</a:t>
            </a:r>
          </a:p>
        </p:txBody>
      </p:sp>
    </p:spTree>
    <p:extLst>
      <p:ext uri="{BB962C8B-B14F-4D97-AF65-F5344CB8AC3E}">
        <p14:creationId xmlns:p14="http://schemas.microsoft.com/office/powerpoint/2010/main" val="29468425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5DCA-55D5-912B-B805-B3CE48E80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4197-4D79-60BE-7DD2-34D1DED3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그룹핑 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EC8C9-EB1E-6F2C-EF71-DA030EE37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dfs_prep(&amp;g);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for (int i = 0; i &lt; g.n_vertexes; i++) {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if (g.vertexes[i].group == 0) {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group += 1;</a:t>
            </a:r>
          </a:p>
          <a:p>
            <a:pPr marL="0" indent="0">
              <a:buNone/>
            </a:pPr>
            <a:r>
              <a:rPr lang="en-US" altLang="ko-KR"/>
              <a:t>			dfs(&amp;g, g.vertexes, NULL);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}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9173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70F8-2AD9-D654-6D6F-B01CBD74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38F7-35B0-F836-429F-F7F43EF2A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그룹핑 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14A1E-1BC7-BC67-F7F9-9FEB5E0D8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 속성에 그룹을 추가한다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노드 출력시 그룹도 출력한다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연결선 출력 너비를 노드에 맞춰 조정한다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dfs</a:t>
            </a:r>
            <a:r>
              <a:rPr lang="ko-KR" altLang="en-US"/>
              <a:t>에서 그룹을 설정한다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dfs</a:t>
            </a:r>
            <a:r>
              <a:rPr lang="ko-KR" altLang="en-US"/>
              <a:t>를 처음 하기 전에 전역변수 그룹을 설정한다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12971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DF07C-0D83-44E9-E0B1-12377C39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04AA-0F94-9707-291A-EE574DD87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단절점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B69BA-207A-8C34-6E8A-4FE6FED11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node {</a:t>
            </a:r>
          </a:p>
          <a:p>
            <a:pPr marL="0" indent="0">
              <a:buNone/>
            </a:pPr>
            <a:r>
              <a:rPr lang="en-US" altLang="ko-KR"/>
              <a:t>	char data;</a:t>
            </a:r>
          </a:p>
          <a:p>
            <a:pPr marL="0" indent="0">
              <a:buNone/>
            </a:pPr>
            <a:r>
              <a:rPr lang="en-US" altLang="ko-KR"/>
              <a:t>	int index;</a:t>
            </a:r>
          </a:p>
          <a:p>
            <a:pPr marL="0" indent="0">
              <a:buNone/>
            </a:pPr>
            <a:r>
              <a:rPr lang="en-US" altLang="ko-KR"/>
              <a:t>	int status;		/* 0: </a:t>
            </a:r>
            <a:r>
              <a:rPr lang="ko-KR" altLang="en-US"/>
              <a:t>방문전</a:t>
            </a:r>
            <a:r>
              <a:rPr lang="en-US" altLang="ko-KR"/>
              <a:t>, 1: </a:t>
            </a:r>
            <a:r>
              <a:rPr lang="ko-KR" altLang="en-US"/>
              <a:t>도중</a:t>
            </a:r>
            <a:r>
              <a:rPr lang="en-US" altLang="ko-KR"/>
              <a:t>, 2: </a:t>
            </a:r>
            <a:r>
              <a:rPr lang="ko-KR" altLang="en-US"/>
              <a:t>후 *</a:t>
            </a:r>
            <a:r>
              <a:rPr lang="en-US" altLang="ko-KR"/>
              <a:t>/</a:t>
            </a:r>
          </a:p>
          <a:p>
            <a:pPr marL="0" indent="0">
              <a:buNone/>
            </a:pPr>
            <a:r>
              <a:rPr lang="en-US" altLang="ko-KR"/>
              <a:t>	struct elist *adj;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int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dfs_time;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int min_back;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int is_ap;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53569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4A4CD-D02D-F52D-6771-E6F7C363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C5A0-F08B-300C-2D6C-E83EA82A9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단절점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3DE29-EA5A-C7AD-114D-F35E2E173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print_node(struct node *v)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</a:t>
            </a:r>
            <a:r>
              <a:rPr lang="en-US" altLang="ko-KR">
                <a:solidFill>
                  <a:srgbClr val="FF0000"/>
                </a:solidFill>
              </a:rPr>
              <a:t>5</a:t>
            </a:r>
            <a:r>
              <a:rPr lang="en-US" altLang="ko-KR"/>
              <a:t>] = {' ', v-&gt;data, </a:t>
            </a:r>
            <a:r>
              <a:rPr lang="en-US" altLang="ko-KR">
                <a:solidFill>
                  <a:srgbClr val="FF0000"/>
                </a:solidFill>
              </a:rPr>
              <a:t>' ',</a:t>
            </a:r>
            <a:r>
              <a:rPr lang="en-US" altLang="ko-KR"/>
              <a:t> ' ', '\0'};</a:t>
            </a:r>
          </a:p>
          <a:p>
            <a:pPr marL="0" indent="0">
              <a:buNone/>
            </a:pPr>
            <a:r>
              <a:rPr lang="en-US" altLang="ko-KR"/>
              <a:t>    	if (v-&gt;status != 0)</a:t>
            </a:r>
          </a:p>
          <a:p>
            <a:pPr marL="0" indent="0">
              <a:buNone/>
            </a:pPr>
            <a:r>
              <a:rPr lang="en-US" altLang="ko-KR"/>
              <a:t>        		str[0] = '(';</a:t>
            </a:r>
          </a:p>
          <a:p>
            <a:pPr marL="0" indent="0">
              <a:buNone/>
            </a:pPr>
            <a:r>
              <a:rPr lang="en-US" altLang="ko-KR"/>
              <a:t>    	if (v-&gt;status == 2)</a:t>
            </a:r>
          </a:p>
          <a:p>
            <a:pPr marL="0" indent="0">
              <a:buNone/>
            </a:pPr>
            <a:r>
              <a:rPr lang="en-US" altLang="ko-KR"/>
              <a:t>        		str[</a:t>
            </a:r>
            <a:r>
              <a:rPr lang="en-US" altLang="ko-KR">
                <a:solidFill>
                  <a:srgbClr val="FF0000"/>
                </a:solidFill>
              </a:rPr>
              <a:t>3</a:t>
            </a:r>
            <a:r>
              <a:rPr lang="en-US" altLang="ko-KR"/>
              <a:t>] = ')';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if (v-&gt;is_ap != 0) str[2] = 'a';</a:t>
            </a:r>
          </a:p>
          <a:p>
            <a:pPr marL="0" indent="0">
              <a:buNone/>
            </a:pPr>
            <a:r>
              <a:rPr lang="en-US" altLang="ko-KR"/>
              <a:t>    	printf("%s", str);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53382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65092-4544-3BF4-D203-245FDB8E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7D52-24C7-715E-550F-46948E46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단절점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6635-B8E1-ED9B-C262-CE1E8471C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print_edge(struct edge *e)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</a:t>
            </a:r>
            <a:r>
              <a:rPr lang="en-US" altLang="ko-KR">
                <a:solidFill>
                  <a:srgbClr val="FF0000"/>
                </a:solidFill>
              </a:rPr>
              <a:t>5</a:t>
            </a:r>
            <a:r>
              <a:rPr lang="en-US" altLang="ko-KR"/>
              <a:t>] = "    ";</a:t>
            </a:r>
          </a:p>
          <a:p>
            <a:pPr marL="0" indent="0">
              <a:buNone/>
            </a:pPr>
            <a:r>
              <a:rPr lang="en-US" altLang="ko-KR"/>
              <a:t>    	if (e != NULL) {</a:t>
            </a:r>
          </a:p>
          <a:p>
            <a:pPr marL="0" indent="0">
              <a:buNone/>
            </a:pPr>
            <a:r>
              <a:rPr lang="en-US" altLang="ko-KR"/>
              <a:t>		if (e-&gt;dfs_type == 0) {</a:t>
            </a:r>
          </a:p>
          <a:p>
            <a:pPr marL="0" indent="0">
              <a:buNone/>
            </a:pPr>
            <a:r>
              <a:rPr lang="en-US" altLang="ko-KR"/>
              <a:t>	        		str[1] = e-&gt;shape;</a:t>
            </a:r>
          </a:p>
          <a:p>
            <a:pPr marL="0" indent="0">
              <a:buNone/>
            </a:pPr>
            <a:r>
              <a:rPr lang="en-US" altLang="ko-KR"/>
              <a:t>		} else if (e-&gt;dfs_type == 2) {</a:t>
            </a:r>
          </a:p>
          <a:p>
            <a:pPr marL="0" indent="0">
              <a:buNone/>
            </a:pPr>
            <a:r>
              <a:rPr lang="en-US" altLang="ko-KR"/>
              <a:t>			str[1] = '.';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38125874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E345-D695-6EFA-5DBD-F3F5C729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29DA-58C0-9456-F90B-1C190C79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단절점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19740-6A26-40CB-0B15-C4CABEC9B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int time = 0;</a:t>
            </a:r>
          </a:p>
          <a:p>
            <a:pPr marL="0" indent="0">
              <a:buNone/>
            </a:pPr>
            <a:r>
              <a:rPr lang="en-US" altLang="ko-KR"/>
              <a:t>void dfs(struct graph *g, struct node *n, struct node *p)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if (n == NULL || n-&gt;status != 0) return;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int n_children = 0;	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time += 1;</a:t>
            </a:r>
          </a:p>
          <a:p>
            <a:pPr marL="0" indent="0">
              <a:buNone/>
            </a:pPr>
            <a:r>
              <a:rPr lang="en-US" altLang="ko-KR"/>
              <a:t>	n-&gt;status = 1;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n-&gt;min_back = n-&gt;dfs_time = time;</a:t>
            </a:r>
          </a:p>
          <a:p>
            <a:pPr marL="0" indent="0">
              <a:buNone/>
            </a:pPr>
            <a:r>
              <a:rPr lang="en-US" altLang="ko-KR"/>
              <a:t>	print_graph_3col(g);</a:t>
            </a:r>
          </a:p>
          <a:p>
            <a:pPr marL="0" indent="0">
              <a:buNone/>
            </a:pPr>
            <a:r>
              <a:rPr lang="en-US" altLang="ko-KR"/>
              <a:t>	struct elist *e = n-&gt;adj;</a:t>
            </a:r>
          </a:p>
        </p:txBody>
      </p:sp>
    </p:spTree>
    <p:extLst>
      <p:ext uri="{BB962C8B-B14F-4D97-AF65-F5344CB8AC3E}">
        <p14:creationId xmlns:p14="http://schemas.microsoft.com/office/powerpoint/2010/main" val="23612679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336B-DB5F-CA5F-3BA4-1580E2172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0CA8-7205-7C72-D518-9183156C3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단절점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F33B-234A-9EC8-F8F9-BB282A906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else if (near-&gt;status == 0) {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n_children += 1;</a:t>
            </a:r>
          </a:p>
          <a:p>
            <a:pPr marL="0" indent="0">
              <a:buNone/>
            </a:pPr>
            <a:r>
              <a:rPr lang="en-US" altLang="ko-KR"/>
              <a:t>			e-&gt;edge-&gt;dfs_type = 1;</a:t>
            </a:r>
          </a:p>
          <a:p>
            <a:pPr marL="0" indent="0">
              <a:buNone/>
            </a:pPr>
            <a:r>
              <a:rPr lang="en-US" altLang="ko-KR"/>
              <a:t>			print_graph_3col(g)</a:t>
            </a:r>
          </a:p>
          <a:p>
            <a:pPr marL="0" indent="0">
              <a:buNone/>
            </a:pPr>
            <a:r>
              <a:rPr lang="en-US" altLang="ko-KR"/>
              <a:t>			dfs(g, near, n);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if (near-&gt;min_back &lt; n-&gt;min_back)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        n-&gt;min_back = near-&gt;min_back;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if (n-&gt;min_back &gt;= n-&gt;dfs_time)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        n-&gt;is_ap = 1;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24145280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61462-F4EE-0033-FACC-73CCF392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D428-7EFD-5477-FD22-C60B77A1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단절점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9F1EA-C252-5EAE-8558-39C3D8851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 else if (near-&gt;status == 1) {</a:t>
            </a:r>
          </a:p>
          <a:p>
            <a:pPr marL="0" indent="0">
              <a:buNone/>
            </a:pPr>
            <a:r>
              <a:rPr lang="en-US" altLang="ko-KR"/>
              <a:t>			e-&gt;edge-&gt;dfs_type = 2;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if (near-&gt;dfs_time &lt; n-&gt;min_back)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        n-&gt;min_back = near-&gt;dfs_time;</a:t>
            </a:r>
          </a:p>
          <a:p>
            <a:pPr marL="0" indent="0">
              <a:buNone/>
            </a:pPr>
            <a:r>
              <a:rPr lang="en-US" altLang="ko-KR"/>
              <a:t>			print_graph_3col(g);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529553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2D01-0094-9D3B-51FA-23812A75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DAD1-BC59-E1C8-7F52-C8E6B71E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단절점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3C004-873C-F4BB-AD00-341455403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n_status = 2;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if (p == NULL &amp;&amp; n_children &gt; 1)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n-&gt;is_ap = 1;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print_graph_3col(g);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34172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498D0-B113-19C5-C747-67914FF0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210-E5A1-E275-1F8E-6B30BEA3F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단절점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B1BCD-BF73-C50F-23AE-A7F771D97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dfs_prep(&amp;g);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for (int i = 0; i &lt; g.n_vertexes; i++) {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if (g.vertexes[i].group == 0) {</a:t>
            </a:r>
          </a:p>
          <a:p>
            <a:pPr marL="0" indent="0">
              <a:buNone/>
            </a:pPr>
            <a:r>
              <a:rPr lang="en-US" altLang="ko-KR"/>
              <a:t>			dfs(&amp;g, g.vertexes, NULL);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}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81336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 출력하기</a:t>
            </a:r>
          </a:p>
          <a:p>
            <a:endParaRPr lang="ko-KR" altLang="en-US"/>
          </a:p>
          <a:p>
            <a:r>
              <a:rPr lang="ko-KR" altLang="en-US"/>
              <a:t>깊이 우선 탐색 구현하기</a:t>
            </a:r>
          </a:p>
          <a:p>
            <a:endParaRPr lang="ko-KR" altLang="en-US"/>
          </a:p>
          <a:p>
            <a:r>
              <a:rPr lang="ko-KR" altLang="en-US"/>
              <a:t>그룹핑 하기</a:t>
            </a:r>
          </a:p>
          <a:p>
            <a:endParaRPr lang="ko-KR" altLang="en-US"/>
          </a:p>
          <a:p>
            <a:r>
              <a:rPr lang="ko-KR" altLang="en-US"/>
              <a:t>단절점 찾기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13071</TotalTime>
  <Words>4248</Words>
  <Application>Microsoft Office PowerPoint</Application>
  <PresentationFormat>화면 슬라이드 쇼(4:3)</PresentationFormat>
  <Paragraphs>589</Paragraphs>
  <Slides>66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1" baseType="lpstr">
      <vt:lpstr>맑은 고딕</vt:lpstr>
      <vt:lpstr>Aptos</vt:lpstr>
      <vt:lpstr>Aptos Display</vt:lpstr>
      <vt:lpstr>Arial</vt:lpstr>
      <vt:lpstr>Office 테마</vt:lpstr>
      <vt:lpstr>자료구조 (Data Structure) 8주차: 그래프</vt:lpstr>
      <vt:lpstr>지난 시간 요약</vt:lpstr>
      <vt:lpstr>오늘의 목차</vt:lpstr>
      <vt:lpstr>그래프 출력 - printf</vt:lpstr>
      <vt:lpstr>그래프 출력 - 인접리스트 구조체</vt:lpstr>
      <vt:lpstr>그래프 출력 - 인접리스트 구조체</vt:lpstr>
      <vt:lpstr>그래프 출력 - 그래프 노드 구조체</vt:lpstr>
      <vt:lpstr>그래프 출력 - 그래프 노드 구조체</vt:lpstr>
      <vt:lpstr>그래프 출력 - 그래프 노드 구조체 확인</vt:lpstr>
      <vt:lpstr>그래프 출력 - 그래프 노드 구조체 확인</vt:lpstr>
      <vt:lpstr>그래프 출력 - 그래프 노드 구조체 확인</vt:lpstr>
      <vt:lpstr>그래프 출력 - 연결선 구조체</vt:lpstr>
      <vt:lpstr>그래프 출력 - 연결선 구조체</vt:lpstr>
      <vt:lpstr>그래프 출력 - 연결선 구조체 확인</vt:lpstr>
      <vt:lpstr>그래프 출력 - 연결선 구조체 확인</vt:lpstr>
      <vt:lpstr>그래프 출력 - 연결선 구조체 확인</vt:lpstr>
      <vt:lpstr>그래프 출력 - 연결선 구조체 확인</vt:lpstr>
      <vt:lpstr>그래프 출력 - 그래프 구조체</vt:lpstr>
      <vt:lpstr>그래프 출력 - 그래프 구조체</vt:lpstr>
      <vt:lpstr>그래프 출력 - 그래프 구조체 확인</vt:lpstr>
      <vt:lpstr>그래프 출력 - 그래프 구조체 확인</vt:lpstr>
      <vt:lpstr>그래프 출력 - 그래프 구조체 확인</vt:lpstr>
      <vt:lpstr>그래프 출력 - 그래프 구조체 확인</vt:lpstr>
      <vt:lpstr>그래프 출력 - 그래프 구조체 확인</vt:lpstr>
      <vt:lpstr>그래프 출력 - 인접 행렬</vt:lpstr>
      <vt:lpstr>그래프 출력 - 인접 행렬</vt:lpstr>
      <vt:lpstr>그래프 출력 - 인접 행렬</vt:lpstr>
      <vt:lpstr>그래프 출력 - 인접 행렬</vt:lpstr>
      <vt:lpstr>그래프 출력 - 인접 행렬</vt:lpstr>
      <vt:lpstr>그래프 출력 - 인접 행렬</vt:lpstr>
      <vt:lpstr>그래프 출력 - 인접 행렬</vt:lpstr>
      <vt:lpstr>그래프 출력 - 인접 행렬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- 3열 그래프</vt:lpstr>
      <vt:lpstr>그래프 출력 - 3열 그래프</vt:lpstr>
      <vt:lpstr>그래프 출력 - 3열 그래프</vt:lpstr>
      <vt:lpstr>그래프 출력 - 3열 그래프</vt:lpstr>
      <vt:lpstr>그래프 출력 - 3열 그래프</vt:lpstr>
      <vt:lpstr>깊이 우선 탐색 구현</vt:lpstr>
      <vt:lpstr>깊이 우선 탐색 구현</vt:lpstr>
      <vt:lpstr>깊이 우선 탐색 구현</vt:lpstr>
      <vt:lpstr>깊이 우선 탐색 구현</vt:lpstr>
      <vt:lpstr>깊이 우선 탐색 구현</vt:lpstr>
      <vt:lpstr>깊이 우선 탐색 구현</vt:lpstr>
      <vt:lpstr>깊이 우선 탐색 구현</vt:lpstr>
      <vt:lpstr>그룹핑 하기</vt:lpstr>
      <vt:lpstr>그룹핑 하기</vt:lpstr>
      <vt:lpstr>그룹핑 하기</vt:lpstr>
      <vt:lpstr>그룹핑 하기</vt:lpstr>
      <vt:lpstr>그룹핑 하기</vt:lpstr>
      <vt:lpstr>그룹핑 하기</vt:lpstr>
      <vt:lpstr>단절점 찾기</vt:lpstr>
      <vt:lpstr>단절점 찾기</vt:lpstr>
      <vt:lpstr>단절점 찾기</vt:lpstr>
      <vt:lpstr>단절점 찾기</vt:lpstr>
      <vt:lpstr>단절점 찾기</vt:lpstr>
      <vt:lpstr>단절점 찾기</vt:lpstr>
      <vt:lpstr>단절점 찾기</vt:lpstr>
      <vt:lpstr>단절점 찾기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17</cp:revision>
  <dcterms:created xsi:type="dcterms:W3CDTF">2025-07-28T15:04:23Z</dcterms:created>
  <dcterms:modified xsi:type="dcterms:W3CDTF">2025-11-06T18:49:31Z</dcterms:modified>
</cp:coreProperties>
</file>