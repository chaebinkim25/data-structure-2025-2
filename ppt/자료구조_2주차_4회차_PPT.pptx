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39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40" r:id="rId56"/>
    <p:sldId id="310" r:id="rId57"/>
    <p:sldId id="311" r:id="rId58"/>
    <p:sldId id="312" r:id="rId59"/>
    <p:sldId id="320" r:id="rId60"/>
    <p:sldId id="363" r:id="rId61"/>
    <p:sldId id="321" r:id="rId62"/>
    <p:sldId id="364" r:id="rId63"/>
    <p:sldId id="322" r:id="rId64"/>
    <p:sldId id="365" r:id="rId65"/>
    <p:sldId id="366" r:id="rId66"/>
    <p:sldId id="323" r:id="rId67"/>
    <p:sldId id="367" r:id="rId68"/>
    <p:sldId id="368" r:id="rId69"/>
    <p:sldId id="369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56" r:id="rId79"/>
    <p:sldId id="357" r:id="rId80"/>
    <p:sldId id="358" r:id="rId81"/>
    <p:sldId id="359" r:id="rId82"/>
    <p:sldId id="360" r:id="rId83"/>
    <p:sldId id="361" r:id="rId84"/>
    <p:sldId id="335" r:id="rId85"/>
    <p:sldId id="336" r:id="rId86"/>
    <p:sldId id="313" r:id="rId87"/>
    <p:sldId id="314" r:id="rId88"/>
    <p:sldId id="315" r:id="rId89"/>
    <p:sldId id="316" r:id="rId90"/>
    <p:sldId id="317" r:id="rId91"/>
    <p:sldId id="337" r:id="rId92"/>
    <p:sldId id="318" r:id="rId93"/>
    <p:sldId id="338" r:id="rId94"/>
    <p:sldId id="319" r:id="rId95"/>
    <p:sldId id="362" r:id="rId96"/>
    <p:sldId id="324" r:id="rId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56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2주차: 링크드 리스트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단방향 링크드 리스트 구현</a:t>
            </a:r>
          </a:p>
          <a:p>
            <a:endParaRPr/>
          </a:p>
          <a:p>
            <a:r>
              <a:t>다항식 구현</a:t>
            </a:r>
          </a:p>
          <a:p>
            <a:endParaRPr/>
          </a:p>
          <a:p>
            <a:r>
              <a:t>양방향 링크드 리스트 구현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필수 헤더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#include &lt;stdlib.h&gt;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단방향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정보의 묶음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  <a:p>
            <a:r>
              <a:t>val: 저장된 데이터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단방향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node {</a:t>
            </a:r>
          </a:p>
          <a:p>
            <a:pPr marL="0" indent="0">
              <a:buNone/>
            </a:pPr>
            <a:r>
              <a:t>        struct node *next;</a:t>
            </a:r>
          </a:p>
          <a:p>
            <a:pPr marL="0" indent="0">
              <a:buNone/>
            </a:pPr>
            <a:r>
              <a:t>        int val;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2046" y="260839"/>
            <a:ext cx="5110429" cy="610859"/>
          </a:xfrm>
        </p:spPr>
        <p:txBody>
          <a:bodyPr>
            <a:spAutoFit/>
          </a:bodyPr>
          <a:lstStyle/>
          <a:p>
            <a:r>
              <a:t>CREATE(value, next)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node *node_create(int value, struct node *next)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node *node = malloc(sizeof(struct node));</a:t>
            </a:r>
          </a:p>
          <a:p>
            <a:pPr marL="0" indent="0">
              <a:buNone/>
            </a:pPr>
            <a:r>
              <a:t>        if (!node) exit(1);</a:t>
            </a:r>
          </a:p>
          <a:p>
            <a:pPr marL="0" indent="0">
              <a:buNone/>
            </a:pPr>
            <a:r>
              <a:t>        node-&gt;val = value;</a:t>
            </a:r>
          </a:p>
          <a:p>
            <a:pPr marL="0" indent="0">
              <a:buNone/>
            </a:pPr>
            <a:r>
              <a:t>        node-&gt;next = next;</a:t>
            </a:r>
          </a:p>
          <a:p>
            <a:pPr marL="0" indent="0">
              <a:buNone/>
            </a:pPr>
            <a:r>
              <a:t>        return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단방향 노드 관련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INSERT_AFTER(prev, node):</a:t>
            </a:r>
          </a:p>
          <a:p>
            <a:pPr marL="0" indent="0">
              <a:buNone/>
            </a:pPr>
            <a:r>
              <a:t> </a:t>
            </a:r>
            <a:r>
              <a:rPr lang="en-US"/>
              <a:t>  </a:t>
            </a:r>
            <a:r>
              <a:t>       prev 노드 뒤에 node를 추가한다</a:t>
            </a:r>
          </a:p>
          <a:p>
            <a:endParaRPr/>
          </a:p>
          <a:p>
            <a:r>
              <a:t>DELETE_AFTER(prev):</a:t>
            </a:r>
            <a:br/>
            <a:r>
              <a:t>        prev 다음 노드를 삭제한다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1118" y="260839"/>
            <a:ext cx="6391357" cy="610859"/>
          </a:xfrm>
        </p:spPr>
        <p:txBody>
          <a:bodyPr>
            <a:spAutoFit/>
          </a:bodyPr>
          <a:lstStyle/>
          <a:p>
            <a:r>
              <a:t>INSERT_AFTER(prev,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prev의 다음 노드를 node로 만들고, 기존에 있던 prev의 다음 노드는 node 다음으로 이동한다</a:t>
            </a:r>
          </a:p>
          <a:p>
            <a:endParaRPr/>
          </a:p>
          <a:p>
            <a:r>
              <a:t>조건: prev와 node 존재</a:t>
            </a:r>
          </a:p>
          <a:p>
            <a:endParaRPr/>
          </a:p>
          <a:p>
            <a:r>
              <a:t>가정: node의 next는 비어있다</a:t>
            </a:r>
          </a:p>
          <a:p>
            <a:endParaRPr/>
          </a:p>
          <a:p>
            <a:r>
              <a:t>동작: node의 next에 prev의 next 저장</a:t>
            </a:r>
            <a:br/>
            <a:r>
              <a:t>            prev의 next에 node 저장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1118" y="260839"/>
            <a:ext cx="6391357" cy="610859"/>
          </a:xfrm>
        </p:spPr>
        <p:txBody>
          <a:bodyPr>
            <a:spAutoFit/>
          </a:bodyPr>
          <a:lstStyle/>
          <a:p>
            <a:r>
              <a:t>INSERT_AFTER(prev,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insert_after(struct node *prev, struct node 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(!prev || !node) exit(1);</a:t>
            </a:r>
          </a:p>
          <a:p>
            <a:endParaRPr/>
          </a:p>
          <a:p>
            <a:pPr marL="0" indent="0">
              <a:buNone/>
            </a:pPr>
            <a:r>
              <a:t>        node-&gt;next = prev-&gt;next;</a:t>
            </a:r>
          </a:p>
          <a:p>
            <a:pPr marL="0" indent="0">
              <a:buNone/>
            </a:pPr>
            <a:r>
              <a:t>        prev-&gt;next =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995" y="260839"/>
            <a:ext cx="5295480" cy="610859"/>
          </a:xfrm>
        </p:spPr>
        <p:txBody>
          <a:bodyPr>
            <a:spAutoFit/>
          </a:bodyPr>
          <a:lstStyle/>
          <a:p>
            <a:r>
              <a:t>DELETE_AFTER(prev)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prev의 다음 노드를 삭제한다. 삭제할 노드의 다음 노드는 prev에 연결한다</a:t>
            </a:r>
          </a:p>
          <a:p>
            <a:endParaRPr/>
          </a:p>
          <a:p>
            <a:r>
              <a:t>조건: prev 존재, prev의 다음 노드 존재</a:t>
            </a:r>
          </a:p>
          <a:p>
            <a:endParaRPr/>
          </a:p>
          <a:p>
            <a:r>
              <a:t>동작: target에 prev의 next 저장</a:t>
            </a:r>
            <a:br/>
            <a:r>
              <a:t>            prev의 next에 target의 next 저장</a:t>
            </a:r>
            <a:br/>
            <a:r>
              <a:t>            target 삭제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995" y="260839"/>
            <a:ext cx="5295480" cy="610859"/>
          </a:xfrm>
        </p:spPr>
        <p:txBody>
          <a:bodyPr>
            <a:spAutoFit/>
          </a:bodyPr>
          <a:lstStyle/>
          <a:p>
            <a:r>
              <a:t>DELETE_AFTER(prev)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delete_after(struct node *prev)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(!prev || !prev-&gt;next) exit(1);</a:t>
            </a:r>
          </a:p>
          <a:p>
            <a:endParaRPr/>
          </a:p>
          <a:p>
            <a:pPr marL="0" indent="0">
              <a:buNone/>
            </a:pPr>
            <a:r>
              <a:t>        struct node *target = prev-&gt;next;</a:t>
            </a:r>
          </a:p>
          <a:p>
            <a:endParaRPr/>
          </a:p>
          <a:p>
            <a:pPr marL="0" indent="0">
              <a:buNone/>
            </a:pPr>
            <a:r>
              <a:t>        prev-&gt;next = target-&gt;next;</a:t>
            </a:r>
          </a:p>
          <a:p>
            <a:pPr marL="0" indent="0">
              <a:buNone/>
            </a:pPr>
            <a:r>
              <a:t>        free(target);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단방향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첫번째 노드만 알면 모든 노드 방문 가능</a:t>
            </a:r>
          </a:p>
          <a:p>
            <a:endParaRPr/>
          </a:p>
          <a:p>
            <a:pPr marL="0" indent="0">
              <a:buNone/>
            </a:pPr>
            <a:r>
              <a:t>struct list {</a:t>
            </a:r>
          </a:p>
          <a:p>
            <a:pPr marL="0" indent="0">
              <a:buNone/>
            </a:pPr>
            <a:r>
              <a:t>        struct node *first;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단방향 리스트 관련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INSERT_FIRST(l, node):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리스트 l의 첫번째 노드 자리에 node를 추가한다</a:t>
            </a:r>
          </a:p>
          <a:p>
            <a:endParaRPr/>
          </a:p>
          <a:p>
            <a:r>
              <a:t>DELETE_FIRST(l):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리스트 l의 첫번째 노드를 삭제한다</a:t>
            </a:r>
          </a:p>
          <a:p>
            <a:endParaRPr/>
          </a:p>
          <a:p>
            <a:r>
              <a:t>RETRIEVE(l, k):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리스트 l에서 k번째 노드를 반환한다.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없으면 NULL을 반환한다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0969" y="260839"/>
            <a:ext cx="5531506" cy="610859"/>
          </a:xfrm>
        </p:spPr>
        <p:txBody>
          <a:bodyPr>
            <a:spAutoFit/>
          </a:bodyPr>
          <a:lstStyle/>
          <a:p>
            <a:r>
              <a:t>INSERT_FIRST(l,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 l의 첫번째 노드 자리에 node를 추가한다</a:t>
            </a:r>
          </a:p>
          <a:p>
            <a:endParaRPr/>
          </a:p>
          <a:p>
            <a:r>
              <a:t>조건: l과 node 존재</a:t>
            </a:r>
          </a:p>
          <a:p>
            <a:endParaRPr/>
          </a:p>
          <a:p>
            <a:r>
              <a:t>가정: node의 next는 비어있다</a:t>
            </a:r>
          </a:p>
          <a:p>
            <a:endParaRPr/>
          </a:p>
          <a:p>
            <a:r>
              <a:t>동작: node의 next에 l의 first 저장</a:t>
            </a:r>
            <a:br/>
            <a:r>
              <a:t>            l의 first에 node 저장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0969" y="260839"/>
            <a:ext cx="5531506" cy="610859"/>
          </a:xfrm>
        </p:spPr>
        <p:txBody>
          <a:bodyPr>
            <a:spAutoFit/>
          </a:bodyPr>
          <a:lstStyle/>
          <a:p>
            <a:r>
              <a:t>INSERT_FIRST(l,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insert_first(struct list *l, struct node 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(!l || !node) exit(1);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node-&gt;next = l-&gt;first;</a:t>
            </a:r>
          </a:p>
          <a:p>
            <a:pPr marL="0" indent="0">
              <a:buNone/>
            </a:pPr>
            <a:r>
              <a:t>        l-&gt;first =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200" y="260839"/>
            <a:ext cx="4404275" cy="610859"/>
          </a:xfrm>
        </p:spPr>
        <p:txBody>
          <a:bodyPr>
            <a:spAutoFit/>
          </a:bodyPr>
          <a:lstStyle/>
          <a:p>
            <a:r>
              <a:t>DELETE_FIRST(l)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 l의 첫번째 노드를 삭제한다</a:t>
            </a:r>
          </a:p>
          <a:p>
            <a:endParaRPr/>
          </a:p>
          <a:p>
            <a:r>
              <a:t>조건: l 존재, l의 first 존재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target에 l의 first 저장</a:t>
            </a:r>
            <a:br/>
            <a:r>
              <a:t>            l의 first에 l의 first의 next 저장</a:t>
            </a:r>
            <a:br/>
            <a:r>
              <a:t>            target 삭제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200" y="260839"/>
            <a:ext cx="4404275" cy="610859"/>
          </a:xfrm>
        </p:spPr>
        <p:txBody>
          <a:bodyPr>
            <a:spAutoFit/>
          </a:bodyPr>
          <a:lstStyle/>
          <a:p>
            <a:r>
              <a:t>DELETE_FIRST(l)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delete_first(struct list *l)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(!l || !l-&gt;first) exit(1);</a:t>
            </a:r>
          </a:p>
          <a:p>
            <a:endParaRPr/>
          </a:p>
          <a:p>
            <a:pPr marL="0" indent="0">
              <a:buNone/>
            </a:pPr>
            <a:r>
              <a:t>        struct node *target = l-&gt;first;</a:t>
            </a:r>
          </a:p>
          <a:p>
            <a:pPr marL="0" indent="0">
              <a:buNone/>
            </a:pPr>
            <a:r>
              <a:t>        l-&gt;first = l-&gt;first-&gt;next;</a:t>
            </a:r>
          </a:p>
          <a:p>
            <a:endParaRPr/>
          </a:p>
          <a:p>
            <a:pPr marL="0" indent="0">
              <a:buNone/>
            </a:pPr>
            <a:r>
              <a:t>        free(target);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562" y="260839"/>
            <a:ext cx="3924913" cy="610859"/>
          </a:xfrm>
        </p:spPr>
        <p:txBody>
          <a:bodyPr>
            <a:spAutoFit/>
          </a:bodyPr>
          <a:lstStyle/>
          <a:p>
            <a:r>
              <a:t>RETRIEVE(l,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링크드 리스트 l에서 k번째 노드를 반환한다. 없거나 에러 발생시 NULL을 반환한다.</a:t>
            </a:r>
          </a:p>
          <a:p>
            <a:endParaRPr/>
          </a:p>
          <a:p>
            <a:r>
              <a:t>조건: l 존재, k &gt; 0</a:t>
            </a:r>
          </a:p>
          <a:p>
            <a:pPr>
              <a:lnSpc>
                <a:spcPct val="150000"/>
              </a:lnSpc>
            </a:pPr>
            <a:r>
              <a:t>동작: result에 l-&gt;first 저장</a:t>
            </a:r>
            <a:br/>
            <a:r>
              <a:t>            반복: k - 1번</a:t>
            </a:r>
            <a:br/>
            <a:r>
              <a:t>                    만약: result가 NULL이면 반복 종료</a:t>
            </a:r>
            <a:br/>
            <a:r>
              <a:t>                    그외: result에 result의 next 저장</a:t>
            </a:r>
            <a:br/>
            <a:r>
              <a:t>            반환: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562" y="260839"/>
            <a:ext cx="3924913" cy="610859"/>
          </a:xfrm>
        </p:spPr>
        <p:txBody>
          <a:bodyPr>
            <a:spAutoFit/>
          </a:bodyPr>
          <a:lstStyle/>
          <a:p>
            <a:r>
              <a:t>RETRIEVE(l,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node *retrieve(struct list *l, int k)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(!l || k &lt; 1) return NULL;</a:t>
            </a:r>
          </a:p>
          <a:p>
            <a:pPr marL="0" indent="0">
              <a:buNone/>
            </a:pPr>
            <a:r>
              <a:t>        struct node *result = l-&gt;first;</a:t>
            </a:r>
          </a:p>
          <a:p>
            <a:pPr marL="0" indent="0">
              <a:buNone/>
            </a:pPr>
            <a:r>
              <a:t>        for (int i = 1; i &lt; k; ++i) {</a:t>
            </a:r>
          </a:p>
          <a:p>
            <a:pPr marL="0" indent="0">
              <a:buNone/>
            </a:pPr>
            <a:r>
              <a:t>                if (!result) break;</a:t>
            </a:r>
          </a:p>
          <a:p>
            <a:pPr marL="0" indent="0">
              <a:buNone/>
            </a:pPr>
            <a:r>
              <a:t>                result = result-&gt;next;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return result;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3" y="262442"/>
            <a:ext cx="5545292" cy="607653"/>
          </a:xfrm>
        </p:spPr>
        <p:txBody>
          <a:bodyPr>
            <a:spAutoFit/>
          </a:bodyPr>
          <a:lstStyle/>
          <a:p>
            <a:r>
              <a:t>예제: 다항식 저장하기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2x² + 3x를 저장하려면,</a:t>
            </a:r>
          </a:p>
          <a:p>
            <a:endParaRPr/>
          </a:p>
          <a:p>
            <a:r>
              <a:t>1. 항 노드를 만든다 (계수 3, 지수 1, 다음 없음)</a:t>
            </a:r>
          </a:p>
          <a:p>
            <a:endParaRPr/>
          </a:p>
          <a:p>
            <a:r>
              <a:t>2. 항 노드를 만든다 (계수 2, 지수 2, 다음 3x)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165" y="262442"/>
            <a:ext cx="2565310" cy="607653"/>
          </a:xfrm>
        </p:spPr>
        <p:txBody>
          <a:bodyPr>
            <a:spAutoFit/>
          </a:bodyPr>
          <a:lstStyle/>
          <a:p>
            <a:r>
              <a:t>항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coeff: 계수</a:t>
            </a:r>
          </a:p>
          <a:p>
            <a:endParaRPr/>
          </a:p>
          <a:p>
            <a:r>
              <a:t>exp: 지수</a:t>
            </a:r>
          </a:p>
          <a:p>
            <a:endParaRPr/>
          </a:p>
          <a:p>
            <a:r>
              <a:t>next: 다음 항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165" y="262442"/>
            <a:ext cx="2565310" cy="607653"/>
          </a:xfrm>
        </p:spPr>
        <p:txBody>
          <a:bodyPr>
            <a:spAutoFit/>
          </a:bodyPr>
          <a:lstStyle/>
          <a:p>
            <a:r>
              <a:t>항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TermNode {</a:t>
            </a:r>
          </a:p>
          <a:p>
            <a:pPr marL="0" indent="0">
              <a:buNone/>
            </a:pPr>
            <a:r>
              <a:t>        int coeff;              // 계수</a:t>
            </a:r>
          </a:p>
          <a:p>
            <a:pPr marL="0" indent="0">
              <a:buNone/>
            </a:pPr>
            <a:r>
              <a:t>        int exp;                // 지수</a:t>
            </a:r>
          </a:p>
          <a:p>
            <a:pPr marL="0" indent="0">
              <a:buNone/>
            </a:pPr>
            <a:r>
              <a:t>        struct TermNode *next;  // 다음 항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17" y="260839"/>
            <a:ext cx="8678458" cy="610859"/>
          </a:xfrm>
        </p:spPr>
        <p:txBody>
          <a:bodyPr>
            <a:spAutoFit/>
          </a:bodyPr>
          <a:lstStyle/>
          <a:p>
            <a:r>
              <a:t>TERM_CREATE(coeff</a:t>
            </a:r>
            <a:r>
              <a:rPr lang="en-US"/>
              <a:t>_val</a:t>
            </a:r>
            <a:r>
              <a:t>, exp</a:t>
            </a:r>
            <a:r>
              <a:rPr lang="en-US"/>
              <a:t>_val</a:t>
            </a:r>
            <a:r>
              <a:t>, nxt)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동작: 새로운 TermNode 메모리 할당</a:t>
            </a:r>
          </a:p>
          <a:p>
            <a:pPr marL="0" indent="0">
              <a:buNone/>
            </a:pPr>
            <a:r>
              <a:t>            node의 coeff에 </a:t>
            </a:r>
            <a:r>
              <a:rPr lang="en-US" altLang="ko-KR"/>
              <a:t>coeff_val</a:t>
            </a:r>
            <a:r>
              <a:t> 저장</a:t>
            </a:r>
          </a:p>
          <a:p>
            <a:pPr marL="0" indent="0">
              <a:buNone/>
            </a:pPr>
            <a:r>
              <a:t>            node의 exp에 </a:t>
            </a:r>
            <a:r>
              <a:rPr lang="en-US" altLang="ko-KR"/>
              <a:t>exp_val</a:t>
            </a:r>
            <a:r>
              <a:t> 저장</a:t>
            </a:r>
          </a:p>
          <a:p>
            <a:pPr marL="0" indent="0">
              <a:buNone/>
            </a:pPr>
            <a:r>
              <a:t>            node의 next에 </a:t>
            </a:r>
            <a:r>
              <a:rPr lang="en-US" altLang="ko-KR"/>
              <a:t>nxt</a:t>
            </a:r>
            <a:r>
              <a:t> 저장</a:t>
            </a:r>
          </a:p>
          <a:p>
            <a:endParaRPr/>
          </a:p>
          <a:p>
            <a:r>
              <a:t>반환: node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17" y="260839"/>
            <a:ext cx="8678458" cy="610859"/>
          </a:xfrm>
        </p:spPr>
        <p:txBody>
          <a:bodyPr>
            <a:spAutoFit/>
          </a:bodyPr>
          <a:lstStyle/>
          <a:p>
            <a:r>
              <a:t>TERM_CREATE(</a:t>
            </a:r>
            <a:r>
              <a:rPr lang="en-US"/>
              <a:t>coeff_val</a:t>
            </a:r>
            <a:r>
              <a:t>, </a:t>
            </a:r>
            <a:r>
              <a:rPr lang="en-US"/>
              <a:t>exp_val</a:t>
            </a:r>
            <a:r>
              <a:t>, nxt)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TermNode *term_create(int </a:t>
            </a:r>
            <a:r>
              <a:rPr lang="en-US" altLang="ko-KR"/>
              <a:t>coeff_val</a:t>
            </a:r>
            <a:r>
              <a:t>, int </a:t>
            </a:r>
            <a:r>
              <a:rPr lang="en-US" altLang="ko-KR"/>
              <a:t>exp_val</a:t>
            </a:r>
            <a:r>
              <a:t>, struct TermNode *</a:t>
            </a:r>
            <a:r>
              <a:rPr lang="en-US" altLang="ko-KR"/>
              <a:t>nxt</a:t>
            </a:r>
            <a:r>
              <a:t>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TermNode *node </a:t>
            </a:r>
            <a:endParaRPr lang="en-US"/>
          </a:p>
          <a:p>
            <a:pPr marL="0" indent="0">
              <a:buNone/>
            </a:pPr>
            <a:r>
              <a:rPr lang="en-US"/>
              <a:t>                </a:t>
            </a:r>
            <a:r>
              <a:t>= malloc(sizeof(struct TermNode));</a:t>
            </a:r>
          </a:p>
          <a:p>
            <a:pPr marL="0" indent="0">
              <a:buNone/>
            </a:pPr>
            <a:r>
              <a:t>        node-&gt;coeff = </a:t>
            </a:r>
            <a:r>
              <a:rPr lang="en-US" altLang="ko-KR"/>
              <a:t>coeff_val</a:t>
            </a:r>
            <a:r>
              <a:t>;</a:t>
            </a:r>
          </a:p>
          <a:p>
            <a:pPr marL="0" indent="0">
              <a:buNone/>
            </a:pPr>
            <a:r>
              <a:t>        node-&gt;exp = </a:t>
            </a:r>
            <a:r>
              <a:rPr lang="en-US" altLang="ko-KR"/>
              <a:t>exp_val</a:t>
            </a:r>
            <a:r>
              <a:t>;</a:t>
            </a:r>
          </a:p>
          <a:p>
            <a:pPr marL="0" indent="0">
              <a:buNone/>
            </a:pPr>
            <a:r>
              <a:t>        node-&gt;next = nxt;</a:t>
            </a:r>
          </a:p>
          <a:p>
            <a:pPr marL="0" indent="0">
              <a:buNone/>
            </a:pPr>
            <a:r>
              <a:t>        return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978" y="260839"/>
            <a:ext cx="8264497" cy="610859"/>
          </a:xfrm>
        </p:spPr>
        <p:txBody>
          <a:bodyPr>
            <a:spAutoFit/>
          </a:bodyPr>
          <a:lstStyle/>
          <a:p>
            <a:r>
              <a:t>INSERT_TAIL(tail, </a:t>
            </a:r>
            <a:r>
              <a:rPr lang="en-US"/>
              <a:t>coeff_val</a:t>
            </a:r>
            <a:r>
              <a:t>, </a:t>
            </a:r>
            <a:r>
              <a:rPr lang="en-US"/>
              <a:t>exp_val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tail의 다음 노드를 새로운 항 노드로 만든다</a:t>
            </a:r>
          </a:p>
          <a:p>
            <a:endParaRPr/>
          </a:p>
          <a:p>
            <a:r>
              <a:t>조건: tail 존재</a:t>
            </a:r>
          </a:p>
          <a:p>
            <a:endParaRPr/>
          </a:p>
          <a:p>
            <a:r>
              <a:t>가정: tail의 next는 비어있다</a:t>
            </a:r>
          </a:p>
          <a:p>
            <a:endParaRPr/>
          </a:p>
          <a:p>
            <a:r>
              <a:t>동작: tail의 next에 TERM_CREATE(</a:t>
            </a:r>
            <a:r>
              <a:rPr lang="en-US"/>
              <a:t>coeff_val</a:t>
            </a:r>
            <a:r>
              <a:t>, </a:t>
            </a:r>
            <a:r>
              <a:rPr lang="en-US"/>
              <a:t>exp_val</a:t>
            </a:r>
            <a:r>
              <a:t>, NULL) 저장</a:t>
            </a:r>
          </a:p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978" y="260839"/>
            <a:ext cx="8264497" cy="610859"/>
          </a:xfrm>
        </p:spPr>
        <p:txBody>
          <a:bodyPr>
            <a:spAutoFit/>
          </a:bodyPr>
          <a:lstStyle/>
          <a:p>
            <a:r>
              <a:t>INSERT_TAIL(tail, </a:t>
            </a:r>
            <a:r>
              <a:rPr lang="en-US"/>
              <a:t>coeff_val</a:t>
            </a:r>
            <a:r>
              <a:t>, </a:t>
            </a:r>
            <a:r>
              <a:rPr lang="en-US"/>
              <a:t>exp_val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insert_tail(struct TermNode *tail, int </a:t>
            </a:r>
            <a:r>
              <a:rPr lang="en-US"/>
              <a:t>coeff_val</a:t>
            </a:r>
            <a:r>
              <a:t>, int </a:t>
            </a:r>
            <a:r>
              <a:rPr lang="en-US"/>
              <a:t>exp_val</a:t>
            </a:r>
            <a:r>
              <a:t>) {</a:t>
            </a:r>
          </a:p>
          <a:p>
            <a:pPr marL="0" indent="0">
              <a:buNone/>
            </a:pPr>
            <a:r>
              <a:t>        tail-&gt;next = term_create(</a:t>
            </a:r>
            <a:r>
              <a:rPr lang="en-US"/>
              <a:t>coeff_val</a:t>
            </a:r>
            <a:r>
              <a:t>, </a:t>
            </a:r>
            <a:r>
              <a:rPr lang="en-US"/>
              <a:t>exp_val</a:t>
            </a:r>
            <a:r>
              <a:t>, NULL);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X, Y는 (exp 내림차순, 동차 지수 없음) 리스트로 가정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새로운 리스트 dummy 생성 (coeff 0, exp 0, </a:t>
            </a:r>
            <a:br>
              <a:rPr lang="en-US"/>
            </a:br>
            <a:r>
              <a:rPr lang="en-US"/>
              <a:t>                                                                         </a:t>
            </a:r>
            <a:r>
              <a:t>next NULL)</a:t>
            </a:r>
            <a:br/>
            <a:r>
              <a:t>            tail에 dummy 저장</a:t>
            </a:r>
            <a:br/>
            <a:r>
              <a:t>            반복: X와 Y가 모두 NULL이 아닐 때까지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TermNode *add(struct TermNode *X, struct </a:t>
            </a:r>
            <a:br>
              <a:rPr lang="en-US"/>
            </a:br>
            <a:r>
              <a:t>TermNode *Y)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TermNode dummy;</a:t>
            </a:r>
          </a:p>
          <a:p>
            <a:pPr marL="0" indent="0">
              <a:buNone/>
            </a:pPr>
            <a:r>
              <a:t>        struct TermNode *tail = &amp;dummy;</a:t>
            </a:r>
          </a:p>
          <a:p>
            <a:pPr marL="0" indent="0">
              <a:buNone/>
            </a:pPr>
            <a:r>
              <a:t>        dummy.coeff = 0;</a:t>
            </a:r>
          </a:p>
          <a:p>
            <a:pPr marL="0" indent="0">
              <a:buNone/>
            </a:pPr>
            <a:r>
              <a:t>        dummy.exp = 0;</a:t>
            </a:r>
          </a:p>
          <a:p>
            <a:pPr marL="0" indent="0">
              <a:buNone/>
            </a:pPr>
            <a:r>
              <a:t>        dummy.next = NULL;</a:t>
            </a:r>
          </a:p>
          <a:p>
            <a:pPr marL="0" indent="0">
              <a:buNone/>
            </a:pPr>
            <a:r>
              <a:t>        while (X != NULL &amp;&amp; Y != NULL) {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&gt; Y.exp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INSERT_TAIL(tail, X.coeff, X.exp)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X에 X.next를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tail에 tail.next를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    if (X-&gt;exp &gt; Y-&gt;exp) {</a:t>
            </a:r>
          </a:p>
          <a:p>
            <a:pPr marL="0" indent="0">
              <a:buNone/>
            </a:pPr>
            <a:r>
              <a:t>                        insert_tail(tail, X-&gt;coeff, X-&gt;exp);</a:t>
            </a:r>
          </a:p>
          <a:p>
            <a:pPr marL="0" indent="0">
              <a:buNone/>
            </a:pPr>
            <a:r>
              <a:t>                        X = X-&gt;next;</a:t>
            </a:r>
          </a:p>
          <a:p>
            <a:pPr marL="0" indent="0">
              <a:buNone/>
            </a:pPr>
            <a:r>
              <a:t>                        tail = tail-&gt;next;</a:t>
            </a:r>
          </a:p>
          <a:p>
            <a:pPr marL="0" indent="0">
              <a:buNone/>
            </a:pPr>
            <a:r>
              <a:t>                        continue;</a:t>
            </a:r>
          </a:p>
          <a:p>
            <a:pPr marL="0" indent="0">
              <a:buNone/>
            </a:pPr>
            <a:r>
              <a:t>               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&lt; Y.exp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INSERT_TAIL(tail, Y.coeff, Y.exp)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Y에 Y.next를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tail에 tail.next를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    if (X-&gt;exp &lt; Y-&gt;exp) {</a:t>
            </a:r>
          </a:p>
          <a:p>
            <a:pPr marL="0" indent="0">
              <a:buNone/>
            </a:pPr>
            <a:r>
              <a:t>                        insert_tail(tail, Y-&gt;coeff, Y-&gt;exp);</a:t>
            </a:r>
          </a:p>
          <a:p>
            <a:pPr marL="0" indent="0">
              <a:buNone/>
            </a:pPr>
            <a:r>
              <a:t>                        Y = Y-&gt;next;</a:t>
            </a:r>
          </a:p>
          <a:p>
            <a:pPr marL="0" indent="0">
              <a:buNone/>
            </a:pPr>
            <a:r>
              <a:t>                        tail = tail-&gt;next;</a:t>
            </a:r>
          </a:p>
          <a:p>
            <a:pPr marL="0" indent="0">
              <a:buNone/>
            </a:pPr>
            <a:r>
              <a:t>                        continue;</a:t>
            </a:r>
          </a:p>
          <a:p>
            <a:pPr marL="0" indent="0">
              <a:buNone/>
            </a:pPr>
            <a:r>
              <a:t>               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sum</a:t>
            </a:r>
            <a:r>
              <a:rPr lang="ko-KR" altLang="en-US"/>
              <a:t>에</a:t>
            </a:r>
            <a:r>
              <a:t> X.coeff + Y.coeff</a:t>
            </a:r>
            <a:r>
              <a:rPr lang="en-US"/>
              <a:t> </a:t>
            </a:r>
            <a:r>
              <a:rPr lang="ko-KR" altLang="en-US"/>
              <a:t>저장</a:t>
            </a:r>
            <a:endParaRPr/>
          </a:p>
          <a:p>
            <a:pPr>
              <a:lnSpc>
                <a:spcPct val="150000"/>
              </a:lnSpc>
            </a:pPr>
            <a:r>
              <a:t>        만약: sum != 0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INSERT_TAIL(tail, sum, Y.exp)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tail에 tail.next 저장</a:t>
            </a:r>
          </a:p>
          <a:p>
            <a:pPr>
              <a:lnSpc>
                <a:spcPct val="150000"/>
              </a:lnSpc>
            </a:pPr>
            <a:r>
              <a:t>        X에 X.next 저장</a:t>
            </a:r>
          </a:p>
          <a:p>
            <a:pPr>
              <a:lnSpc>
                <a:spcPct val="150000"/>
              </a:lnSpc>
            </a:pPr>
            <a:r>
              <a:t>        Y에 Y.next 저장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    int sum = X-&gt;coeff + Y-&gt;coeff;</a:t>
            </a:r>
          </a:p>
          <a:p>
            <a:pPr marL="0" indent="0">
              <a:buNone/>
            </a:pPr>
            <a:r>
              <a:t>                if (sum != 0) {</a:t>
            </a:r>
          </a:p>
          <a:p>
            <a:pPr marL="0" indent="0">
              <a:buNone/>
            </a:pPr>
            <a:r>
              <a:t>                        insert_tail(tail, sum, Y-&gt;exp);</a:t>
            </a:r>
          </a:p>
          <a:p>
            <a:pPr marL="0" indent="0">
              <a:buNone/>
            </a:pPr>
            <a:r>
              <a:t>                        tail = tail-&gt;next;</a:t>
            </a:r>
          </a:p>
          <a:p>
            <a:pPr marL="0" indent="0">
              <a:buNone/>
            </a:pPr>
            <a:r>
              <a:t>                }</a:t>
            </a:r>
          </a:p>
          <a:p>
            <a:pPr marL="0" indent="0">
              <a:buNone/>
            </a:pPr>
            <a:r>
              <a:t>                X = X-&gt;next;</a:t>
            </a:r>
          </a:p>
          <a:p>
            <a:pPr marL="0" indent="0">
              <a:buNone/>
            </a:pPr>
            <a:r>
              <a:t>                Y = Y-&gt;next;</a:t>
            </a:r>
            <a:endParaRPr lang="en-US"/>
          </a:p>
          <a:p>
            <a:pPr marL="0" indent="0">
              <a:buNone/>
            </a:pPr>
            <a:r>
              <a:t>       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X != NULL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tail.next에 X 저장</a:t>
            </a:r>
          </a:p>
          <a:p>
            <a:pPr>
              <a:lnSpc>
                <a:spcPct val="150000"/>
              </a:lnSpc>
            </a:pPr>
            <a:r>
              <a:t>그외: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tail.next에 Y 저장</a:t>
            </a:r>
          </a:p>
          <a:p>
            <a:pPr>
              <a:lnSpc>
                <a:spcPct val="150000"/>
              </a:lnSpc>
            </a:pPr>
            <a:r>
              <a:t>반환: dummy.next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if (X != NULL) {</a:t>
            </a:r>
          </a:p>
          <a:p>
            <a:pPr marL="0" indent="0">
              <a:buNone/>
            </a:pPr>
            <a:r>
              <a:t>                tail-&gt;next = X;</a:t>
            </a:r>
          </a:p>
          <a:p>
            <a:pPr marL="0" indent="0">
              <a:buNone/>
            </a:pPr>
            <a:r>
              <a:t>        } else {</a:t>
            </a:r>
          </a:p>
          <a:p>
            <a:pPr marL="0" indent="0">
              <a:buNone/>
            </a:pPr>
            <a:r>
              <a:t>                tail-&gt;next = Y;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return dummy.next;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양방향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정보, 이전 데이터 정보의 묶음</a:t>
            </a:r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  <a:p>
            <a:r>
              <a:t>prev: 이전 노드 정보</a:t>
            </a:r>
          </a:p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양방향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dnode {</a:t>
            </a:r>
          </a:p>
          <a:p>
            <a:pPr marL="0" indent="0">
              <a:buNone/>
            </a:pPr>
            <a:r>
              <a:t>    </a:t>
            </a:r>
            <a:r>
              <a:rPr lang="en-US"/>
              <a:t> </a:t>
            </a:r>
            <a:r>
              <a:t>   struct dnode *next;</a:t>
            </a:r>
          </a:p>
          <a:p>
            <a:pPr marL="0" indent="0">
              <a:buNone/>
            </a:pPr>
            <a:r>
              <a:t>        struct dnode *prev;</a:t>
            </a:r>
          </a:p>
          <a:p>
            <a:pPr marL="0" indent="0">
              <a:buNone/>
            </a:pPr>
            <a:r>
              <a:t>        int val;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324" y="260839"/>
            <a:ext cx="7887151" cy="610859"/>
          </a:xfrm>
        </p:spPr>
        <p:txBody>
          <a:bodyPr>
            <a:spAutoFit/>
          </a:bodyPr>
          <a:lstStyle/>
          <a:p>
            <a:r>
              <a:t>DNODE_CREATE(value, prev, n</a:t>
            </a:r>
            <a:r>
              <a:rPr lang="en-US"/>
              <a:t>e</a:t>
            </a:r>
            <a:r>
              <a:t>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dnode *dnode_create(int value, struct dnode </a:t>
            </a:r>
            <a:br>
              <a:rPr lang="en-US"/>
            </a:br>
            <a:r>
              <a:t>*prev, struct dnode *next)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dnode *node = malloc(sizeof(struct dnode));</a:t>
            </a:r>
          </a:p>
          <a:p>
            <a:pPr marL="0" indent="0">
              <a:buNone/>
            </a:pPr>
            <a:r>
              <a:t>        if (!node) exit(1);</a:t>
            </a:r>
          </a:p>
          <a:p>
            <a:pPr marL="0" indent="0">
              <a:buNone/>
            </a:pPr>
            <a:r>
              <a:t>        node-&gt;val = value;</a:t>
            </a:r>
          </a:p>
          <a:p>
            <a:pPr marL="0" indent="0">
              <a:buNone/>
            </a:pPr>
            <a:r>
              <a:t>        node-&gt;next = next;</a:t>
            </a:r>
          </a:p>
          <a:p>
            <a:pPr marL="0" indent="0">
              <a:buNone/>
            </a:pPr>
            <a:r>
              <a:t>        node-&gt;prev = prev;</a:t>
            </a:r>
          </a:p>
          <a:p>
            <a:pPr marL="0" indent="0">
              <a:buNone/>
            </a:pPr>
            <a:r>
              <a:t>        return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양방향 노드 관련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DNODE_BETWEEN(prev, next, node):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prev와 next 사이에 node를 추가한다</a:t>
            </a:r>
          </a:p>
          <a:p>
            <a:endParaRPr/>
          </a:p>
          <a:p>
            <a:r>
              <a:t>DNODE_DELETE(node):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node를 삭제한다</a:t>
            </a:r>
          </a:p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290" y="260839"/>
            <a:ext cx="8242185" cy="610859"/>
          </a:xfrm>
        </p:spPr>
        <p:txBody>
          <a:bodyPr>
            <a:spAutoFit/>
          </a:bodyPr>
          <a:lstStyle/>
          <a:p>
            <a:r>
              <a:t>DNODE_BETWEEN(prev, </a:t>
            </a:r>
            <a:r>
              <a:rPr lang="en-US"/>
              <a:t>next</a:t>
            </a:r>
            <a:r>
              <a:t>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prev와 </a:t>
            </a:r>
            <a:r>
              <a:rPr lang="en-US"/>
              <a:t>next</a:t>
            </a:r>
            <a:r>
              <a:t> 사이에 node를 추가한다</a:t>
            </a:r>
          </a:p>
          <a:p>
            <a:endParaRPr/>
          </a:p>
          <a:p>
            <a:r>
              <a:t>조건: node 존재</a:t>
            </a:r>
          </a:p>
          <a:p>
            <a:endParaRPr/>
          </a:p>
          <a:p>
            <a:r>
              <a:t>가정: node의 next와 prev는 비어있다</a:t>
            </a:r>
          </a:p>
          <a:p>
            <a:pPr>
              <a:lnSpc>
                <a:spcPct val="150000"/>
              </a:lnSpc>
            </a:pPr>
            <a:r>
              <a:t>동작: node의 next에 </a:t>
            </a:r>
            <a:r>
              <a:rPr lang="en-US"/>
              <a:t>next</a:t>
            </a:r>
            <a:r>
              <a:t> 저장</a:t>
            </a:r>
            <a:br/>
            <a:r>
              <a:t>            node의 prev에 prev 저장</a:t>
            </a:r>
            <a:br/>
            <a:r>
              <a:t>            </a:t>
            </a:r>
            <a:r>
              <a:rPr lang="en-US"/>
              <a:t>next</a:t>
            </a:r>
            <a:r>
              <a:t>의 prev에 node 저장</a:t>
            </a:r>
            <a:br/>
            <a:r>
              <a:t>            prev의 next에 node 저장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7084" y="260839"/>
            <a:ext cx="9189559" cy="610859"/>
          </a:xfrm>
        </p:spPr>
        <p:txBody>
          <a:bodyPr>
            <a:spAutoFit/>
          </a:bodyPr>
          <a:lstStyle/>
          <a:p>
            <a:r>
              <a:t>DNODE_BETWEEN(prev, </a:t>
            </a:r>
            <a:r>
              <a:rPr lang="en-US"/>
              <a:t>next</a:t>
            </a:r>
            <a:r>
              <a:t>, node)</a:t>
            </a:r>
            <a:r>
              <a:rPr lang="en-US"/>
              <a:t>  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dnode_between(struct dnode *prev, struct </a:t>
            </a:r>
            <a:br>
              <a:rPr lang="en-US"/>
            </a:br>
            <a:r>
              <a:t>dnode *next, struct dnode 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(!node) exit(1);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node-&gt;next = next;</a:t>
            </a:r>
          </a:p>
          <a:p>
            <a:pPr marL="0" indent="0">
              <a:buNone/>
            </a:pPr>
            <a:r>
              <a:t>        node-&gt;prev = prev;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1131A-777C-D18A-C2FF-B0A81F6B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68C8-21ED-BC31-968E-75076E17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084" y="260839"/>
            <a:ext cx="9189559" cy="610859"/>
          </a:xfrm>
        </p:spPr>
        <p:txBody>
          <a:bodyPr>
            <a:spAutoFit/>
          </a:bodyPr>
          <a:lstStyle/>
          <a:p>
            <a:r>
              <a:t>DNODE_BETWEEN(prev, </a:t>
            </a:r>
            <a:r>
              <a:rPr lang="en-US"/>
              <a:t>next</a:t>
            </a:r>
            <a:r>
              <a:t>, node)</a:t>
            </a:r>
            <a:r>
              <a:rPr lang="en-US"/>
              <a:t>  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20824-C8C8-651D-22A5-C7B337EA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if (next)</a:t>
            </a:r>
          </a:p>
          <a:p>
            <a:pPr marL="0" indent="0">
              <a:buNone/>
            </a:pPr>
            <a:r>
              <a:t>                next-&gt;prev = node;</a:t>
            </a:r>
          </a:p>
          <a:p>
            <a:pPr marL="0" indent="0">
              <a:buNone/>
            </a:pPr>
            <a:r>
              <a:t>        if (prev)</a:t>
            </a:r>
          </a:p>
          <a:p>
            <a:pPr marL="0" indent="0">
              <a:buNone/>
            </a:pPr>
            <a:r>
              <a:t>                prev-&gt;next =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2407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988" y="260839"/>
            <a:ext cx="5649487" cy="610859"/>
          </a:xfrm>
        </p:spPr>
        <p:txBody>
          <a:bodyPr>
            <a:spAutoFit/>
          </a:bodyPr>
          <a:lstStyle/>
          <a:p>
            <a:r>
              <a:t>DNODE_DELETE(node)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node를 삭제한다</a:t>
            </a:r>
          </a:p>
          <a:p>
            <a:endParaRPr/>
          </a:p>
          <a:p>
            <a:r>
              <a:t>조건: node 존재</a:t>
            </a:r>
          </a:p>
          <a:p>
            <a:pPr>
              <a:lnSpc>
                <a:spcPct val="150000"/>
              </a:lnSpc>
            </a:pPr>
            <a:r>
              <a:t>동작: </a:t>
            </a:r>
            <a:r>
              <a:rPr lang="ko-KR" altLang="en-US"/>
              <a:t>만약 </a:t>
            </a:r>
            <a:r>
              <a:t>node의 prev가 존재하면 </a:t>
            </a:r>
            <a:br>
              <a:rPr lang="en-US"/>
            </a:br>
            <a:r>
              <a:rPr lang="en-US"/>
              <a:t>                    </a:t>
            </a:r>
            <a:r>
              <a:t>node의 prev의 next에 node의 next 저장</a:t>
            </a:r>
            <a:br/>
            <a:r>
              <a:t>            </a:t>
            </a:r>
            <a:r>
              <a:rPr lang="ko-KR" altLang="en-US"/>
              <a:t>만약 </a:t>
            </a:r>
            <a:r>
              <a:t>node의 next가 존재하면 </a:t>
            </a:r>
            <a:br>
              <a:rPr lang="en-US"/>
            </a:br>
            <a:r>
              <a:rPr lang="en-US"/>
              <a:t>                    </a:t>
            </a:r>
            <a:r>
              <a:t>node의 next의 prev에 node의 prev 저장</a:t>
            </a:r>
            <a:br/>
            <a:r>
              <a:t>            node 삭제</a:t>
            </a:r>
          </a:p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988" y="260839"/>
            <a:ext cx="5649487" cy="610859"/>
          </a:xfrm>
        </p:spPr>
        <p:txBody>
          <a:bodyPr>
            <a:spAutoFit/>
          </a:bodyPr>
          <a:lstStyle/>
          <a:p>
            <a:r>
              <a:t>DNODE_DELETE(node)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dnode_delete(struct dnode 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(!node) exit(1);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if (node-&gt;prev)</a:t>
            </a:r>
          </a:p>
          <a:p>
            <a:pPr marL="0" indent="0">
              <a:buNone/>
            </a:pPr>
            <a:r>
              <a:t>                node-&gt;prev-&gt;next = node-&gt;next;</a:t>
            </a:r>
          </a:p>
          <a:p>
            <a:pPr marL="0" indent="0">
              <a:buNone/>
            </a:pPr>
            <a:r>
              <a:t>        if (node-&gt;next)</a:t>
            </a:r>
          </a:p>
          <a:p>
            <a:pPr marL="0" indent="0">
              <a:buNone/>
            </a:pPr>
            <a:r>
              <a:t>                node-&gt;next-&gt;prev = node-&gt;prev;</a:t>
            </a:r>
          </a:p>
          <a:p>
            <a:pPr marL="0" indent="0">
              <a:buNone/>
            </a:pPr>
            <a:r>
              <a:t>        free(node);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양방향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첫번째 노드로부터 순방향으로 모든 노드 방문 가능</a:t>
            </a:r>
          </a:p>
          <a:p>
            <a:r>
              <a:t>마지막 노드로부터 역방향으로 모든 노드 방문 가능</a:t>
            </a:r>
          </a:p>
          <a:p>
            <a:r>
              <a:t>노드 개수 저장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first: 첫번째 노드 정보</a:t>
            </a:r>
          </a:p>
          <a:p>
            <a:pPr>
              <a:lnSpc>
                <a:spcPct val="150000"/>
              </a:lnSpc>
            </a:pPr>
            <a:r>
              <a:t>last: 마지막 노드 정보</a:t>
            </a:r>
          </a:p>
          <a:p>
            <a:pPr>
              <a:lnSpc>
                <a:spcPct val="150000"/>
              </a:lnSpc>
            </a:pPr>
            <a:r>
              <a:t>size: 노드 개수</a:t>
            </a:r>
          </a:p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양방향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dlist {</a:t>
            </a:r>
          </a:p>
          <a:p>
            <a:pPr marL="0" indent="0">
              <a:buNone/>
            </a:pPr>
            <a:r>
              <a:t>        struct dnode *first;</a:t>
            </a:r>
          </a:p>
          <a:p>
            <a:pPr marL="0" indent="0">
              <a:buNone/>
            </a:pPr>
            <a:r>
              <a:t>        struct dnode *last;</a:t>
            </a:r>
          </a:p>
          <a:p>
            <a:pPr marL="0" indent="0">
              <a:buNone/>
            </a:pPr>
            <a:r>
              <a:t>        int size;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7766" y="260839"/>
            <a:ext cx="4354709" cy="610859"/>
          </a:xfrm>
        </p:spPr>
        <p:txBody>
          <a:bodyPr>
            <a:spAutoFit/>
          </a:bodyPr>
          <a:lstStyle/>
          <a:p>
            <a:r>
              <a:t>DLIST_CREATE()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양방향 링크드 리스트를 생성한다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새로운 dlist 메모리 할당</a:t>
            </a:r>
            <a:br/>
            <a:r>
              <a:t>            first와 last를 NULL로 초기화</a:t>
            </a:r>
            <a:br/>
            <a:r>
              <a:t>            size를 0으로 초기화</a:t>
            </a:r>
            <a:br/>
            <a:r>
              <a:t>            새로 생성한 리스트 반환</a:t>
            </a:r>
          </a:p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7766" y="260839"/>
            <a:ext cx="4354709" cy="610859"/>
          </a:xfrm>
        </p:spPr>
        <p:txBody>
          <a:bodyPr>
            <a:spAutoFit/>
          </a:bodyPr>
          <a:lstStyle/>
          <a:p>
            <a:r>
              <a:t>DLIST_CREATE()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dlist *dlist_create() {</a:t>
            </a:r>
          </a:p>
          <a:p>
            <a:pPr marL="0" indent="0">
              <a:buNone/>
            </a:pPr>
            <a:r>
              <a:t>        struct dlist *new_list = malloc(sizeof(struct dlist));</a:t>
            </a:r>
          </a:p>
          <a:p>
            <a:pPr marL="0" indent="0">
              <a:buNone/>
            </a:pPr>
            <a:r>
              <a:t>        new_list-&gt;first = NULL;</a:t>
            </a:r>
          </a:p>
          <a:p>
            <a:pPr marL="0" indent="0">
              <a:buNone/>
            </a:pPr>
            <a:r>
              <a:t>        new_list-&gt;last = NULL;</a:t>
            </a:r>
          </a:p>
          <a:p>
            <a:pPr marL="0" indent="0">
              <a:buNone/>
            </a:pPr>
            <a:r>
              <a:t>        new_list-&gt;size = 0;</a:t>
            </a:r>
          </a:p>
          <a:p>
            <a:pPr marL="0" indent="0">
              <a:buNone/>
            </a:pPr>
            <a:r>
              <a:t>        return new_list;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12" y="262442"/>
            <a:ext cx="7451263" cy="607653"/>
          </a:xfrm>
        </p:spPr>
        <p:txBody>
          <a:bodyPr>
            <a:spAutoFit/>
          </a:bodyPr>
          <a:lstStyle/>
          <a:p>
            <a:r>
              <a:t>양방향 링크드 리스트 관련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DLIST_INSERT_FIRST(l, node): </a:t>
            </a:r>
            <a:endParaRPr lang="en-US"/>
          </a:p>
          <a:p>
            <a:pPr marL="0" indent="0">
              <a:buNone/>
            </a:pPr>
            <a:r>
              <a:rPr lang="en-US" altLang="ko-KR"/>
              <a:t>                    </a:t>
            </a:r>
            <a:r>
              <a:t>리스트 l의 첫번째 자리에 node를 추가한다</a:t>
            </a:r>
          </a:p>
          <a:p>
            <a:endParaRPr/>
          </a:p>
          <a:p>
            <a:r>
              <a:t>DLIST_INSERT_BEFORE(l, </a:t>
            </a:r>
            <a:r>
              <a:rPr lang="en-US"/>
              <a:t>next</a:t>
            </a:r>
            <a:r>
              <a:t>, node): </a:t>
            </a:r>
            <a:endParaRPr lang="en-US"/>
          </a:p>
          <a:p>
            <a:pPr marL="0" indent="0">
              <a:buNone/>
            </a:pPr>
            <a:r>
              <a:rPr lang="en-US" altLang="ko-KR"/>
              <a:t>                    </a:t>
            </a:r>
            <a:r>
              <a:t>리스트 l의 </a:t>
            </a:r>
            <a:r>
              <a:rPr lang="en-US"/>
              <a:t>next</a:t>
            </a:r>
            <a:r>
              <a:t> 앞에 node를 추가한다</a:t>
            </a:r>
          </a:p>
          <a:p>
            <a:endParaRPr/>
          </a:p>
          <a:p>
            <a:r>
              <a:t>DLIST_DELETE(l, node): </a:t>
            </a:r>
            <a:endParaRPr lang="en-US"/>
          </a:p>
          <a:p>
            <a:pPr marL="0" indent="0">
              <a:buNone/>
            </a:pPr>
            <a:r>
              <a:rPr lang="en-US" altLang="ko-KR"/>
              <a:t>                    </a:t>
            </a:r>
            <a:r>
              <a:t>리스트 l의 노드를 삭제한다</a:t>
            </a:r>
          </a:p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095" y="260839"/>
            <a:ext cx="6894380" cy="610859"/>
          </a:xfrm>
        </p:spPr>
        <p:txBody>
          <a:bodyPr>
            <a:spAutoFit/>
          </a:bodyPr>
          <a:lstStyle/>
          <a:p>
            <a:r>
              <a:t>DLIST_INSERT_FIRST(l,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양방향 리스트 l의 첫번째 자리에 node를 추가한다</a:t>
            </a:r>
          </a:p>
          <a:p>
            <a:r>
              <a:t>조건: l과 node 존재</a:t>
            </a:r>
          </a:p>
          <a:p>
            <a:r>
              <a:t>가정: node의 next와 prev는 비어있다</a:t>
            </a:r>
          </a:p>
          <a:p>
            <a:pPr>
              <a:lnSpc>
                <a:spcPct val="150000"/>
              </a:lnSpc>
            </a:pPr>
            <a:r>
              <a:t>동작: DNODE_BETWEEN(NULL, l의 first, node)</a:t>
            </a:r>
            <a:br/>
            <a:r>
              <a:t>    l의 first에 node 저장</a:t>
            </a:r>
            <a:br/>
            <a:r>
              <a:t>    만약: l의 last가 NULL이면</a:t>
            </a:r>
            <a:br/>
            <a:r>
              <a:t>            l의 last에 node 저장</a:t>
            </a:r>
            <a:br/>
            <a:r>
              <a:t>    l의 size 1 증가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095" y="260839"/>
            <a:ext cx="6894380" cy="610859"/>
          </a:xfrm>
        </p:spPr>
        <p:txBody>
          <a:bodyPr>
            <a:spAutoFit/>
          </a:bodyPr>
          <a:lstStyle/>
          <a:p>
            <a:r>
              <a:t>DLIST_INSERT_FIRST(l,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dlist_insert_first(struct dlist *l, struct dnode </a:t>
            </a:r>
            <a:br>
              <a:rPr lang="en-US"/>
            </a:br>
            <a:r>
              <a:t>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(!l || !node) exit(1);</a:t>
            </a:r>
          </a:p>
          <a:p>
            <a:pPr marL="0" indent="0">
              <a:buNone/>
            </a:pPr>
            <a:r>
              <a:t>        dnode_between(NULL, l-&gt;first, node);</a:t>
            </a:r>
          </a:p>
          <a:p>
            <a:pPr marL="0" indent="0">
              <a:buNone/>
            </a:pPr>
            <a:r>
              <a:t>        l-&gt;first = node;</a:t>
            </a:r>
          </a:p>
          <a:p>
            <a:pPr marL="0" indent="0">
              <a:buNone/>
            </a:pPr>
            <a:r>
              <a:t>        if (!l-&gt;last)</a:t>
            </a:r>
          </a:p>
          <a:p>
            <a:pPr marL="0" indent="0">
              <a:buNone/>
            </a:pPr>
            <a:r>
              <a:t>                l-&gt;last = node;</a:t>
            </a:r>
          </a:p>
          <a:p>
            <a:pPr marL="0" indent="0">
              <a:buNone/>
            </a:pPr>
            <a:r>
              <a:t>        l-&gt;size++;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103" y="260839"/>
            <a:ext cx="8457372" cy="610859"/>
          </a:xfrm>
        </p:spPr>
        <p:txBody>
          <a:bodyPr>
            <a:spAutoFit/>
          </a:bodyPr>
          <a:lstStyle/>
          <a:p>
            <a:r>
              <a:t>DLIST_INSERT_BEFORE(l, </a:t>
            </a:r>
            <a:r>
              <a:rPr lang="en-US"/>
              <a:t>next</a:t>
            </a:r>
            <a:r>
              <a:t>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l의 </a:t>
            </a:r>
            <a:r>
              <a:rPr lang="en-US"/>
              <a:t>next</a:t>
            </a:r>
            <a:r>
              <a:t> 앞에 node를 추가한다</a:t>
            </a:r>
          </a:p>
          <a:p>
            <a:r>
              <a:t>조건: l, </a:t>
            </a:r>
            <a:r>
              <a:rPr lang="en-US"/>
              <a:t>next</a:t>
            </a:r>
            <a:r>
              <a:t>, node 존재</a:t>
            </a:r>
          </a:p>
          <a:p>
            <a:r>
              <a:t>가정: node의 next와 prev는 비어있다</a:t>
            </a:r>
          </a:p>
          <a:p>
            <a:pPr>
              <a:lnSpc>
                <a:spcPct val="150000"/>
              </a:lnSpc>
            </a:pPr>
            <a:r>
              <a:t>동작: 만약: </a:t>
            </a:r>
            <a:r>
              <a:rPr lang="en-US"/>
              <a:t>next</a:t>
            </a:r>
            <a:r>
              <a:t>가 l의 first이면</a:t>
            </a:r>
            <a:br/>
            <a:r>
              <a:t>            DLIST_INSERT_FIRST(l, node)</a:t>
            </a:r>
            <a:br>
              <a:rPr/>
            </a:br>
            <a:r>
              <a:t>그외:</a:t>
            </a:r>
            <a:br/>
            <a:r>
              <a:t>            DNODE_BETWEEN(</a:t>
            </a:r>
            <a:r>
              <a:rPr lang="en-US"/>
              <a:t>next</a:t>
            </a:r>
            <a:r>
              <a:t>의 prev, </a:t>
            </a:r>
            <a:r>
              <a:rPr lang="en-US"/>
              <a:t>next</a:t>
            </a:r>
            <a:r>
              <a:t>, node)</a:t>
            </a:r>
            <a:br/>
            <a:r>
              <a:t>            l의 size 1 증가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92271" y="260839"/>
            <a:ext cx="9404746" cy="610859"/>
          </a:xfrm>
        </p:spPr>
        <p:txBody>
          <a:bodyPr>
            <a:spAutoFit/>
          </a:bodyPr>
          <a:lstStyle/>
          <a:p>
            <a:r>
              <a:t>DLIST_INSERT_BEFORE(l, </a:t>
            </a:r>
            <a:r>
              <a:rPr lang="en-US"/>
              <a:t>next</a:t>
            </a:r>
            <a:r>
              <a:t>, node)</a:t>
            </a:r>
            <a:r>
              <a:rPr lang="en-US"/>
              <a:t>  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dlist_insert_before(struct dlist *l, struct dnode </a:t>
            </a:r>
            <a:endParaRPr lang="en-US"/>
          </a:p>
          <a:p>
            <a:pPr marL="0" indent="0">
              <a:buNone/>
            </a:pPr>
            <a:r>
              <a:t>*</a:t>
            </a:r>
            <a:r>
              <a:rPr lang="en-US"/>
              <a:t>next</a:t>
            </a:r>
            <a:r>
              <a:t>, struct dnode *node)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(!l || !</a:t>
            </a:r>
            <a:r>
              <a:rPr lang="en-US"/>
              <a:t>next</a:t>
            </a:r>
            <a:r>
              <a:t> || !node) exit(1);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if (</a:t>
            </a:r>
            <a:r>
              <a:rPr lang="en-US"/>
              <a:t>next</a:t>
            </a:r>
            <a:r>
              <a:t> == l-&gt;first) {</a:t>
            </a:r>
          </a:p>
          <a:p>
            <a:pPr marL="0" indent="0">
              <a:buNone/>
            </a:pPr>
            <a:r>
              <a:t>                dlist_insert_first(l, node);</a:t>
            </a:r>
          </a:p>
          <a:p>
            <a:pPr marL="0" indent="0">
              <a:buNone/>
            </a:pPr>
            <a:r>
              <a:t>        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1F92-9448-0DE4-1681-1C0E4BC5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2F72-8041-39FF-3211-EF61D171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2271" y="260839"/>
            <a:ext cx="9404746" cy="610859"/>
          </a:xfrm>
        </p:spPr>
        <p:txBody>
          <a:bodyPr>
            <a:spAutoFit/>
          </a:bodyPr>
          <a:lstStyle/>
          <a:p>
            <a:r>
              <a:t>DLIST_INSERT_BEFORE(l, </a:t>
            </a:r>
            <a:r>
              <a:rPr lang="en-US"/>
              <a:t>next</a:t>
            </a:r>
            <a:r>
              <a:t>, node)</a:t>
            </a:r>
            <a:r>
              <a:rPr lang="en-US"/>
              <a:t>  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C8BA-6BE9-A09B-7F01-7741910C6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     </a:t>
            </a:r>
            <a:r>
              <a:t>else {</a:t>
            </a:r>
          </a:p>
          <a:p>
            <a:pPr marL="0" indent="0">
              <a:buNone/>
            </a:pPr>
            <a:r>
              <a:t>                dnode_between(</a:t>
            </a:r>
            <a:r>
              <a:rPr lang="en-US"/>
              <a:t>next</a:t>
            </a:r>
            <a:r>
              <a:t>-&gt;prev, </a:t>
            </a:r>
            <a:r>
              <a:rPr lang="en-US"/>
              <a:t>next</a:t>
            </a:r>
            <a:r>
              <a:t>, node);</a:t>
            </a:r>
          </a:p>
          <a:p>
            <a:pPr marL="0" indent="0">
              <a:buNone/>
            </a:pPr>
            <a:r>
              <a:t>                l-&gt;size++;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0973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9536" y="260839"/>
            <a:ext cx="5612939" cy="610859"/>
          </a:xfrm>
        </p:spPr>
        <p:txBody>
          <a:bodyPr>
            <a:spAutoFit/>
          </a:bodyPr>
          <a:lstStyle/>
          <a:p>
            <a:r>
              <a:t>DLIST_DELETE(l,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 l의 노드를 삭제한다</a:t>
            </a:r>
          </a:p>
          <a:p>
            <a:r>
              <a:t>조건: l과 node 존재, l의 size &gt; 0</a:t>
            </a:r>
          </a:p>
          <a:p>
            <a:pPr>
              <a:lnSpc>
                <a:spcPct val="150000"/>
              </a:lnSpc>
            </a:pPr>
            <a:r>
              <a:t>동작: 만약: node가 l의 first이면</a:t>
            </a:r>
            <a:br/>
            <a:r>
              <a:t>            l의 first에 node의 next 저장</a:t>
            </a:r>
            <a:br/>
            <a:r>
              <a:t>        만약: node가 l의 last이면</a:t>
            </a:r>
            <a:br/>
            <a:r>
              <a:t>            l의 last에 node의 prev 저장</a:t>
            </a:r>
            <a:br/>
            <a:r>
              <a:t>        DNODE_DELETE(node)</a:t>
            </a:r>
            <a:br/>
            <a:r>
              <a:t>        l의 size 1 감소</a:t>
            </a:r>
          </a:p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9536" y="260839"/>
            <a:ext cx="5612939" cy="610859"/>
          </a:xfrm>
        </p:spPr>
        <p:txBody>
          <a:bodyPr>
            <a:spAutoFit/>
          </a:bodyPr>
          <a:lstStyle/>
          <a:p>
            <a:r>
              <a:t>DLIST_DELETE(l,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dlist_delete(struct dlist *l, struct dnode *node)</a:t>
            </a:r>
          </a:p>
          <a:p>
            <a:r>
              <a:t>{</a:t>
            </a:r>
          </a:p>
          <a:p>
            <a:r>
              <a:t>        if (!l || !node || l-&gt;size &lt;= 0) exit(1);</a:t>
            </a:r>
          </a:p>
          <a:p>
            <a:r>
              <a:t>        if (node == l-&gt;first)</a:t>
            </a:r>
          </a:p>
          <a:p>
            <a:r>
              <a:t>                l-&gt;first = node-&gt;next;</a:t>
            </a:r>
          </a:p>
          <a:p>
            <a:r>
              <a:t>        if (node == l-&gt;last)</a:t>
            </a:r>
          </a:p>
          <a:p>
            <a:r>
              <a:t>                l-&gt;last = node-&gt;prev;</a:t>
            </a:r>
          </a:p>
          <a:p>
            <a:r>
              <a:t>        dnode_delete(node);</a:t>
            </a:r>
          </a:p>
          <a:p>
            <a:r>
              <a:t>        l-&gt;size--;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단방향 링크드 리스트에서 데이터 추가/삭제</a:t>
            </a:r>
          </a:p>
          <a:p>
            <a:endParaRPr/>
          </a:p>
          <a:p>
            <a:r>
              <a:t>양방향 링크드 리스트에서 데이터 추가/삭제</a:t>
            </a:r>
          </a:p>
          <a:p>
            <a:endParaRPr/>
          </a:p>
          <a:p>
            <a:r>
              <a:t>다항식 예제</a:t>
            </a:r>
          </a:p>
          <a:p>
            <a:endParaRPr/>
          </a:p>
          <a:p>
            <a:r>
              <a:t>다음 시간: 스택</a:t>
            </a:r>
          </a:p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0228" y="262442"/>
            <a:ext cx="4492247" cy="607653"/>
          </a:xfrm>
        </p:spPr>
        <p:txBody>
          <a:bodyPr>
            <a:spAutoFit/>
          </a:bodyPr>
          <a:lstStyle/>
          <a:p>
            <a:r>
              <a:t>C 복습 - 구조체.c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struct Point {</a:t>
            </a:r>
          </a:p>
          <a:p>
            <a:pPr marL="0" indent="0">
              <a:buNone/>
            </a:pPr>
            <a:r>
              <a:t>        int x;</a:t>
            </a:r>
          </a:p>
          <a:p>
            <a:pPr marL="0" indent="0">
              <a:buNone/>
            </a:pPr>
            <a:r>
              <a:t>        int y;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977017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4E82-C087-14BD-82AE-4507EDD4D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B8D4-B980-2BB9-AD47-099FC414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228" y="262442"/>
            <a:ext cx="4492247" cy="607653"/>
          </a:xfrm>
        </p:spPr>
        <p:txBody>
          <a:bodyPr>
            <a:spAutoFit/>
          </a:bodyPr>
          <a:lstStyle/>
          <a:p>
            <a:r>
              <a:t>C 복습 - 구조체.c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1EE6-A733-70D2-24EF-BB21D49A1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struct_test()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struct Point p;</a:t>
            </a:r>
          </a:p>
          <a:p>
            <a:pPr marL="0" indent="0">
              <a:buNone/>
            </a:pPr>
            <a:r>
              <a:t>        p.x = 1;</a:t>
            </a:r>
          </a:p>
          <a:p>
            <a:pPr marL="0" indent="0">
              <a:buNone/>
            </a:pPr>
            <a:r>
              <a:t>        p.y = 2;</a:t>
            </a:r>
          </a:p>
          <a:p>
            <a:pPr marL="0" indent="0">
              <a:buNone/>
            </a:pPr>
            <a:r>
              <a:t>        printf("(%d, %d)\n", p.x, p.y);</a:t>
            </a:r>
          </a:p>
          <a:p>
            <a:pPr marL="0" indent="0">
              <a:buNone/>
            </a:pPr>
            <a:r>
              <a:t>}</a:t>
            </a:r>
          </a:p>
          <a:p>
            <a:endParaRPr/>
          </a:p>
          <a:p>
            <a:r>
              <a:t>struct_test()를 실행했을 때 화면에 출력되는 문자열은?</a:t>
            </a:r>
          </a:p>
        </p:txBody>
      </p:sp>
    </p:spTree>
    <p:extLst>
      <p:ext uri="{BB962C8B-B14F-4D97-AF65-F5344CB8AC3E}">
        <p14:creationId xmlns:p14="http://schemas.microsoft.com/office/powerpoint/2010/main" val="10231640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637" y="262442"/>
            <a:ext cx="6088838" cy="607653"/>
          </a:xfrm>
        </p:spPr>
        <p:txBody>
          <a:bodyPr>
            <a:spAutoFit/>
          </a:bodyPr>
          <a:lstStyle/>
          <a:p>
            <a:r>
              <a:t>C 복습 - 구조체_포인터.c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struct Point {</a:t>
            </a:r>
          </a:p>
          <a:p>
            <a:pPr marL="0" indent="0">
              <a:buNone/>
            </a:pPr>
            <a:r>
              <a:t>        int x;</a:t>
            </a:r>
          </a:p>
          <a:p>
            <a:pPr marL="0" indent="0">
              <a:buNone/>
            </a:pPr>
            <a:r>
              <a:t>        int y;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317594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B46B-6A82-D60C-9A3F-4B84C9F2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D76E-2C56-E273-2A59-D6BC38A1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637" y="262442"/>
            <a:ext cx="6088838" cy="607653"/>
          </a:xfrm>
        </p:spPr>
        <p:txBody>
          <a:bodyPr>
            <a:spAutoFit/>
          </a:bodyPr>
          <a:lstStyle/>
          <a:p>
            <a:r>
              <a:t>C 복습 - 구조체_포인터.c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627B-BBAF-7EF2-CD46-1926B1CAA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struct_ptr_test()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struct Point p;</a:t>
            </a:r>
          </a:p>
          <a:p>
            <a:pPr marL="0" indent="0">
              <a:buNone/>
            </a:pPr>
            <a:r>
              <a:t>        struct Point *p_ptr = &amp;p;</a:t>
            </a:r>
          </a:p>
          <a:p>
            <a:pPr marL="0" indent="0">
              <a:buNone/>
            </a:pPr>
            <a:r>
              <a:t>        p_ptr-&gt;x = 1;</a:t>
            </a:r>
          </a:p>
          <a:p>
            <a:pPr marL="0" indent="0">
              <a:buNone/>
            </a:pPr>
            <a:r>
              <a:t>        p_ptr-&gt;y = 2;</a:t>
            </a:r>
          </a:p>
          <a:p>
            <a:pPr marL="0" indent="0">
              <a:buNone/>
            </a:pPr>
            <a:r>
              <a:t>        printf("(%d, %d)\n", p_ptr-&gt;x, p_ptr-&gt;y);</a:t>
            </a:r>
          </a:p>
          <a:p>
            <a:pPr marL="0" indent="0">
              <a:buNone/>
            </a:pPr>
            <a:r>
              <a:t>}</a:t>
            </a:r>
          </a:p>
          <a:p>
            <a:r>
              <a:t>struct_ptr_test()를 실행했을 때 화면에 출력되는 문자열은?</a:t>
            </a:r>
          </a:p>
        </p:txBody>
      </p:sp>
    </p:spTree>
    <p:extLst>
      <p:ext uri="{BB962C8B-B14F-4D97-AF65-F5344CB8AC3E}">
        <p14:creationId xmlns:p14="http://schemas.microsoft.com/office/powerpoint/2010/main" val="29653040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381" y="262442"/>
            <a:ext cx="8147094" cy="607653"/>
          </a:xfrm>
        </p:spPr>
        <p:txBody>
          <a:bodyPr>
            <a:spAutoFit/>
          </a:bodyPr>
          <a:lstStyle/>
          <a:p>
            <a:r>
              <a:t>C 복습 - 구조체_포인터_파라미터.c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struct Point {</a:t>
            </a:r>
          </a:p>
          <a:p>
            <a:pPr marL="0" indent="0">
              <a:buNone/>
            </a:pPr>
            <a:r>
              <a:t>        int x;</a:t>
            </a:r>
          </a:p>
          <a:p>
            <a:pPr marL="0" indent="0">
              <a:buNone/>
            </a:pPr>
            <a:r>
              <a:t>        int y;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41486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F0A6-10D5-CFD3-0464-6BB7D3B4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75A1-0C2D-C2B0-9ED1-9B71DA00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81" y="262442"/>
            <a:ext cx="8147094" cy="607653"/>
          </a:xfrm>
        </p:spPr>
        <p:txBody>
          <a:bodyPr>
            <a:spAutoFit/>
          </a:bodyPr>
          <a:lstStyle/>
          <a:p>
            <a:r>
              <a:t>C 복습 - 구조체_포인터_파라미터.c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FE187-AAB7-1DCC-EFEE-F4AF176E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void struct_set_members(struct Point *p_ptr)</a:t>
            </a:r>
            <a:br/>
            <a:r>
              <a:t>{</a:t>
            </a:r>
          </a:p>
          <a:p>
            <a:pPr marL="0" indent="0">
              <a:buNone/>
            </a:pPr>
            <a:r>
              <a:t>        p_ptr-&gt;x = 1;</a:t>
            </a:r>
          </a:p>
          <a:p>
            <a:pPr marL="0" indent="0">
              <a:buNone/>
            </a:pPr>
            <a:r>
              <a:t>        p_ptr-&gt;y = 2;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76487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F093-DA20-3CF1-062D-6896626C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13D6-B61E-EEC5-78AA-5C1FA2F4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81" y="262442"/>
            <a:ext cx="8147094" cy="607653"/>
          </a:xfrm>
        </p:spPr>
        <p:txBody>
          <a:bodyPr>
            <a:spAutoFit/>
          </a:bodyPr>
          <a:lstStyle/>
          <a:p>
            <a:r>
              <a:t>C 복습 - 구조체_포인터_파라미터.c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82C2-06AF-06B3-D493-EDEF8C7D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struct_ptr_parameter_test()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struct Point p;</a:t>
            </a:r>
          </a:p>
          <a:p>
            <a:pPr marL="0" indent="0">
              <a:buNone/>
            </a:pPr>
            <a:r>
              <a:t>        struct_set_members(&amp;p);</a:t>
            </a:r>
          </a:p>
          <a:p>
            <a:pPr marL="0" indent="0">
              <a:buNone/>
            </a:pPr>
            <a:r>
              <a:t>        printf("(%d, %d)\n", p.x, p.y);</a:t>
            </a:r>
          </a:p>
          <a:p>
            <a:pPr marL="0" indent="0">
              <a:buNone/>
            </a:pPr>
            <a:r>
              <a:t>}</a:t>
            </a:r>
          </a:p>
          <a:p>
            <a:endParaRPr/>
          </a:p>
          <a:p>
            <a:pPr marL="0" indent="0">
              <a:buNone/>
            </a:pPr>
            <a:r>
              <a:t>struct_ptr_parameter_test()를 실행했을 때 화면에 출력되는 문자열은?</a:t>
            </a:r>
          </a:p>
        </p:txBody>
      </p:sp>
    </p:spTree>
    <p:extLst>
      <p:ext uri="{BB962C8B-B14F-4D97-AF65-F5344CB8AC3E}">
        <p14:creationId xmlns:p14="http://schemas.microsoft.com/office/powerpoint/2010/main" val="34203355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376" y="262442"/>
            <a:ext cx="6762099" cy="607653"/>
          </a:xfrm>
        </p:spPr>
        <p:txBody>
          <a:bodyPr>
            <a:spAutoFit/>
          </a:bodyPr>
          <a:lstStyle/>
          <a:p>
            <a:r>
              <a:t>C 복습 - 메모리_할당_해제.c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#include &lt;stdlib.h&gt;</a:t>
            </a:r>
          </a:p>
          <a:p>
            <a:endParaRPr/>
          </a:p>
          <a:p>
            <a:pPr marL="0" indent="0">
              <a:buNone/>
            </a:pPr>
            <a:r>
              <a:t>struct Point {</a:t>
            </a:r>
          </a:p>
          <a:p>
            <a:pPr marL="0" indent="0">
              <a:buNone/>
            </a:pPr>
            <a:r>
              <a:t>        int x;</a:t>
            </a:r>
          </a:p>
          <a:p>
            <a:pPr marL="0" indent="0">
              <a:buNone/>
            </a:pPr>
            <a:r>
              <a:t>        int y;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938203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05AB-C1DB-3D81-6EF7-5A9F5F0A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6B94-BFD5-D4E9-B587-64C9C703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376" y="262442"/>
            <a:ext cx="6762099" cy="607653"/>
          </a:xfrm>
        </p:spPr>
        <p:txBody>
          <a:bodyPr>
            <a:spAutoFit/>
          </a:bodyPr>
          <a:lstStyle/>
          <a:p>
            <a:r>
              <a:t>C 복습 - 메모리_할당_해제.c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C41C-9888-1703-8FD8-13064A0FB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 *create_point()</a:t>
            </a:r>
            <a:br/>
            <a:r>
              <a:t>{</a:t>
            </a:r>
          </a:p>
          <a:p>
            <a:pPr marL="0" indent="0">
              <a:buNone/>
            </a:pPr>
            <a:r>
              <a:t>        return malloc(sizeof(struct Point));</a:t>
            </a:r>
          </a:p>
          <a:p>
            <a:pPr marL="0" indent="0">
              <a:buNone/>
            </a:pPr>
            <a:r>
              <a:t>}</a:t>
            </a:r>
          </a:p>
          <a:p>
            <a:endParaRPr/>
          </a:p>
          <a:p>
            <a:pPr marL="0" indent="0">
              <a:buNone/>
            </a:pPr>
            <a:r>
              <a:t>void free_point(struct Point *p_ptr)</a:t>
            </a:r>
            <a:br/>
            <a:r>
              <a:t>{</a:t>
            </a:r>
          </a:p>
          <a:p>
            <a:pPr marL="0" indent="0">
              <a:buNone/>
            </a:pPr>
            <a:r>
              <a:t>        free(p_ptr);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65348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1ED7-DE96-8A3E-C18C-7ED6A292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3D72-FE52-C47F-94CC-2BD497CF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376" y="262442"/>
            <a:ext cx="6762099" cy="607653"/>
          </a:xfrm>
        </p:spPr>
        <p:txBody>
          <a:bodyPr>
            <a:spAutoFit/>
          </a:bodyPr>
          <a:lstStyle/>
          <a:p>
            <a:r>
              <a:t>C 복습 - 메모리_할당_해제.c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A293-728A-C029-8D72-26C7ED6D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void struct_set_members(struct Point *p_ptr)</a:t>
            </a:r>
            <a:br/>
            <a:r>
              <a:t>{</a:t>
            </a:r>
          </a:p>
          <a:p>
            <a:pPr marL="0" indent="0">
              <a:buNone/>
            </a:pPr>
            <a:r>
              <a:t>        p_ptr-&gt;x = 1;</a:t>
            </a:r>
          </a:p>
          <a:p>
            <a:pPr marL="0" indent="0">
              <a:buNone/>
            </a:pPr>
            <a:r>
              <a:t>        p_ptr-&gt;y = 2;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56142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07D8-DA0A-40E3-0270-EFBAE416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B6E5-6627-76F1-1FD1-982FDDCB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376" y="262442"/>
            <a:ext cx="6762099" cy="607653"/>
          </a:xfrm>
        </p:spPr>
        <p:txBody>
          <a:bodyPr>
            <a:spAutoFit/>
          </a:bodyPr>
          <a:lstStyle/>
          <a:p>
            <a:r>
              <a:t>C 복습 - 메모리_할당_해제.c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1380-CC4E-4D90-9555-BE967B8B1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struct_ptr_malloc_test()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struct Point* p_ptr = create_point();</a:t>
            </a:r>
          </a:p>
          <a:p>
            <a:pPr marL="0" indent="0">
              <a:buNone/>
            </a:pPr>
            <a:r>
              <a:t>        if (!p_ptr) </a:t>
            </a:r>
            <a:br/>
            <a:r>
              <a:t>                return;</a:t>
            </a:r>
          </a:p>
          <a:p>
            <a:pPr marL="0" indent="0">
              <a:buNone/>
            </a:pPr>
            <a:r>
              <a:t>        struct_set_members(p_ptr);</a:t>
            </a:r>
          </a:p>
          <a:p>
            <a:pPr marL="0" indent="0">
              <a:buNone/>
            </a:pPr>
            <a:r>
              <a:t>        printf("(%d, %d)\n", p_ptr-&gt;x, p_ptr-&gt;y);</a:t>
            </a:r>
          </a:p>
          <a:p>
            <a:pPr marL="0" indent="0">
              <a:buNone/>
            </a:pPr>
            <a:r>
              <a:t>        free_point(p_ptr);</a:t>
            </a:r>
            <a:endParaRPr lang="en-US"/>
          </a:p>
          <a:p>
            <a:pPr marL="0" indent="0">
              <a:buNone/>
            </a:pPr>
            <a:r>
              <a:t>}</a:t>
            </a:r>
          </a:p>
          <a:p>
            <a:r>
              <a:t>struct_ptr_malloc_test() 실행</a:t>
            </a:r>
            <a:r>
              <a:rPr lang="en-US"/>
              <a:t> </a:t>
            </a:r>
            <a:r>
              <a:rPr lang="ko-KR" altLang="en-US"/>
              <a:t>후</a:t>
            </a:r>
            <a:r>
              <a:t> 화면 출력은?</a:t>
            </a:r>
          </a:p>
        </p:txBody>
      </p:sp>
    </p:spTree>
    <p:extLst>
      <p:ext uri="{BB962C8B-B14F-4D97-AF65-F5344CB8AC3E}">
        <p14:creationId xmlns:p14="http://schemas.microsoft.com/office/powerpoint/2010/main" val="2419262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089" y="262442"/>
            <a:ext cx="7060386" cy="607653"/>
          </a:xfrm>
        </p:spPr>
        <p:txBody>
          <a:bodyPr>
            <a:spAutoFit/>
          </a:bodyPr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if와 else에서 모두 문장 하나만 실행할 때는 중괄호를 쓰지 않는다.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if (condition)</a:t>
            </a:r>
            <a:br/>
            <a:r>
              <a:t>        do_this();</a:t>
            </a:r>
            <a:br/>
            <a:r>
              <a:t>else</a:t>
            </a:r>
            <a:br/>
            <a:r>
              <a:t>        do_that();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425" y="262442"/>
            <a:ext cx="8935900" cy="607653"/>
          </a:xfrm>
        </p:spPr>
        <p:txBody>
          <a:bodyPr>
            <a:spAutoFit/>
          </a:bodyPr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if의 문장을 숨길 것이 아닌 한 한줄에 쓰지 않는다.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if (condition) do_this;</a:t>
            </a:r>
            <a:br/>
            <a:r>
              <a:t>do_something_everytime;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425" y="262442"/>
            <a:ext cx="8935900" cy="607653"/>
          </a:xfrm>
        </p:spPr>
        <p:txBody>
          <a:bodyPr>
            <a:spAutoFit/>
          </a:bodyPr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괄호를 쓰지 않기 위해서 쉼표를 쓰지 않는다.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if (condition)</a:t>
            </a:r>
            <a:br/>
            <a:r>
              <a:t>        do_this(), do_that();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089" y="262442"/>
            <a:ext cx="7060386" cy="607653"/>
          </a:xfrm>
        </p:spPr>
        <p:txBody>
          <a:bodyPr>
            <a:spAutoFit/>
          </a:bodyPr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if나 else 중 하나에만 문장이 두개 이상 있어도 모두 중괄호를 쓴다.</a:t>
            </a:r>
          </a:p>
          <a:p>
            <a:pPr marL="0" indent="0">
              <a:lnSpc>
                <a:spcPct val="150000"/>
              </a:lnSpc>
              <a:buNone/>
            </a:pPr>
            <a:r>
              <a:t>if (condition) {</a:t>
            </a:r>
            <a:br/>
            <a:r>
              <a:t>        do_this();</a:t>
            </a:r>
            <a:br/>
            <a:r>
              <a:t>        do_that();</a:t>
            </a:r>
            <a:br/>
            <a:r>
              <a:t>} else {</a:t>
            </a:r>
            <a:br/>
            <a:r>
              <a:t>        otherwise();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811" y="262442"/>
            <a:ext cx="7558664" cy="607653"/>
          </a:xfrm>
        </p:spPr>
        <p:txBody>
          <a:bodyPr>
            <a:spAutoFit/>
          </a:bodyPr>
          <a:lstStyle/>
          <a:p>
            <a:r>
              <a:t>C 코딩 스타일 - 반복문의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반복문은 단순 문장 한개만 있지 않은 한 항상 중괄호를 쓴다.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while (condition) {</a:t>
            </a:r>
            <a:br/>
            <a:r>
              <a:t>        if (test)</a:t>
            </a:r>
            <a:br/>
            <a:r>
              <a:t>                do_something();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728" y="262442"/>
            <a:ext cx="7816747" cy="607653"/>
          </a:xfrm>
        </p:spPr>
        <p:txBody>
          <a:bodyPr>
            <a:spAutoFit/>
          </a:bodyPr>
          <a:lstStyle/>
          <a:p>
            <a:r>
              <a:t>C 코딩 스타일 - 띄어쓰기 - 키워드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키워드 다음에는 띄어쓰기를 한칸 한다.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if, switch, case, for, do, while</a:t>
            </a:r>
          </a:p>
          <a:p>
            <a:endParaRPr/>
          </a:p>
          <a:p>
            <a:r>
              <a:t>sizeof 다음에는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좋은 예: s = sizeof(struct file);</a:t>
            </a:r>
          </a:p>
          <a:p>
            <a:endParaRPr/>
          </a:p>
          <a:p>
            <a:r>
              <a:t>괄호 안쪽 주변에는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나쁜 예: s = sizeof( struct file );</a:t>
            </a:r>
          </a:p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728" y="262442"/>
            <a:ext cx="7816747" cy="607653"/>
          </a:xfrm>
        </p:spPr>
        <p:txBody>
          <a:bodyPr>
            <a:spAutoFit/>
          </a:bodyPr>
          <a:lstStyle/>
          <a:p>
            <a:r>
              <a:t>C 코딩 스타일 - 띄어쓰기 - 포인터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변수를 선언하거나, 포인터를 반환하는 함수를 선언할 때,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* 은 변수 이름이나 함수 이름에 붙인다.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* 을 타입 옆에 붙이지 않는다.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char *linux_banner;</a:t>
            </a:r>
            <a:br/>
            <a:r>
              <a:t>unsigned long long memparse(char *ptr, </a:t>
            </a:r>
            <a:br>
              <a:rPr lang="en-US"/>
            </a:br>
            <a:r>
              <a:rPr lang="en-US"/>
              <a:t>                                                                </a:t>
            </a:r>
            <a:r>
              <a:t>char **retptr);</a:t>
            </a:r>
            <a:br/>
            <a:r>
              <a:t>char *match_strdup(substring_t *s);</a:t>
            </a:r>
          </a:p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98" y="262442"/>
            <a:ext cx="8740077" cy="607653"/>
          </a:xfrm>
        </p:spPr>
        <p:txBody>
          <a:bodyPr>
            <a:spAutoFit/>
          </a:bodyPr>
          <a:lstStyle/>
          <a:p>
            <a:r>
              <a:t>C 코딩 스타일 - 띄어쓰기 - 이항연산자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이항 연산자 / 삼항 연산자 주변에는 띄어쓰기를 한칸 한다.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= + - * / % &lt; &gt; &lt;= &gt;= == != &amp; | ? :</a:t>
            </a:r>
          </a:p>
          <a:p>
            <a:endParaRPr/>
          </a:p>
          <a:p>
            <a:r>
              <a:t>다음 구조체 멤버 연산자 주변에는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. -&gt;</a:t>
            </a:r>
          </a:p>
          <a:p>
            <a:endParaRPr/>
          </a:p>
          <a:p>
            <a:r>
              <a:t>area = rect.x * rect.y;</a:t>
            </a:r>
          </a:p>
          <a:p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98" y="262442"/>
            <a:ext cx="8740077" cy="607653"/>
          </a:xfrm>
        </p:spPr>
        <p:txBody>
          <a:bodyPr>
            <a:spAutoFit/>
          </a:bodyPr>
          <a:lstStyle/>
          <a:p>
            <a:r>
              <a:t>C 코딩 스타일 - 띄어쓰기 - 단항연산자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단항 연산자 뒤에는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&amp; * + - ~ ! sizeof</a:t>
            </a:r>
          </a:p>
          <a:p>
            <a:endParaRPr/>
          </a:p>
          <a:p>
            <a:r>
              <a:t>다음 postfix 증감 단항 연산자 주변에는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++ --</a:t>
            </a:r>
          </a:p>
          <a:p>
            <a:endParaRPr/>
          </a:p>
          <a:p>
            <a:r>
              <a:t>다음 prefix 증감 단항 연산자 주변에는 띄어쓰기를 하지 않는다.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++ --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904" y="262442"/>
            <a:ext cx="5160571" cy="607653"/>
          </a:xfrm>
        </p:spPr>
        <p:txBody>
          <a:bodyPr>
            <a:spAutoFit/>
          </a:bodyPr>
          <a:lstStyle/>
          <a:p>
            <a:r>
              <a:t>C 코딩 스타일 -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언어는 단순하고 미니멀한 것을 추구한다.</a:t>
            </a:r>
          </a:p>
          <a:p>
            <a:endParaRPr/>
          </a:p>
          <a:p>
            <a:r>
              <a:t>어떤 프로그래밍 언어에서는 </a:t>
            </a:r>
            <a:br>
              <a:rPr lang="en-US"/>
            </a:br>
            <a:r>
              <a:t>ThisVariableIsATemporaryCounter로 쓰지만</a:t>
            </a:r>
          </a:p>
          <a:p>
            <a:endParaRPr/>
          </a:p>
          <a:p>
            <a:r>
              <a:t>C 언어에서는 쓰기 훨씬 쉽고, </a:t>
            </a:r>
            <a:br>
              <a:rPr lang="en-US"/>
            </a:br>
            <a:r>
              <a:t>이해하기 많이 어렵지 않은 tmp로 쓴다.</a:t>
            </a:r>
          </a:p>
          <a:p>
            <a:endParaRPr/>
          </a:p>
          <a:p>
            <a:r>
              <a:t>한편, 전역 범위에 있는 이름은 자세</a:t>
            </a:r>
            <a:r>
              <a:rPr lang="ko-KR" altLang="en-US"/>
              <a:t>해</a:t>
            </a:r>
            <a:r>
              <a:t>야 한다.</a:t>
            </a:r>
          </a:p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0713" y="262442"/>
            <a:ext cx="9333188" cy="607653"/>
          </a:xfrm>
        </p:spPr>
        <p:txBody>
          <a:bodyPr>
            <a:spAutoFit/>
          </a:bodyPr>
          <a:lstStyle/>
          <a:p>
            <a:r>
              <a:t>C 코딩 스타일 - 전역 변수 이름, 함수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전역 변수는 다른 방법이 전혀 없어서 어쩔 수 없이 꼭 필요할 때만 쓴다.</a:t>
            </a:r>
          </a:p>
          <a:p>
            <a:endParaRPr/>
          </a:p>
          <a:p>
            <a:r>
              <a:t>전역 변수와 함수의 이름은 단어들을 _로 구분해서 자세하게 만든다.</a:t>
            </a:r>
          </a:p>
          <a:p>
            <a:endParaRPr/>
          </a:p>
          <a:p>
            <a:r>
              <a:t>좋은 예: count_active_users()</a:t>
            </a:r>
          </a:p>
          <a:p>
            <a:endParaRPr/>
          </a:p>
          <a:p>
            <a:r>
              <a:t>나쁜 예: cntusr()</a:t>
            </a:r>
          </a:p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707" y="262442"/>
            <a:ext cx="7186768" cy="607653"/>
          </a:xfrm>
        </p:spPr>
        <p:txBody>
          <a:bodyPr>
            <a:spAutoFit/>
          </a:bodyPr>
          <a:lstStyle/>
          <a:p>
            <a:r>
              <a:t>C 코딩 스타일 - 지역 변수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지역 변수 이름은 짧고, 정보를 담고 있어야 한다.</a:t>
            </a:r>
          </a:p>
          <a:p>
            <a:endParaRPr/>
          </a:p>
          <a:p>
            <a:r>
              <a:t>좋은 예: 루프 변수 i</a:t>
            </a:r>
          </a:p>
          <a:p>
            <a:endParaRPr/>
          </a:p>
          <a:p>
            <a:r>
              <a:t>나쁜 예: 루프 변수 loop_counter (</a:t>
            </a:r>
            <a:r>
              <a:rPr lang="ko-KR" altLang="en-US"/>
              <a:t>명확한 상황에서</a:t>
            </a:r>
            <a:r>
              <a:t>)</a:t>
            </a:r>
          </a:p>
          <a:p>
            <a:endParaRPr/>
          </a:p>
          <a:p>
            <a:r>
              <a:t>좋은 예: 임시 변수 tmp</a:t>
            </a:r>
          </a:p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904" y="262442"/>
            <a:ext cx="5160571" cy="607653"/>
          </a:xfrm>
        </p:spPr>
        <p:txBody>
          <a:bodyPr>
            <a:spAutoFit/>
          </a:bodyPr>
          <a:lstStyle/>
          <a:p>
            <a:r>
              <a:t>C 코딩 스타일 -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함수는 짧고 한가지 일만 해야 한다.</a:t>
            </a:r>
          </a:p>
          <a:p>
            <a:endParaRPr/>
          </a:p>
          <a:p>
            <a:r>
              <a:t>함수에서 지역 변수를 10개 이하로 써야 한다.</a:t>
            </a:r>
          </a:p>
          <a:p>
            <a:endParaRPr/>
          </a:p>
          <a:p>
            <a:r>
              <a:t>함수 정의들 간에는 한줄을 띄워서 쓴다.</a:t>
            </a:r>
          </a:p>
          <a:p>
            <a:endParaRPr/>
          </a:p>
          <a:p>
            <a:r>
              <a:t>함수 선언에서 타입과 이름을 모두 쓴다.</a:t>
            </a:r>
          </a:p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509" y="262442"/>
            <a:ext cx="7117966" cy="607653"/>
          </a:xfrm>
        </p:spPr>
        <p:txBody>
          <a:bodyPr>
            <a:spAutoFit/>
          </a:bodyPr>
          <a:lstStyle/>
          <a:p>
            <a:r>
              <a:t>C 코딩 스타일 - 함수 관련 goto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goto는 많은 프로그래머들이 더이상 쓰지 않는다.</a:t>
            </a:r>
          </a:p>
          <a:p>
            <a:endParaRPr/>
          </a:p>
          <a:p>
            <a:r>
              <a:t>여러 군데에서 함수가 종료되는데 공통된 정리 코드가 있을 때 유용하다.</a:t>
            </a:r>
          </a:p>
          <a:p>
            <a:endParaRPr/>
          </a:p>
          <a:p>
            <a:pPr marL="0" indent="0">
              <a:buNone/>
            </a:pPr>
            <a:r>
              <a:t>int fun(int a)</a:t>
            </a:r>
            <a:br/>
            <a:r>
              <a:t>{</a:t>
            </a:r>
            <a:br/>
            <a:r>
              <a:t>        int result = 0;</a:t>
            </a:r>
            <a:br/>
            <a:r>
              <a:t>        char *buffer;</a:t>
            </a:r>
            <a:br>
              <a:rPr/>
            </a:b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03520-8D1F-E4C0-32D8-7A116968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B99B-1AA9-0F00-04E7-608A4091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509" y="262442"/>
            <a:ext cx="7117966" cy="607653"/>
          </a:xfrm>
        </p:spPr>
        <p:txBody>
          <a:bodyPr>
            <a:spAutoFit/>
          </a:bodyPr>
          <a:lstStyle/>
          <a:p>
            <a:r>
              <a:t>C 코딩 스타일 - 함수 관련 goto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737CD-13E3-9F7B-6278-5A67326A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buffer = malloc(SIZE);</a:t>
            </a:r>
            <a:br/>
            <a:r>
              <a:t>        if (!buffer)</a:t>
            </a:r>
            <a:br/>
            <a:r>
              <a:t>                return -ENOMEM;</a:t>
            </a:r>
            <a:br/>
            <a:br/>
            <a:r>
              <a:t>        if (condition1) {</a:t>
            </a:r>
            <a:br/>
            <a:r>
              <a:t>                while (loop1) {</a:t>
            </a:r>
            <a:br/>
            <a:r>
              <a:t>                        ...</a:t>
            </a:r>
            <a:br/>
            <a:r>
              <a:t>                }</a:t>
            </a:r>
            <a:br/>
            <a:r>
              <a:t>                result = 1;</a:t>
            </a:r>
            <a:br/>
            <a:r>
              <a:t>                goto out_free_buffer;</a:t>
            </a:r>
            <a:br/>
            <a:r>
              <a:t>        }</a:t>
            </a:r>
            <a:br/>
            <a:r>
              <a:t>        ...</a:t>
            </a:r>
          </a:p>
        </p:txBody>
      </p:sp>
    </p:spTree>
    <p:extLst>
      <p:ext uri="{BB962C8B-B14F-4D97-AF65-F5344CB8AC3E}">
        <p14:creationId xmlns:p14="http://schemas.microsoft.com/office/powerpoint/2010/main" val="14032710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64B9-3E0C-D747-54A9-CEFA59C0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C153-D418-9E3E-764D-3B318844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509" y="262442"/>
            <a:ext cx="7117966" cy="607653"/>
          </a:xfrm>
        </p:spPr>
        <p:txBody>
          <a:bodyPr>
            <a:spAutoFit/>
          </a:bodyPr>
          <a:lstStyle/>
          <a:p>
            <a:r>
              <a:t>C 코딩 스타일 - 함수 관련 goto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57B1-A27D-4549-4072-F3D2F3961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out_free_buffer:</a:t>
            </a:r>
            <a:br/>
            <a:r>
              <a:t>        free(buffer);</a:t>
            </a:r>
            <a:br/>
            <a:r>
              <a:t>        return result;</a:t>
            </a:r>
            <a:br/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81912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411" y="262442"/>
            <a:ext cx="8131064" cy="607653"/>
          </a:xfrm>
        </p:spPr>
        <p:txBody>
          <a:bodyPr>
            <a:spAutoFit/>
          </a:bodyPr>
          <a:lstStyle/>
          <a:p>
            <a:r>
              <a:t>C 코딩 스타일 - 함수 관련 goto 에러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err bugs로 알려진 흔한 버그</a:t>
            </a:r>
          </a:p>
          <a:p>
            <a:endParaRPr/>
          </a:p>
          <a:p>
            <a:pPr marL="0" indent="0">
              <a:lnSpc>
                <a:spcPct val="150000"/>
              </a:lnSpc>
              <a:buNone/>
            </a:pPr>
            <a:r>
              <a:t>err:</a:t>
            </a:r>
            <a:br/>
            <a:r>
              <a:t>        free(foo-&gt;bar);</a:t>
            </a:r>
            <a:br/>
            <a:r>
              <a:t>        free(foo);</a:t>
            </a:r>
            <a:br/>
            <a:r>
              <a:t>        return ret;</a:t>
            </a:r>
          </a:p>
          <a:p>
            <a:endParaRPr lang="en-US"/>
          </a:p>
          <a:p>
            <a:r>
              <a:t>foo가 NULL인 상태에서 err로 이동했을 때 버그 발생</a:t>
            </a:r>
          </a:p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93352" y="262442"/>
            <a:ext cx="9605827" cy="607653"/>
          </a:xfrm>
        </p:spPr>
        <p:txBody>
          <a:bodyPr>
            <a:spAutoFit/>
          </a:bodyPr>
          <a:lstStyle/>
          <a:p>
            <a:r>
              <a:t>C 코딩 스타일 - 함수 관련 goto 에러 해결책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err_free_bar:와 err_free_foo:로 라벨을 분리한다.</a:t>
            </a:r>
          </a:p>
          <a:p>
            <a:pPr marL="0" indent="0">
              <a:lnSpc>
                <a:spcPct val="150000"/>
              </a:lnSpc>
              <a:buNone/>
            </a:pPr>
            <a:r>
              <a:t>err_free_bar:</a:t>
            </a:r>
            <a:br/>
            <a:r>
              <a:t>        free(foo-&gt;bar);</a:t>
            </a:r>
            <a:br/>
            <a:r>
              <a:t>err_free_foo:</a:t>
            </a:r>
            <a:br/>
            <a:r>
              <a:t>        free(foo);</a:t>
            </a:r>
            <a:br/>
            <a:r>
              <a:t>        return ret;</a:t>
            </a:r>
          </a:p>
          <a:p>
            <a:endParaRPr lang="en-US"/>
          </a:p>
          <a:p>
            <a:r>
              <a:t>foo가 NULL이 아닐 때만 </a:t>
            </a:r>
            <a:r>
              <a:rPr lang="en-US" altLang="ko-KR"/>
              <a:t>err_free_bar</a:t>
            </a:r>
            <a:r>
              <a:rPr lang="ko-KR" altLang="en-US"/>
              <a:t>로 </a:t>
            </a:r>
            <a:r>
              <a:t>이동</a:t>
            </a:r>
          </a:p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904" y="262442"/>
            <a:ext cx="5160571" cy="607653"/>
          </a:xfrm>
        </p:spPr>
        <p:txBody>
          <a:bodyPr>
            <a:spAutoFit/>
          </a:bodyPr>
          <a:lstStyle/>
          <a:p>
            <a:r>
              <a:t>C 코딩 스타일 - 주석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주석은 함수 앞에</a:t>
            </a:r>
            <a:r>
              <a:rPr lang="ko-KR" altLang="en-US"/>
              <a:t>서</a:t>
            </a:r>
            <a:r>
              <a:t> 무엇을 왜 하는지 설명한다.</a:t>
            </a:r>
          </a:p>
          <a:p>
            <a:endParaRPr/>
          </a:p>
          <a:p>
            <a:r>
              <a:t>아주 복잡한 함수의 경우 본문 안에도 구획을 나눠서 주석을 달 수 있다.</a:t>
            </a:r>
          </a:p>
          <a:p>
            <a:endParaRPr/>
          </a:p>
          <a:p>
            <a:pPr marL="0" indent="0">
              <a:buNone/>
            </a:pPr>
            <a:r>
              <a:t>/*</a:t>
            </a:r>
            <a:br/>
            <a:r>
              <a:t> * This is the preferred style for multi-line</a:t>
            </a:r>
            <a:br/>
            <a:r>
              <a:t> * comments in the Linux kernel source code.</a:t>
            </a:r>
            <a:br/>
            <a:r>
              <a:t> */</a:t>
            </a:r>
          </a:p>
          <a:p>
            <a:endParaRPr lang="en-US"/>
          </a:p>
          <a:p>
            <a:r>
              <a:t>데이터에 대해 짧은 주석을 다는 것도 중요하다.</a:t>
            </a:r>
          </a:p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904" y="262442"/>
            <a:ext cx="5160571" cy="607653"/>
          </a:xfrm>
        </p:spPr>
        <p:txBody>
          <a:bodyPr>
            <a:spAutoFit/>
          </a:bodyPr>
          <a:lstStyle/>
          <a:p>
            <a:r>
              <a:t>C 복습 - 이름의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x = 0;</a:t>
            </a:r>
          </a:p>
          <a:p>
            <a:pPr marL="0" indent="0">
              <a:buNone/>
            </a:pPr>
            <a:r>
              <a:t>void function(void)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int a = x;          /* 전역 x(=0) */</a:t>
            </a:r>
          </a:p>
          <a:p>
            <a:pPr marL="0" indent="0">
              <a:buNone/>
            </a:pPr>
            <a:r>
              <a:t>        int x = 1;          /* 함수 지역 x */</a:t>
            </a:r>
          </a:p>
          <a:p>
            <a:pPr marL="0" indent="0">
              <a:buNone/>
            </a:pPr>
            <a:r>
              <a:t>        for (int x = 2; x &lt; 10; x++) {</a:t>
            </a:r>
          </a:p>
          <a:p>
            <a:pPr marL="0" indent="0">
              <a:buNone/>
            </a:pPr>
            <a:r>
              <a:t>                int b = x;  /* for-블록의 x */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a = x;              /* 여기서의 x는 함수 지역 x(=1) */</a:t>
            </a:r>
          </a:p>
          <a:p>
            <a:pPr marL="0" indent="0">
              <a:buNone/>
            </a:pPr>
            <a:r>
              <a:t>}</a:t>
            </a:r>
            <a:r>
              <a:rPr lang="en-US"/>
              <a:t> /* </a:t>
            </a:r>
            <a:r>
              <a:t>함수가 끝나기 전 a에 저장된 값은?</a:t>
            </a:r>
            <a:r>
              <a:rPr lang="en-US"/>
              <a:t> */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1893" y="262442"/>
            <a:ext cx="4030582" cy="607653"/>
          </a:xfrm>
        </p:spPr>
        <p:txBody>
          <a:bodyPr>
            <a:spAutoFit/>
          </a:bodyPr>
          <a:lstStyle/>
          <a:p>
            <a:r>
              <a:t>C 복습 - 배열.c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void array_test()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int arr[3];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arr[0] = 1;</a:t>
            </a:r>
          </a:p>
          <a:p>
            <a:pPr marL="0" indent="0">
              <a:buNone/>
            </a:pPr>
            <a:r>
              <a:t>        arr[1] = 2;</a:t>
            </a:r>
          </a:p>
          <a:p>
            <a:pPr marL="0" indent="0">
              <a:buNone/>
            </a:pPr>
            <a:r>
              <a:t>        arr[2] = 3;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F76C3-781E-6179-3B6F-173BFEB1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F8CE-7F19-7A0B-DBEA-9127DB36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893" y="262442"/>
            <a:ext cx="4030582" cy="607653"/>
          </a:xfrm>
        </p:spPr>
        <p:txBody>
          <a:bodyPr>
            <a:spAutoFit/>
          </a:bodyPr>
          <a:lstStyle/>
          <a:p>
            <a:r>
              <a:t>C 복습 - 배열.c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F56E-9A43-A5B9-8561-547E011B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for (int i = 0; i &lt; 3; i++)</a:t>
            </a:r>
          </a:p>
          <a:p>
            <a:pPr marL="0" indent="0">
              <a:buNone/>
            </a:pPr>
            <a:r>
              <a:t>                printf("%d ", arr[i]);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printf("\n");</a:t>
            </a:r>
          </a:p>
          <a:p>
            <a:pPr marL="0" indent="0">
              <a:buNone/>
            </a:pPr>
            <a:r>
              <a:t>}</a:t>
            </a:r>
          </a:p>
          <a:p>
            <a:endParaRPr/>
          </a:p>
          <a:p>
            <a:r>
              <a:t>array_test()를 실행했을 때 화면에 출력되는 문자열은?</a:t>
            </a:r>
          </a:p>
        </p:txBody>
      </p:sp>
    </p:spTree>
    <p:extLst>
      <p:ext uri="{BB962C8B-B14F-4D97-AF65-F5344CB8AC3E}">
        <p14:creationId xmlns:p14="http://schemas.microsoft.com/office/powerpoint/2010/main" val="228054181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5302" y="262442"/>
            <a:ext cx="5627173" cy="607653"/>
          </a:xfrm>
        </p:spPr>
        <p:txBody>
          <a:bodyPr>
            <a:spAutoFit/>
          </a:bodyPr>
          <a:lstStyle/>
          <a:p>
            <a:r>
              <a:t>C 복습 - 배열_포인터.c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void array_ptr_test()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int arr[3];</a:t>
            </a:r>
          </a:p>
          <a:p>
            <a:pPr marL="0" indent="0">
              <a:buNone/>
            </a:pPr>
            <a:r>
              <a:t>        int *arr_ptr = arr;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arr_ptr[0] = 1;</a:t>
            </a:r>
          </a:p>
          <a:p>
            <a:pPr marL="0" indent="0">
              <a:buNone/>
            </a:pPr>
            <a:r>
              <a:t>        arr_ptr[1] = 2;</a:t>
            </a:r>
          </a:p>
          <a:p>
            <a:pPr marL="0" indent="0">
              <a:buNone/>
            </a:pPr>
            <a:r>
              <a:t>        arr_ptr[2] = 3;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A47A-3EE6-5EA8-6FA3-FFEE9435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027B-8BF8-7790-5807-F1366878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302" y="262442"/>
            <a:ext cx="5627173" cy="607653"/>
          </a:xfrm>
        </p:spPr>
        <p:txBody>
          <a:bodyPr>
            <a:spAutoFit/>
          </a:bodyPr>
          <a:lstStyle/>
          <a:p>
            <a:r>
              <a:t>C 복습 - 배열_포인터.c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48016-BE09-6E57-2357-00FEC0964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for (int i = 0; i &lt; 3; i++)</a:t>
            </a:r>
          </a:p>
          <a:p>
            <a:pPr marL="0" indent="0">
              <a:buNone/>
            </a:pPr>
            <a:r>
              <a:t>                printf("%d ", arr_ptr[i]);</a:t>
            </a:r>
          </a:p>
          <a:p>
            <a:endParaRPr/>
          </a:p>
          <a:p>
            <a:pPr marL="0" indent="0">
              <a:buNone/>
            </a:pPr>
            <a:r>
              <a:t>        printf("\n");</a:t>
            </a:r>
          </a:p>
          <a:p>
            <a:pPr marL="0" indent="0">
              <a:buNone/>
            </a:pPr>
            <a:r>
              <a:t>}</a:t>
            </a:r>
          </a:p>
          <a:p>
            <a:endParaRPr/>
          </a:p>
          <a:p>
            <a:r>
              <a:t>array_ptr_test()를 실행했을 때 화면에 출력되는 문자열은?</a:t>
            </a:r>
          </a:p>
        </p:txBody>
      </p:sp>
    </p:spTree>
    <p:extLst>
      <p:ext uri="{BB962C8B-B14F-4D97-AF65-F5344CB8AC3E}">
        <p14:creationId xmlns:p14="http://schemas.microsoft.com/office/powerpoint/2010/main" val="31344583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046" y="262442"/>
            <a:ext cx="7685429" cy="607653"/>
          </a:xfrm>
        </p:spPr>
        <p:txBody>
          <a:bodyPr>
            <a:spAutoFit/>
          </a:bodyPr>
          <a:lstStyle/>
          <a:p>
            <a:r>
              <a:t>C 복습 - 배열_포인터_파라미터.c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endParaRPr/>
          </a:p>
          <a:p>
            <a:pPr marL="0" indent="0">
              <a:buNone/>
            </a:pPr>
            <a:r>
              <a:t>void array_set_elements(int *arr_ptr)</a:t>
            </a:r>
            <a:br/>
            <a:r>
              <a:t>{</a:t>
            </a:r>
          </a:p>
          <a:p>
            <a:pPr marL="0" indent="0">
              <a:buNone/>
            </a:pPr>
            <a:r>
              <a:t>        arr_ptr[0] = 1;</a:t>
            </a:r>
          </a:p>
          <a:p>
            <a:pPr marL="0" indent="0">
              <a:buNone/>
            </a:pPr>
            <a:r>
              <a:t>        arr_ptr[1] = 2;</a:t>
            </a:r>
          </a:p>
          <a:p>
            <a:pPr marL="0" indent="0">
              <a:buNone/>
            </a:pPr>
            <a:r>
              <a:t>        arr_ptr[2] = 3;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10A2-6697-8F01-C666-252B3510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5411-BB67-56D5-E10F-5D2CE369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046" y="262442"/>
            <a:ext cx="7685429" cy="607653"/>
          </a:xfrm>
        </p:spPr>
        <p:txBody>
          <a:bodyPr>
            <a:spAutoFit/>
          </a:bodyPr>
          <a:lstStyle/>
          <a:p>
            <a:r>
              <a:t>C 복습 - 배열_포인터_파라미터.c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8EAE-3810-70EC-DE39-B8CA60C0A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array_fun_test()</a:t>
            </a:r>
            <a:br/>
            <a:r>
              <a:t>{</a:t>
            </a:r>
          </a:p>
          <a:p>
            <a:pPr marL="0" indent="0">
              <a:buNone/>
            </a:pPr>
            <a:r>
              <a:t>        int arr[3];</a:t>
            </a:r>
          </a:p>
          <a:p>
            <a:pPr marL="0" indent="0">
              <a:buNone/>
            </a:pPr>
            <a:r>
              <a:t>        array_set_elements(arr);</a:t>
            </a:r>
          </a:p>
          <a:p>
            <a:pPr marL="0" indent="0">
              <a:buNone/>
            </a:pPr>
            <a:r>
              <a:t>        for (int i = 0; i &lt; 3; i++)</a:t>
            </a:r>
          </a:p>
          <a:p>
            <a:pPr marL="0" indent="0">
              <a:buNone/>
            </a:pPr>
            <a:r>
              <a:t>                printf("%d ", arr[i]);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printf("\n");</a:t>
            </a:r>
          </a:p>
          <a:p>
            <a:pPr marL="0" indent="0">
              <a:buNone/>
            </a:pPr>
            <a:r>
              <a:t>}</a:t>
            </a:r>
          </a:p>
          <a:p>
            <a:r>
              <a:t>array_fun_test()를 실행했을 때 화면 출력은?</a:t>
            </a:r>
          </a:p>
        </p:txBody>
      </p:sp>
    </p:spTree>
    <p:extLst>
      <p:ext uri="{BB962C8B-B14F-4D97-AF65-F5344CB8AC3E}">
        <p14:creationId xmlns:p14="http://schemas.microsoft.com/office/powerpoint/2010/main" val="37206747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8740" y="262442"/>
            <a:ext cx="4073735" cy="607653"/>
          </a:xfrm>
        </p:spPr>
        <p:txBody>
          <a:bodyPr>
            <a:spAutoFit/>
          </a:bodyPr>
          <a:lstStyle/>
          <a:p>
            <a:r>
              <a:t>C 키워드 _Bool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또는 1을 저장할 수 있는 타입</a:t>
            </a:r>
          </a:p>
          <a:p>
            <a:endParaRPr/>
          </a:p>
          <a:p>
            <a:r>
              <a:t>거짓 또는 참을 저장하기 위해 쓰임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12669</TotalTime>
  <Words>4823</Words>
  <Application>Microsoft Office PowerPoint</Application>
  <PresentationFormat>화면 슬라이드 쇼(4:3)</PresentationFormat>
  <Paragraphs>673</Paragraphs>
  <Slides>96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96</vt:i4>
      </vt:variant>
    </vt:vector>
  </HeadingPairs>
  <TitlesOfParts>
    <vt:vector size="101" baseType="lpstr">
      <vt:lpstr>맑은 고딕</vt:lpstr>
      <vt:lpstr>Aptos</vt:lpstr>
      <vt:lpstr>Aptos Display</vt:lpstr>
      <vt:lpstr>Arial</vt:lpstr>
      <vt:lpstr>Office 테마</vt:lpstr>
      <vt:lpstr>자료구조 (Data Structure) 2주차: 링크드 리스트</vt:lpstr>
      <vt:lpstr>오늘 목표</vt:lpstr>
      <vt:lpstr>필수 헤더</vt:lpstr>
      <vt:lpstr>단방향 노드</vt:lpstr>
      <vt:lpstr>단방향 노드</vt:lpstr>
      <vt:lpstr>CREATE(value, next)</vt:lpstr>
      <vt:lpstr>단방향 노드 관련 기능</vt:lpstr>
      <vt:lpstr>INSERT_AFTER(prev, node)</vt:lpstr>
      <vt:lpstr>INSERT_AFTER(prev, node)</vt:lpstr>
      <vt:lpstr>DELETE_AFTER(prev)</vt:lpstr>
      <vt:lpstr>DELETE_AFTER(prev)</vt:lpstr>
      <vt:lpstr>단방향 링크드 리스트</vt:lpstr>
      <vt:lpstr>단방향 리스트 관련 기능</vt:lpstr>
      <vt:lpstr>INSERT_FIRST(l, node)</vt:lpstr>
      <vt:lpstr>INSERT_FIRST(l, node)</vt:lpstr>
      <vt:lpstr>DELETE_FIRST(l)</vt:lpstr>
      <vt:lpstr>DELETE_FIRST(l)</vt:lpstr>
      <vt:lpstr>RETRIEVE(l, k)</vt:lpstr>
      <vt:lpstr>RETRIEVE(l, k)</vt:lpstr>
      <vt:lpstr>예제: 다항식 저장하기</vt:lpstr>
      <vt:lpstr>항 노드</vt:lpstr>
      <vt:lpstr>항 노드</vt:lpstr>
      <vt:lpstr>TERM_CREATE(coeff_val, exp_val, nxt)</vt:lpstr>
      <vt:lpstr>TERM_CREATE(coeff_val, exp_val, nxt)</vt:lpstr>
      <vt:lpstr>INSERT_TAIL(tail, coeff_val, exp_val)</vt:lpstr>
      <vt:lpstr>INSERT_TAIL(tail, coeff_val, exp_val)</vt:lpstr>
      <vt:lpstr>ADD(X, Y)   1/5</vt:lpstr>
      <vt:lpstr>ADD(X, Y)   1/5</vt:lpstr>
      <vt:lpstr>ADD(X, Y)   2/5</vt:lpstr>
      <vt:lpstr>ADD(X, Y)   2/5</vt:lpstr>
      <vt:lpstr>ADD(X, Y)   3/5</vt:lpstr>
      <vt:lpstr>ADD(X, Y)   3/5</vt:lpstr>
      <vt:lpstr>ADD(X, Y)   4/5</vt:lpstr>
      <vt:lpstr>ADD(X, Y)   4/5</vt:lpstr>
      <vt:lpstr>ADD(X, Y)   5/5</vt:lpstr>
      <vt:lpstr>ADD(X, Y)   5/5</vt:lpstr>
      <vt:lpstr>양방향 노드</vt:lpstr>
      <vt:lpstr>양방향 노드</vt:lpstr>
      <vt:lpstr>DNODE_CREATE(value, prev, next)</vt:lpstr>
      <vt:lpstr>양방향 노드 관련 기능</vt:lpstr>
      <vt:lpstr>DNODE_BETWEEN(prev, next, node)</vt:lpstr>
      <vt:lpstr>DNODE_BETWEEN(prev, next, node)   1/2</vt:lpstr>
      <vt:lpstr>DNODE_BETWEEN(prev, next, node)   2/2</vt:lpstr>
      <vt:lpstr>DNODE_DELETE(node)</vt:lpstr>
      <vt:lpstr>DNODE_DELETE(node)</vt:lpstr>
      <vt:lpstr>양방향 링크드 리스트</vt:lpstr>
      <vt:lpstr>양방향 링크드 리스트</vt:lpstr>
      <vt:lpstr>DLIST_CREATE()</vt:lpstr>
      <vt:lpstr>DLIST_CREATE()</vt:lpstr>
      <vt:lpstr>양방향 링크드 리스트 관련 기능</vt:lpstr>
      <vt:lpstr>DLIST_INSERT_FIRST(l, node)</vt:lpstr>
      <vt:lpstr>DLIST_INSERT_FIRST(l, node)</vt:lpstr>
      <vt:lpstr>DLIST_INSERT_BEFORE(l, next, node)</vt:lpstr>
      <vt:lpstr>DLIST_INSERT_BEFORE(l, next, node)   1/2</vt:lpstr>
      <vt:lpstr>DLIST_INSERT_BEFORE(l, next, node)   2/2</vt:lpstr>
      <vt:lpstr>DLIST_DELETE(l, node)</vt:lpstr>
      <vt:lpstr>DLIST_DELETE(l, node)</vt:lpstr>
      <vt:lpstr>요약</vt:lpstr>
      <vt:lpstr>C 복습 - 구조체.c</vt:lpstr>
      <vt:lpstr>C 복습 - 구조체.c</vt:lpstr>
      <vt:lpstr>C 복습 - 구조체_포인터.c</vt:lpstr>
      <vt:lpstr>C 복습 - 구조체_포인터.c</vt:lpstr>
      <vt:lpstr>C 복습 - 구조체_포인터_파라미터.c</vt:lpstr>
      <vt:lpstr>C 복습 - 구조체_포인터_파라미터.c</vt:lpstr>
      <vt:lpstr>C 복습 - 구조체_포인터_파라미터.c</vt:lpstr>
      <vt:lpstr>C 복습 - 메모리_할당_해제.c</vt:lpstr>
      <vt:lpstr>C 복습 - 메모리_할당_해제.c</vt:lpstr>
      <vt:lpstr>C 복습 - 메모리_할당_해제.c</vt:lpstr>
      <vt:lpstr>C 복습 - 메모리_할당_해제.c</vt:lpstr>
      <vt:lpstr>C 코딩 스타일 - if-문의 중괄호</vt:lpstr>
      <vt:lpstr>C 코딩 스타일 - if-문의 중괄호 (나쁜 예)</vt:lpstr>
      <vt:lpstr>C 코딩 스타일 - if-문의 중괄호 (나쁜 예)</vt:lpstr>
      <vt:lpstr>C 코딩 스타일 - if-문의 중괄호</vt:lpstr>
      <vt:lpstr>C 코딩 스타일 - 반복문의 중괄호</vt:lpstr>
      <vt:lpstr>C 코딩 스타일 - 띄어쓰기 - 키워드</vt:lpstr>
      <vt:lpstr>C 코딩 스타일 - 띄어쓰기 - 포인터</vt:lpstr>
      <vt:lpstr>C 코딩 스타일 - 띄어쓰기 - 이항연산자</vt:lpstr>
      <vt:lpstr>C 코딩 스타일 - 띄어쓰기 - 단항연산자</vt:lpstr>
      <vt:lpstr>C 코딩 스타일 - 이름</vt:lpstr>
      <vt:lpstr>C 코딩 스타일 - 전역 변수 이름, 함수 이름</vt:lpstr>
      <vt:lpstr>C 코딩 스타일 - 지역 변수 이름</vt:lpstr>
      <vt:lpstr>C 코딩 스타일 - 함수</vt:lpstr>
      <vt:lpstr>C 코딩 스타일 - 함수 관련 goto</vt:lpstr>
      <vt:lpstr>C 코딩 스타일 - 함수 관련 goto</vt:lpstr>
      <vt:lpstr>C 코딩 스타일 - 함수 관련 goto</vt:lpstr>
      <vt:lpstr>C 코딩 스타일 - 함수 관련 goto 에러</vt:lpstr>
      <vt:lpstr>C 코딩 스타일 - 함수 관련 goto 에러 해결책</vt:lpstr>
      <vt:lpstr>C 코딩 스타일 - 주석</vt:lpstr>
      <vt:lpstr>C 복습 - 이름의 범위</vt:lpstr>
      <vt:lpstr>C 복습 - 배열.c</vt:lpstr>
      <vt:lpstr>C 복습 - 배열.c</vt:lpstr>
      <vt:lpstr>C 복습 - 배열_포인터.c</vt:lpstr>
      <vt:lpstr>C 복습 - 배열_포인터.c</vt:lpstr>
      <vt:lpstr>C 복습 - 배열_포인터_파라미터.c</vt:lpstr>
      <vt:lpstr>C 복습 - 배열_포인터_파라미터.c</vt:lpstr>
      <vt:lpstr>C 키워드 _Bool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19</cp:revision>
  <dcterms:created xsi:type="dcterms:W3CDTF">2025-07-28T15:04:23Z</dcterms:created>
  <dcterms:modified xsi:type="dcterms:W3CDTF">2025-09-11T21:43:51Z</dcterms:modified>
</cp:coreProperties>
</file>