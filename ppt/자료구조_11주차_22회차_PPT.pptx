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8"/>
  </p:notesMasterIdLst>
  <p:sldIdLst>
    <p:sldId id="256" r:id="rId2"/>
    <p:sldId id="257" r:id="rId3"/>
    <p:sldId id="263" r:id="rId4"/>
    <p:sldId id="264" r:id="rId5"/>
    <p:sldId id="265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36" r:id="rId15"/>
    <p:sldId id="337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8" r:id="rId31"/>
    <p:sldId id="339" r:id="rId32"/>
    <p:sldId id="340" r:id="rId33"/>
    <p:sldId id="341" r:id="rId34"/>
    <p:sldId id="342" r:id="rId35"/>
    <p:sldId id="343" r:id="rId36"/>
    <p:sldId id="399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5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rPr lang="en-US"/>
              <a:t>11</a:t>
            </a:r>
            <a:r>
              <a:t>주차: </a:t>
            </a:r>
            <a:r>
              <a:rPr lang="ko-KR" altLang="en-US"/>
              <a:t>해시</a:t>
            </a:r>
            <a:r>
              <a:rPr lang="en-US"/>
              <a:t> </a:t>
            </a:r>
            <a:r>
              <a:rPr lang="ko-KR" altLang="en-US"/>
              <a:t>테이블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지난 시간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direct address table: </a:t>
            </a:r>
            <a:r>
              <a:rPr lang="ko-KR" altLang="en-US"/>
              <a:t>키를 배열의 인덱스로 씀</a:t>
            </a:r>
            <a:endParaRPr/>
          </a:p>
          <a:p>
            <a:endParaRPr/>
          </a:p>
          <a:p>
            <a:r>
              <a:rPr lang="en-US"/>
              <a:t>hash table: </a:t>
            </a:r>
            <a:r>
              <a:rPr lang="ko-KR" altLang="en-US"/>
              <a:t>해시값을 배열의 인덱스로 씀</a:t>
            </a:r>
            <a:endParaRPr lang="en-US" altLang="ko-KR"/>
          </a:p>
          <a:p>
            <a:endParaRPr lang="en-US"/>
          </a:p>
          <a:p>
            <a:r>
              <a:rPr lang="ko-KR" altLang="en-US"/>
              <a:t>해시값 충돌 해결 방법</a:t>
            </a:r>
            <a:endParaRPr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링크드 리스트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다음 주소 계산</a:t>
            </a:r>
            <a:endParaRPr lang="en-US"/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883" y="262442"/>
            <a:ext cx="8374592" cy="607653"/>
          </a:xfrm>
        </p:spPr>
        <p:txBody>
          <a:bodyPr>
            <a:spAutoFit/>
          </a:bodyPr>
          <a:lstStyle/>
          <a:p>
            <a:r>
              <a:rPr lang="ko-KR" altLang="en-US"/>
              <a:t>리눅스 커널</a:t>
            </a:r>
            <a:r>
              <a:t>에서 구현된 </a:t>
            </a:r>
            <a:r>
              <a:rPr lang="ko-KR" altLang="en-US"/>
              <a:t>해시 테이블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include/linux/</a:t>
            </a:r>
            <a:r>
              <a:rPr lang="en-US"/>
              <a:t>hash</a:t>
            </a:r>
            <a:r>
              <a:t>.h</a:t>
            </a:r>
          </a:p>
          <a:p>
            <a:r>
              <a:rPr lang="ko-KR" altLang="en-US"/>
              <a:t>해시 함수</a:t>
            </a:r>
            <a:endParaRPr lang="en-US" altLang="ko-KR"/>
          </a:p>
          <a:p>
            <a:pPr marL="1371600" lvl="3" indent="0">
              <a:buNone/>
            </a:pPr>
            <a:endParaRPr lang="en-US"/>
          </a:p>
          <a:p>
            <a:pPr marL="0" indent="0">
              <a:buNone/>
            </a:pPr>
            <a:r>
              <a:rPr lang="en-US" altLang="ko-KR"/>
              <a:t>include/linux/type.h</a:t>
            </a:r>
          </a:p>
          <a:p>
            <a:r>
              <a:rPr lang="ko-KR" altLang="en-US"/>
              <a:t>링크드리스트 구조체</a:t>
            </a:r>
          </a:p>
          <a:p>
            <a:pPr marL="1371600" lvl="3" indent="0">
              <a:buNone/>
            </a:pPr>
            <a:endParaRPr lang="en-US"/>
          </a:p>
          <a:p>
            <a:pPr marL="0" indent="0">
              <a:buNone/>
            </a:pPr>
            <a:r>
              <a:rPr lang="en-US" altLang="ko-KR"/>
              <a:t>include/linux/list.h</a:t>
            </a:r>
          </a:p>
          <a:p>
            <a:r>
              <a:rPr lang="ko-KR" altLang="en-US"/>
              <a:t>링크드리스트</a:t>
            </a:r>
          </a:p>
          <a:p>
            <a:pPr marL="1371600" lvl="3" indent="0">
              <a:buNone/>
            </a:pPr>
            <a:endParaRPr lang="en-US"/>
          </a:p>
          <a:p>
            <a:pPr marL="0" indent="0">
              <a:buNone/>
            </a:pPr>
            <a:r>
              <a:rPr lang="en-US" altLang="ko-KR"/>
              <a:t>include/linux/hashtable.h</a:t>
            </a:r>
          </a:p>
          <a:p>
            <a:r>
              <a:rPr lang="ko-KR" altLang="en-US"/>
              <a:t>해시 테이블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00" y="262442"/>
            <a:ext cx="3026975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함수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7D206238-AAD3-B4F1-AABE-81AE393BEB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→{0, 1, …,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endParaRPr lang="en-US" altLang="ko-KR"/>
              </a:p>
              <a:p>
                <a:r>
                  <a:rPr lang="ko-KR" altLang="en-US"/>
                  <a:t>목표</a:t>
                </a:r>
                <a:r>
                  <a:rPr lang="en-US" altLang="ko-KR"/>
                  <a:t>: key</a:t>
                </a:r>
                <a:r>
                  <a:rPr lang="ko-KR" altLang="en-US"/>
                  <a:t>에 패턴이 있어도 해시값에는 패턴이 없다</a:t>
                </a:r>
                <a:endParaRPr lang="en-US" altLang="ko-KR"/>
              </a:p>
              <a:p>
                <a:pPr marL="0" indent="0">
                  <a:buNone/>
                </a:pPr>
                <a:endParaRPr lang="en-US" altLang="ko-KR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o-KR" altLang="en-US"/>
                      <m:t>소수</m:t>
                    </m:r>
                    <m:r>
                      <m:rPr>
                        <m:nor/>
                      </m:rPr>
                      <a:rPr lang="en-US" altLang="ko-KR" b="0" i="0" smtClean="0"/>
                      <m:t> </m:t>
                    </m:r>
                    <m:r>
                      <m:rPr>
                        <m:nor/>
                      </m:rPr>
                      <a:rPr lang="ko-KR" altLang="en-US"/>
                      <m:t>부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/>
                  <a:t> 정수 부분</a:t>
                </a:r>
                <a:endParaRPr lang="en-US" altLang="ko-KR"/>
              </a:p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/>
                  <a:t>로 가장 적당한 값은</a:t>
                </a:r>
                <a:r>
                  <a:rPr lang="en-US" altLang="ko-KR"/>
                  <a:t>?</a:t>
                </a:r>
              </a:p>
              <a:p>
                <a:endParaRPr lang="ko-KR" altLang="en-US"/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7D206238-AAD3-B4F1-AABE-81AE393BEB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00" y="262442"/>
            <a:ext cx="3026975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함수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/* Although a random odd number will do, </a:t>
            </a:r>
          </a:p>
          <a:p>
            <a:pPr marL="0" indent="0">
              <a:buNone/>
            </a:pPr>
            <a:r>
              <a:rPr lang="en-US"/>
              <a:t>  * it turns out that the golden ratio </a:t>
            </a:r>
          </a:p>
          <a:p>
            <a:pPr marL="0" indent="0">
              <a:buNone/>
            </a:pPr>
            <a:r>
              <a:rPr lang="en-US"/>
              <a:t>  * phi = (sqrt(5)-1)/2, or its negative, is nice. </a:t>
            </a:r>
          </a:p>
          <a:p>
            <a:pPr marL="0" indent="0">
              <a:buNone/>
            </a:pPr>
            <a:r>
              <a:rPr lang="en-US"/>
              <a:t>  * (See Knuth vol 3, section 6.4, exercise 9.)</a:t>
            </a:r>
          </a:p>
          <a:p>
            <a:pPr marL="0" indent="0">
              <a:buNone/>
            </a:pPr>
            <a:r>
              <a:rPr lang="en-US"/>
              <a:t>  * This is the negative, (1 - phi) = phi**2 = (3 - sqrt(5))/2</a:t>
            </a:r>
          </a:p>
          <a:p>
            <a:pPr marL="0" indent="0">
              <a:buNone/>
            </a:pPr>
            <a:r>
              <a:rPr lang="en-US"/>
              <a:t>  */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#define</a:t>
            </a:r>
            <a:r>
              <a:rPr lang="ko-KR" altLang="en-US"/>
              <a:t> </a:t>
            </a:r>
            <a:r>
              <a:rPr lang="en-US" altLang="ko-KR"/>
              <a:t>GOLDEN_RATIO 0x61C88647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D71F6-EA43-DE68-B126-BBF836AC3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93D2-8F88-544E-F65A-B628CE521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500" y="262442"/>
            <a:ext cx="3026975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함수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FEF75A5F-0CBB-C0BD-E9B6-82F6DC4E6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o-KR" altLang="en-US"/>
                      <m:t>소수</m:t>
                    </m:r>
                    <m:r>
                      <m:rPr>
                        <m:nor/>
                      </m:rPr>
                      <a:rPr lang="en-US" altLang="ko-KR" b="0" i="0" smtClean="0"/>
                      <m:t> </m:t>
                    </m:r>
                    <m:r>
                      <m:rPr>
                        <m:nor/>
                      </m:rPr>
                      <a:rPr lang="ko-KR" altLang="en-US"/>
                      <m:t>부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/>
                  <a:t> 정수 부분</a:t>
                </a:r>
                <a:endParaRPr lang="en-US" altLang="ko-KR"/>
              </a:p>
              <a:p>
                <a:pPr marL="0" indent="0">
                  <a:buNone/>
                </a:pPr>
                <a:r>
                  <a:rPr lang="en-US" altLang="ko-KR"/>
                  <a:t>          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을 </a:t>
                </a:r>
                <a:r>
                  <a:rPr lang="en-US" altLang="ko-KR"/>
                  <a:t>m</a:t>
                </a:r>
                <a:r>
                  <a:rPr lang="ko-KR" altLang="en-US"/>
                  <a:t>으로 나눈 나머지</a:t>
                </a:r>
                <a:endParaRPr lang="en-US" altLang="ko-KR"/>
              </a:p>
              <a:p>
                <a:pPr marL="0" indent="0">
                  <a:buNone/>
                </a:pPr>
                <a:endParaRPr lang="en-US" altLang="ko-KR"/>
              </a:p>
              <a:p>
                <a:pPr marL="0" indent="0">
                  <a:buNone/>
                </a:pPr>
                <a:r>
                  <a:rPr lang="en-US" altLang="ko-KR"/>
                  <a:t>m</a:t>
                </a:r>
                <a:r>
                  <a:rPr lang="ko-KR" altLang="en-US"/>
                  <a:t>이 </a:t>
                </a:r>
                <a:r>
                  <a:rPr lang="en-US" altLang="ko-KR"/>
                  <a:t>2</a:t>
                </a:r>
                <a:r>
                  <a:rPr lang="ko-KR" altLang="en-US"/>
                  <a:t>의 지수일 경우</a:t>
                </a:r>
                <a:r>
                  <a:rPr lang="en-US" altLang="ko-KR"/>
                  <a:t>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∗(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를 </a:t>
                </a:r>
                <a:r>
                  <a:rPr lang="en-US" altLang="ko-KR"/>
                  <a:t>m</a:t>
                </a:r>
                <a:r>
                  <a:rPr lang="ko-KR" altLang="en-US"/>
                  <a:t>으로 나눈 나머지</a:t>
                </a: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FEF75A5F-0CBB-C0BD-E9B6-82F6DC4E6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2" t="-2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43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0F9E-8933-D61B-85B9-C6F5BE513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8214A-7097-A77A-AF1F-BE1CB1EC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500" y="262442"/>
            <a:ext cx="3026975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7A63E-AA70-03E8-B962-AAFB4DB50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/* This exist only so lib/test_hash.c can test</a:t>
            </a:r>
          </a:p>
          <a:p>
            <a:pPr marL="0" indent="0">
              <a:buNone/>
            </a:pPr>
            <a:r>
              <a:rPr lang="en-US"/>
              <a:t>     the arch-optimized versions with the generic. */</a:t>
            </a:r>
          </a:p>
          <a:p>
            <a:pPr marL="0" indent="0">
              <a:buNone/>
            </a:pPr>
            <a:r>
              <a:rPr lang="en-US"/>
              <a:t>#ifndef HAVE_ARCH__HASH_32</a:t>
            </a:r>
          </a:p>
          <a:p>
            <a:pPr marL="0" indent="0">
              <a:buNone/>
            </a:pPr>
            <a:r>
              <a:rPr lang="en-US"/>
              <a:t>#define __hash_32  __hash_32_generic</a:t>
            </a:r>
          </a:p>
          <a:p>
            <a:pPr marL="0" indent="0">
              <a:buNone/>
            </a:pPr>
            <a:r>
              <a:rPr lang="en-US"/>
              <a:t>#endif</a:t>
            </a:r>
          </a:p>
          <a:p>
            <a:pPr marL="0" indent="0">
              <a:buNone/>
            </a:pPr>
            <a:r>
              <a:rPr lang="en-US"/>
              <a:t>static inline u32 __hash_32_generic(u32 val)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0" indent="0">
              <a:buNone/>
            </a:pPr>
            <a:r>
              <a:rPr lang="en-US"/>
              <a:t>	return val * GOLDEN_RATIO_32;</a:t>
            </a:r>
          </a:p>
          <a:p>
            <a:pPr marL="0" indent="0">
              <a:buNone/>
            </a:pPr>
            <a:r>
              <a:rPr lang="en-US"/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2679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7C442-085E-8AA4-7B3F-083018F57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1037-1BED-F427-CA74-280D7E85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500" y="262442"/>
            <a:ext cx="3026975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함수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2A83AAEB-4EF2-38F1-E4F1-F078B6D2F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m</a:t>
                </a:r>
                <a:r>
                  <a:rPr lang="ko-KR" altLang="en-US"/>
                  <a:t>이 </a:t>
                </a:r>
                <a:r>
                  <a:rPr lang="en-US" altLang="ko-KR"/>
                  <a:t>2</a:t>
                </a:r>
                <a:r>
                  <a:rPr lang="ko-KR" altLang="en-US"/>
                  <a:t>의 지수일 경우</a:t>
                </a:r>
                <a:r>
                  <a:rPr lang="en-US" altLang="ko-KR"/>
                  <a:t>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∗(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를 </a:t>
                </a:r>
                <a:r>
                  <a:rPr lang="en-US" altLang="ko-KR"/>
                  <a:t>m</a:t>
                </a:r>
                <a:r>
                  <a:rPr lang="ko-KR" altLang="en-US"/>
                  <a:t>으로 나눈 나머지</a:t>
                </a:r>
                <a:endParaRPr lang="en-US" altLang="ko-KR"/>
              </a:p>
              <a:p>
                <a:pPr marL="0" indent="0">
                  <a:buNone/>
                </a:pPr>
                <a:r>
                  <a:rPr lang="en-US" altLang="ko-KR"/>
                  <a:t>          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∗(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mod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ko-KR" altLang="en-US"/>
                  <a:t>에서 비트 선택</a:t>
                </a: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2A83AAEB-4EF2-38F1-E4F1-F078B6D2F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2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427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4A65-F1FB-FD64-EF07-C90747708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3154-7C21-A915-57C0-3752AE89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500" y="262442"/>
            <a:ext cx="3026975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25EBA-46C3-418C-A74C-354FEC991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static inline u32 hash_32(u32 val, unsigned int bits)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0" indent="0">
              <a:buNone/>
            </a:pPr>
            <a:r>
              <a:rPr lang="en-US"/>
              <a:t>	/* High bits are more random, so use them. */</a:t>
            </a:r>
          </a:p>
          <a:p>
            <a:pPr marL="0" indent="0">
              <a:buNone/>
            </a:pPr>
            <a:r>
              <a:rPr lang="en-US"/>
              <a:t>	return __hash_32(val) &gt;&gt; (32 - bits);</a:t>
            </a:r>
          </a:p>
          <a:p>
            <a:pPr marL="0" indent="0">
              <a:buNone/>
            </a:pPr>
            <a:r>
              <a:rPr lang="en-US"/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23792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2D7EE-3825-AFEB-D300-08E2F8FB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AFEE6-8E1F-CE6E-6A89-5D0682A8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408" y="262442"/>
            <a:ext cx="5425067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구조체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B73BCC47-3967-322A-6BA7-197C98D8E7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링</m:t>
                    </m:r>
                  </m:oMath>
                </a14:m>
                <a:r>
                  <a:rPr lang="ko-KR" altLang="en-US"/>
                  <a:t>크드 리스트 노드 구조체</a:t>
                </a:r>
                <a:endParaRPr lang="en-US" altLang="ko-KR"/>
              </a:p>
              <a:p>
                <a:r>
                  <a:rPr lang="ko-KR" altLang="en-US"/>
                  <a:t>다음 노드와 이전 노드의 정보가 있다</a:t>
                </a:r>
                <a:r>
                  <a:rPr lang="en-US" altLang="ko-KR"/>
                  <a:t>.</a:t>
                </a: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B73BCC47-3967-322A-6BA7-197C98D8E7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 t="-2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467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BBF32-0761-B6FF-ED37-BC56B4C9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56CFC-5A7B-2C60-CE82-09737F8C8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408" y="262442"/>
            <a:ext cx="5425067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구조체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473F35A-75CB-83D4-A365-3BAC531ED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hlist_node {</a:t>
            </a:r>
          </a:p>
          <a:p>
            <a:pPr marL="0" indent="0">
              <a:buNone/>
            </a:pPr>
            <a:r>
              <a:rPr lang="en-US" altLang="ko-KR"/>
              <a:t>	struct hlist_node *next, **pprev;</a:t>
            </a:r>
          </a:p>
          <a:p>
            <a:pPr marL="0" indent="0">
              <a:buNone/>
            </a:pPr>
            <a:r>
              <a:rPr lang="en-US" altLang="ko-KR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367038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6AA24-476E-3E5D-0B83-6254DB875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1291A-0C83-CD74-FF49-FA3BBA2B9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408" y="262442"/>
            <a:ext cx="5425067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구조체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46BEE94-40F6-5695-A015-41AAD704C7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링</m:t>
                    </m:r>
                  </m:oMath>
                </a14:m>
                <a:r>
                  <a:rPr lang="ko-KR" altLang="en-US"/>
                  <a:t>크드 리스트 구조체</a:t>
                </a:r>
                <a:endParaRPr lang="en-US" altLang="ko-KR"/>
              </a:p>
              <a:p>
                <a:r>
                  <a:rPr lang="ko-KR" altLang="en-US"/>
                  <a:t>첫번째 노드의 정보가 있다</a:t>
                </a:r>
                <a:r>
                  <a:rPr lang="en-US" altLang="ko-KR"/>
                  <a:t>.</a:t>
                </a: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46BEE94-40F6-5695-A015-41AAD704C7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 t="-2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987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D873F-C524-A7E0-24EB-C03E8DDA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AC29-8AB0-678F-C125-E146E0FA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408" y="262442"/>
            <a:ext cx="5425067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구조체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A686AF6-8645-A525-F1F2-37CC9D050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hlist_head {</a:t>
            </a:r>
          </a:p>
          <a:p>
            <a:pPr marL="0" indent="0">
              <a:buNone/>
            </a:pPr>
            <a:r>
              <a:rPr lang="en-US" altLang="ko-KR"/>
              <a:t>	struct hlist_node *first;</a:t>
            </a:r>
          </a:p>
          <a:p>
            <a:pPr marL="0" indent="0">
              <a:buNone/>
            </a:pPr>
            <a:r>
              <a:rPr lang="en-US" altLang="ko-KR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54134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8586E-F878-2760-6185-B0D40EE3D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C0AF-A32B-E52A-689A-01AD8A851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408" y="262442"/>
            <a:ext cx="5425067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구조체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4576A838-5021-4BAB-4FCD-3E5E0D9313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링</m:t>
                    </m:r>
                  </m:oMath>
                </a14:m>
                <a:r>
                  <a:rPr lang="ko-KR" altLang="en-US"/>
                  <a:t>크드 리스트 구조체</a:t>
                </a:r>
                <a:r>
                  <a:rPr lang="en-US" altLang="ko-KR"/>
                  <a:t>, </a:t>
                </a:r>
                <a:r>
                  <a:rPr lang="ko-KR" altLang="en-US"/>
                  <a:t>노드 구조체의 초기화</a:t>
                </a:r>
                <a:endParaRPr lang="en-US" altLang="ko-KR"/>
              </a:p>
              <a:p>
                <a:r>
                  <a:rPr lang="ko-KR" altLang="en-US"/>
                  <a:t>모두 </a:t>
                </a:r>
                <a:r>
                  <a:rPr lang="en-US" altLang="ko-KR"/>
                  <a:t>NULL</a:t>
                </a:r>
                <a:r>
                  <a:rPr lang="ko-KR" altLang="en-US"/>
                  <a:t>로 초기화한다</a:t>
                </a:r>
                <a:r>
                  <a:rPr lang="en-US" altLang="ko-KR"/>
                  <a:t>.</a:t>
                </a: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4576A838-5021-4BAB-4FCD-3E5E0D9313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 t="-2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324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DBE19-06F8-D0B2-64C8-DBEFFB4D2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2A13-61EA-4695-477A-1DD53CBE7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408" y="262442"/>
            <a:ext cx="5425067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구조체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231281-D69C-6199-12F0-90B66B999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#define INIT_HLIST_HEAD(ptr) ((ptr)-&gt;first = NULL)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static inline void INIT_HLIST_NODE(struct </a:t>
            </a:r>
          </a:p>
          <a:p>
            <a:pPr marL="0" indent="0">
              <a:buNone/>
            </a:pPr>
            <a:r>
              <a:rPr lang="en-US" altLang="ko-KR"/>
              <a:t>hlist_node *h)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h-&gt;next = NULL;</a:t>
            </a:r>
          </a:p>
          <a:p>
            <a:pPr marL="0" indent="0">
              <a:buNone/>
            </a:pPr>
            <a:r>
              <a:rPr lang="en-US" altLang="ko-KR"/>
              <a:t>	h-&gt;pprev = NULL;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5136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A173D-DBBC-7ABD-198F-1A0369D51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47263-9789-B1C2-C316-CEB5DF34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4DF0F2FE-C09D-748E-BFB2-0014B67AD9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링</m:t>
                    </m:r>
                  </m:oMath>
                </a14:m>
                <a:r>
                  <a:rPr lang="ko-KR" altLang="en-US"/>
                  <a:t>크드 리스트에서 노드 추가하기</a:t>
                </a:r>
                <a:endParaRPr lang="en-US" altLang="ko-KR"/>
              </a:p>
              <a:p>
                <a:r>
                  <a:rPr lang="ko-KR" altLang="en-US"/>
                  <a:t>새로운 노드의 앞뒤 연결을 설정한다</a:t>
                </a:r>
                <a:r>
                  <a:rPr lang="en-US" altLang="ko-KR"/>
                  <a:t>.</a:t>
                </a:r>
              </a:p>
              <a:p>
                <a:r>
                  <a:rPr lang="ko-KR" altLang="en-US"/>
                  <a:t>기존 노드의 앞뒤 연결을 재설정한다</a:t>
                </a:r>
                <a:r>
                  <a:rPr lang="en-US" altLang="ko-KR"/>
                  <a:t>.</a:t>
                </a: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4DF0F2FE-C09D-748E-BFB2-0014B67AD9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 t="-2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648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2777-3B38-15C8-CCAE-21D68367D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67CBF-B5A2-4AF5-8D83-13AD0767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00D4BDA-2C2B-8FB5-012F-6EDDB579C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/**</a:t>
            </a:r>
          </a:p>
          <a:p>
            <a:pPr marL="0" indent="0">
              <a:buNone/>
            </a:pPr>
            <a:r>
              <a:rPr lang="en-US" altLang="ko-KR"/>
              <a:t> * hlist_add_head</a:t>
            </a:r>
          </a:p>
          <a:p>
            <a:pPr marL="0" indent="0">
              <a:buNone/>
            </a:pPr>
            <a:r>
              <a:rPr lang="en-US" altLang="ko-KR"/>
              <a:t> * - add a new entry at the beginning of the hlist</a:t>
            </a:r>
          </a:p>
          <a:p>
            <a:pPr marL="0" indent="0">
              <a:buNone/>
            </a:pPr>
            <a:r>
              <a:rPr lang="en-US" altLang="ko-KR"/>
              <a:t> * @n: new entry to be added</a:t>
            </a:r>
          </a:p>
          <a:p>
            <a:pPr marL="0" indent="0">
              <a:buNone/>
            </a:pPr>
            <a:r>
              <a:rPr lang="en-US" altLang="ko-KR"/>
              <a:t> * @h: hlist head to add it after</a:t>
            </a:r>
          </a:p>
          <a:p>
            <a:pPr marL="0" indent="0">
              <a:buNone/>
            </a:pPr>
            <a:r>
              <a:rPr lang="en-US" altLang="ko-KR"/>
              <a:t> *</a:t>
            </a:r>
          </a:p>
          <a:p>
            <a:pPr marL="0" indent="0">
              <a:buNone/>
            </a:pPr>
            <a:r>
              <a:rPr lang="en-US" altLang="ko-KR"/>
              <a:t> * Insert a new entry after the specified head.</a:t>
            </a:r>
          </a:p>
          <a:p>
            <a:pPr marL="0" indent="0">
              <a:buNone/>
            </a:pPr>
            <a:r>
              <a:rPr lang="en-US" altLang="ko-KR"/>
              <a:t> * This is good for implementing stacks.</a:t>
            </a:r>
          </a:p>
          <a:p>
            <a:pPr marL="0" indent="0">
              <a:buNone/>
            </a:pPr>
            <a:r>
              <a:rPr lang="en-US" altLang="ko-KR"/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1198198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70737-6F95-173B-AD19-32F7CA5A1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DE6A-785F-A1D9-0263-CBF900B5F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C3DD40F-612C-96BD-B2C7-089249AD2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static inline void hlist_add_head(struct hlist_node *n, struct hlist_head *h)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struct hlist_node *first = h-&gt;first;</a:t>
            </a:r>
          </a:p>
          <a:p>
            <a:pPr marL="0" indent="0">
              <a:buNone/>
            </a:pPr>
            <a:r>
              <a:rPr lang="en-US" altLang="ko-KR"/>
              <a:t>	WRITE_ONCE(n-&gt;next, first);</a:t>
            </a:r>
          </a:p>
          <a:p>
            <a:pPr marL="0" indent="0">
              <a:buNone/>
            </a:pPr>
            <a:r>
              <a:rPr lang="en-US" altLang="ko-KR"/>
              <a:t>	if (first)</a:t>
            </a:r>
          </a:p>
          <a:p>
            <a:pPr marL="0" indent="0">
              <a:buNone/>
            </a:pPr>
            <a:r>
              <a:rPr lang="en-US" altLang="ko-KR"/>
              <a:t>		WRITE_ONCE(first-&gt;pprev, &amp;n-&gt;next);</a:t>
            </a:r>
          </a:p>
          <a:p>
            <a:pPr marL="0" indent="0">
              <a:buNone/>
            </a:pPr>
            <a:r>
              <a:rPr lang="en-US" altLang="ko-KR"/>
              <a:t>	WRITE_ONCE(h-&gt;first, n);</a:t>
            </a:r>
          </a:p>
          <a:p>
            <a:pPr marL="0" indent="0">
              <a:buNone/>
            </a:pPr>
            <a:r>
              <a:rPr lang="en-US" altLang="ko-KR"/>
              <a:t>	WRITE_ONCE(n-&gt;pprev, &amp;h-&gt;first);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81557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7E31-2E27-E59A-4CEC-8C17ECC4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6C2E-E081-5515-68D0-07907C208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EC475686-1D0D-AD02-8048-381FBEFA99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링</m:t>
                    </m:r>
                  </m:oMath>
                </a14:m>
                <a:r>
                  <a:rPr lang="ko-KR" altLang="en-US"/>
                  <a:t>크드 리스트에서 노드 삭제하기</a:t>
                </a:r>
                <a:endParaRPr lang="en-US" altLang="ko-KR"/>
              </a:p>
              <a:p>
                <a:r>
                  <a:rPr lang="ko-KR" altLang="en-US"/>
                  <a:t>이웃 노드의 앞뒤 연결을 재설정한다</a:t>
                </a:r>
                <a:r>
                  <a:rPr lang="en-US" altLang="ko-KR"/>
                  <a:t>.</a:t>
                </a:r>
              </a:p>
              <a:p>
                <a:r>
                  <a:rPr lang="ko-KR" altLang="en-US"/>
                  <a:t>삭제될 노드의 앞뒤 연결을 재설정한다</a:t>
                </a:r>
                <a:r>
                  <a:rPr lang="en-US" altLang="ko-KR"/>
                  <a:t>.</a:t>
                </a: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EC475686-1D0D-AD02-8048-381FBEFA9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 t="-2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156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2C3F2-D9B1-257F-0C56-B9EF15082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CE74-1C8D-948E-9F75-74E6A4FA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E0C8F96-5BBF-01D1-A158-F49657C2F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static inline void __hlist_del(struct hlist_node *n)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struct hlist_node *next = n-&gt;next;</a:t>
            </a:r>
          </a:p>
          <a:p>
            <a:pPr marL="0" indent="0">
              <a:buNone/>
            </a:pPr>
            <a:r>
              <a:rPr lang="en-US" altLang="ko-KR"/>
              <a:t>	struct hlist_node **pprev = n-&gt;pprev;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WRITE_ONCE(*pprev, next);</a:t>
            </a:r>
          </a:p>
          <a:p>
            <a:pPr marL="0" indent="0">
              <a:buNone/>
            </a:pPr>
            <a:r>
              <a:rPr lang="en-US" altLang="ko-KR"/>
              <a:t>	if (next)</a:t>
            </a:r>
          </a:p>
          <a:p>
            <a:pPr marL="0" indent="0">
              <a:buNone/>
            </a:pPr>
            <a:r>
              <a:rPr lang="en-US" altLang="ko-KR"/>
              <a:t>		WRITE_ONCE(next-&gt;pprev, pprev);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0091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08D0-C68E-ED93-290C-CCC422FE3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2AB6-386F-B3E5-0FDF-7BD7243C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C1E2774-FF73-600F-147F-120022B35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/**</a:t>
            </a:r>
          </a:p>
          <a:p>
            <a:pPr marL="0" indent="0">
              <a:buNone/>
            </a:pPr>
            <a:r>
              <a:rPr lang="en-US" altLang="ko-KR"/>
              <a:t> * hlist_del_init - Delete the specified hlist_node</a:t>
            </a:r>
          </a:p>
          <a:p>
            <a:pPr marL="0" indent="0">
              <a:buNone/>
            </a:pPr>
            <a:r>
              <a:rPr lang="en-US" altLang="ko-KR"/>
              <a:t> *                               from its list and initialize</a:t>
            </a:r>
          </a:p>
          <a:p>
            <a:pPr marL="0" indent="0">
              <a:buNone/>
            </a:pPr>
            <a:r>
              <a:rPr lang="en-US" altLang="ko-KR"/>
              <a:t> * @n: Node to delete.</a:t>
            </a:r>
          </a:p>
          <a:p>
            <a:pPr marL="0" indent="0">
              <a:buNone/>
            </a:pPr>
            <a:r>
              <a:rPr lang="en-US" altLang="ko-KR"/>
              <a:t> *</a:t>
            </a:r>
          </a:p>
          <a:p>
            <a:pPr marL="0" indent="0">
              <a:buNone/>
            </a:pPr>
            <a:r>
              <a:rPr lang="en-US" altLang="ko-KR"/>
              <a:t> * This function leaves the node in unhashed state.</a:t>
            </a:r>
          </a:p>
          <a:p>
            <a:pPr marL="0" indent="0">
              <a:buNone/>
            </a:pPr>
            <a:r>
              <a:rPr lang="en-US" altLang="ko-KR"/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4235496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73C55-7DEB-739C-16F3-28567497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7EF32-F699-53ED-09C9-6F9E3DE06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8E619E0-CD32-9B3C-D8C6-E3B01F1E8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static inline void hlist_del_init(struct hlist_node *n)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if (!hlist_unhashed(n)) {</a:t>
            </a:r>
          </a:p>
          <a:p>
            <a:pPr marL="0" indent="0">
              <a:buNone/>
            </a:pPr>
            <a:r>
              <a:rPr lang="en-US" altLang="ko-KR"/>
              <a:t>		__hlist_del(n);</a:t>
            </a:r>
          </a:p>
          <a:p>
            <a:pPr marL="0" indent="0">
              <a:buNone/>
            </a:pPr>
            <a:r>
              <a:rPr lang="en-US" altLang="ko-KR"/>
              <a:t>		INIT_HLIST_NODE(n);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7825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3320-5468-BA33-A941-3E40C7E44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93AAB-8471-AEC8-FCD5-C294E5236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225ECE8-458A-21AA-DF01-BB173A57E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/**</a:t>
            </a:r>
          </a:p>
          <a:p>
            <a:pPr marL="0" indent="0">
              <a:buNone/>
            </a:pPr>
            <a:r>
              <a:rPr lang="en-US" altLang="ko-KR"/>
              <a:t> * hlist_unhashed - Has node been removed from list </a:t>
            </a:r>
          </a:p>
          <a:p>
            <a:pPr marL="0" indent="0">
              <a:buNone/>
            </a:pPr>
            <a:r>
              <a:rPr lang="en-US" altLang="ko-KR"/>
              <a:t> *                                     and reinitialized?</a:t>
            </a:r>
          </a:p>
          <a:p>
            <a:pPr marL="0" indent="0">
              <a:buNone/>
            </a:pPr>
            <a:r>
              <a:rPr lang="en-US" altLang="ko-KR"/>
              <a:t> * @h: Node to be checked</a:t>
            </a:r>
          </a:p>
          <a:p>
            <a:pPr marL="0" indent="0">
              <a:buNone/>
            </a:pPr>
            <a:r>
              <a:rPr lang="en-US" altLang="ko-KR"/>
              <a:t> *</a:t>
            </a:r>
          </a:p>
          <a:p>
            <a:pPr marL="0" indent="0">
              <a:buNone/>
            </a:pPr>
            <a:r>
              <a:rPr lang="en-US" altLang="ko-KR"/>
              <a:t> * Not all removal functions will leave a node in </a:t>
            </a:r>
          </a:p>
          <a:p>
            <a:pPr marL="0" indent="0">
              <a:buNone/>
            </a:pPr>
            <a:r>
              <a:rPr lang="en-US" altLang="ko-KR"/>
              <a:t> * unhashed state. hlist_nulls_del_init_rcu() does leave </a:t>
            </a:r>
          </a:p>
          <a:p>
            <a:pPr marL="0" indent="0">
              <a:buNone/>
            </a:pPr>
            <a:r>
              <a:rPr lang="en-US" altLang="ko-KR"/>
              <a:t> * the node in unhashed state, but hlist_nulls_del() </a:t>
            </a:r>
          </a:p>
          <a:p>
            <a:pPr marL="0" indent="0">
              <a:buNone/>
            </a:pPr>
            <a:r>
              <a:rPr lang="en-US" altLang="ko-KR"/>
              <a:t> * does not.</a:t>
            </a:r>
          </a:p>
          <a:p>
            <a:pPr marL="0" indent="0">
              <a:buNone/>
            </a:pPr>
            <a:r>
              <a:rPr lang="en-US" altLang="ko-KR"/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2472745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23C89-CDE4-AAD2-A446-CF03B50FD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E6F7-D484-7308-D88B-BFBD013A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0443826-D0A7-2A31-81E7-B53A0755B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static inline int hlist_unhashed(const struct </a:t>
            </a:r>
          </a:p>
          <a:p>
            <a:pPr marL="0" indent="0">
              <a:buNone/>
            </a:pPr>
            <a:r>
              <a:rPr lang="en-US" altLang="ko-KR"/>
              <a:t>hlist_node *h)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return !h-&gt;pprev;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6303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2E639-7BAB-FAB4-682A-F79AD033D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E773A-4647-FF2E-C563-C3DD22ED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A011436-33E2-3DE7-EBD5-542E4335F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static inline void INIT_HLIST_NODE(struct </a:t>
            </a:r>
          </a:p>
          <a:p>
            <a:pPr marL="0" indent="0">
              <a:buNone/>
            </a:pPr>
            <a:r>
              <a:rPr lang="en-US" altLang="ko-KR"/>
              <a:t>hlist_node *h)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h-&gt;next = NULL;</a:t>
            </a:r>
          </a:p>
          <a:p>
            <a:pPr marL="0" indent="0">
              <a:buNone/>
            </a:pPr>
            <a:r>
              <a:rPr lang="en-US" altLang="ko-KR"/>
              <a:t>	h-&gt;pprev = NULL;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1186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0470-7816-694F-3608-F7EB0969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427C-59F7-C58C-54AB-6B20EAB4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C2571616-5778-8199-94F3-CF1D2A1989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링</m:t>
                    </m:r>
                  </m:oMath>
                </a14:m>
                <a:r>
                  <a:rPr lang="ko-KR" altLang="en-US"/>
                  <a:t>크드 리스트 노드 사용법</a:t>
                </a:r>
                <a:endParaRPr lang="en-US" altLang="ko-KR"/>
              </a:p>
              <a:p>
                <a:r>
                  <a:rPr lang="ko-KR" altLang="en-US"/>
                  <a:t>데이터 구조체의 멤버로 노드를 쓴다</a:t>
                </a:r>
                <a:r>
                  <a:rPr lang="en-US" altLang="ko-KR"/>
                  <a:t>.</a:t>
                </a:r>
              </a:p>
              <a:p>
                <a:r>
                  <a:rPr lang="ko-KR" altLang="en-US"/>
                  <a:t>노드로 부터 원래 구조체 주소를 역산한다</a:t>
                </a:r>
                <a:r>
                  <a:rPr lang="en-US" altLang="ko-KR"/>
                  <a:t>. </a:t>
                </a: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C2571616-5778-8199-94F3-CF1D2A198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 t="-2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673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D9535-BBAA-DFA4-DC1C-63D547975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3472-E60E-F15F-3BFA-1797176A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87AF0BF-BAD9-482A-E3A1-51086E304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fox {</a:t>
            </a:r>
          </a:p>
          <a:p>
            <a:pPr marL="0" indent="0">
              <a:buNone/>
            </a:pPr>
            <a:r>
              <a:rPr lang="en-US" altLang="ko-KR"/>
              <a:t>	char data;</a:t>
            </a:r>
          </a:p>
          <a:p>
            <a:pPr marL="0" indent="0">
              <a:buNone/>
            </a:pPr>
            <a:r>
              <a:rPr lang="en-US" altLang="ko-KR"/>
              <a:t>	struct hlist_node node;</a:t>
            </a:r>
          </a:p>
          <a:p>
            <a:pPr marL="0" indent="0">
              <a:buNone/>
            </a:pPr>
            <a:r>
              <a:rPr lang="en-US" altLang="ko-KR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5288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AA02-1D90-0C03-37B4-033E3C942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ECCF6-9991-D886-43A8-31CEF9F61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테이블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BE8A0F5F-35F1-E175-77D3-02709974BE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해</m:t>
                    </m:r>
                  </m:oMath>
                </a14:m>
                <a:r>
                  <a:rPr lang="ko-KR" altLang="en-US"/>
                  <a:t>시 테이블 선언</a:t>
                </a:r>
                <a:endParaRPr lang="en-US" altLang="ko-KR"/>
              </a:p>
              <a:p>
                <a:r>
                  <a:rPr lang="ko-KR" altLang="en-US"/>
                  <a:t>링크드 리스트의 배열로 선언한다</a:t>
                </a:r>
                <a:endParaRPr lang="en-US" altLang="ko-KR"/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BE8A0F5F-35F1-E175-77D3-02709974B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 t="-2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172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78A14-5242-967F-FE1C-795F0F87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79468-9C87-C0D1-1A9E-E0B0AE38C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테이블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C94C9B8-8A35-DC10-F898-81BC1387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#define DECLARE_HASHTABLE(name, bits)                   \</a:t>
            </a:r>
          </a:p>
          <a:p>
            <a:pPr marL="0" indent="0">
              <a:buNone/>
            </a:pPr>
            <a:r>
              <a:rPr lang="en-US" altLang="ko-KR"/>
              <a:t>	struct hlist_head name[1 &lt;&lt; (bits)]</a:t>
            </a:r>
          </a:p>
        </p:txBody>
      </p:sp>
    </p:spTree>
    <p:extLst>
      <p:ext uri="{BB962C8B-B14F-4D97-AF65-F5344CB8AC3E}">
        <p14:creationId xmlns:p14="http://schemas.microsoft.com/office/powerpoint/2010/main" val="2443764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EDE3F-E260-838E-7A00-DB0A798D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71B5-B5E6-25F4-481A-32EA7D133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테이블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5F640587-7D47-A8D7-BD5F-01DF9D24B6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해</m:t>
                    </m:r>
                  </m:oMath>
                </a14:m>
                <a:r>
                  <a:rPr lang="ko-KR" altLang="en-US"/>
                  <a:t>시 테이블 초기화</a:t>
                </a:r>
                <a:endParaRPr lang="en-US" altLang="ko-KR"/>
              </a:p>
              <a:p>
                <a:r>
                  <a:rPr lang="ko-KR" altLang="en-US"/>
                  <a:t>첫번째 데이터들을 모두 </a:t>
                </a:r>
                <a:r>
                  <a:rPr lang="en-US" altLang="ko-KR"/>
                  <a:t>NULL</a:t>
                </a:r>
                <a:r>
                  <a:rPr lang="ko-KR" altLang="en-US"/>
                  <a:t>로 설정한다</a:t>
                </a:r>
                <a:endParaRPr lang="en-US" altLang="ko-KR"/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5F640587-7D47-A8D7-BD5F-01DF9D24B6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 t="-2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92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B8B41-BD17-9B78-A4B0-185E2591E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07FE-DCB2-BDAE-5106-919A2D1CD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테이블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9AE83CF-43B7-CD8C-C39E-8D7C1A2B5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static inline void __hash_init(struct hlist_head *ht, unsigned int sz)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unsigned int i;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for (i = 0; i &lt; sz; i++)</a:t>
            </a:r>
          </a:p>
          <a:p>
            <a:pPr marL="0" indent="0">
              <a:buNone/>
            </a:pPr>
            <a:r>
              <a:rPr lang="en-US" altLang="ko-KR"/>
              <a:t>		INIT_HLIST_HEAD(&amp;ht[i]);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28951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89B63-3D8F-0DBA-9FB3-B3B7F2F8B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CEB7-A48C-DCC6-9E0A-88D8FDD4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테이블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13FFEBD-41DC-27BD-4CC6-B3DB7C3292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해</m:t>
                    </m:r>
                  </m:oMath>
                </a14:m>
                <a:r>
                  <a:rPr lang="ko-KR" altLang="en-US"/>
                  <a:t>시 테이블에 데이터 추가</a:t>
                </a:r>
                <a:endParaRPr lang="en-US" altLang="ko-KR"/>
              </a:p>
              <a:p>
                <a:r>
                  <a:rPr lang="ko-KR" altLang="en-US"/>
                  <a:t>해시값으로 링크드리스트를 찾아서 추가한다</a:t>
                </a:r>
                <a:endParaRPr lang="en-US" altLang="ko-KR"/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13FFEBD-41DC-27BD-4CC6-B3DB7C3292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 t="-2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027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1E947-5538-6BE5-535A-EC08F79A3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A5D75-BE04-1112-ED81-9E8CCAE33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테이블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659C1B8-9ECF-A8F3-1D8D-7F2F5AEB8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/**</a:t>
            </a:r>
          </a:p>
          <a:p>
            <a:pPr marL="0" indent="0">
              <a:buNone/>
            </a:pPr>
            <a:r>
              <a:rPr lang="en-US" altLang="ko-KR"/>
              <a:t> * hash_add - add an object to a hashtable</a:t>
            </a:r>
          </a:p>
          <a:p>
            <a:pPr marL="0" indent="0">
              <a:buNone/>
            </a:pPr>
            <a:r>
              <a:rPr lang="en-US" altLang="ko-KR"/>
              <a:t> * @hashtable: hashtable to add to</a:t>
            </a:r>
          </a:p>
          <a:p>
            <a:pPr marL="0" indent="0">
              <a:buNone/>
            </a:pPr>
            <a:r>
              <a:rPr lang="en-US" altLang="ko-KR"/>
              <a:t> * @node: &amp;struct hlist_node of the object to be added</a:t>
            </a:r>
          </a:p>
          <a:p>
            <a:pPr marL="0" indent="0">
              <a:buNone/>
            </a:pPr>
            <a:r>
              <a:rPr lang="en-US" altLang="ko-KR"/>
              <a:t> * @key: the key of the object to be added</a:t>
            </a:r>
          </a:p>
          <a:p>
            <a:pPr marL="0" indent="0">
              <a:buNone/>
            </a:pPr>
            <a:r>
              <a:rPr lang="en-US" altLang="ko-KR"/>
              <a:t> */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#define hash_add(hashtable, node, key)		\</a:t>
            </a:r>
          </a:p>
          <a:p>
            <a:pPr marL="0" indent="0">
              <a:buNone/>
            </a:pPr>
            <a:r>
              <a:rPr lang="en-US" altLang="ko-KR"/>
              <a:t>	hlist_add_head(node, &amp;hashtable[		\</a:t>
            </a:r>
          </a:p>
          <a:p>
            <a:pPr marL="0" indent="0">
              <a:buNone/>
            </a:pPr>
            <a:r>
              <a:rPr lang="en-US" altLang="ko-KR"/>
              <a:t>	hash_32(key, HASH_BITS(hashtable))])</a:t>
            </a:r>
          </a:p>
        </p:txBody>
      </p:sp>
    </p:spTree>
    <p:extLst>
      <p:ext uri="{BB962C8B-B14F-4D97-AF65-F5344CB8AC3E}">
        <p14:creationId xmlns:p14="http://schemas.microsoft.com/office/powerpoint/2010/main" val="3106917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E7F4D-08B9-3E72-A1FE-818B942A8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7338-013E-F6C7-2DD2-94586C3E9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해시 테이블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6FC452-7BF7-34FB-2497-D844E6B9F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ilog2(unsigned int v)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int l = 0;</a:t>
            </a:r>
          </a:p>
          <a:p>
            <a:pPr marL="0" indent="0">
              <a:buNone/>
            </a:pPr>
            <a:r>
              <a:rPr lang="en-US" altLang="ko-KR"/>
              <a:t>    while ((1U &lt;&lt; l) &lt; v)</a:t>
            </a:r>
          </a:p>
          <a:p>
            <a:pPr marL="0" indent="0">
              <a:buNone/>
            </a:pPr>
            <a:r>
              <a:rPr lang="en-US" altLang="ko-KR"/>
              <a:t>        l++;</a:t>
            </a:r>
          </a:p>
          <a:p>
            <a:pPr marL="0" indent="0">
              <a:buNone/>
            </a:pPr>
            <a:r>
              <a:rPr lang="en-US" altLang="ko-KR"/>
              <a:t>    return l;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r>
              <a:rPr lang="en-US" altLang="ko-KR"/>
              <a:t>#define ARRAY_SIZE(arr) (sizeof(arr) / sizeof(arr[0]))</a:t>
            </a:r>
          </a:p>
          <a:p>
            <a:pPr marL="0" indent="0">
              <a:buNone/>
            </a:pPr>
            <a:r>
              <a:rPr lang="en-US" altLang="ko-KR"/>
              <a:t>#define HASH_SIZE(name) (ARRAY_SIZE(name))</a:t>
            </a:r>
          </a:p>
          <a:p>
            <a:pPr marL="0" indent="0">
              <a:buNone/>
            </a:pPr>
            <a:r>
              <a:rPr lang="en-US" altLang="ko-KR"/>
              <a:t>#define HASH_BITS(name) ilog2(HASH_SIZE(name))</a:t>
            </a:r>
          </a:p>
        </p:txBody>
      </p:sp>
    </p:spTree>
    <p:extLst>
      <p:ext uri="{BB962C8B-B14F-4D97-AF65-F5344CB8AC3E}">
        <p14:creationId xmlns:p14="http://schemas.microsoft.com/office/powerpoint/2010/main" val="3156876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61C35-ECCB-249E-CCAD-75E7705A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EDBB-82BC-4EAE-CA60-21514A7D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8597" y="262442"/>
            <a:ext cx="2013878" cy="607653"/>
          </a:xfrm>
        </p:spPr>
        <p:txBody>
          <a:bodyPr>
            <a:spAutoFit/>
          </a:bodyPr>
          <a:lstStyle/>
          <a:p>
            <a:r>
              <a:rPr lang="ko-KR" altLang="en-US"/>
              <a:t>요약</a:t>
            </a:r>
            <a:endParaRPr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5CD7DD8-F80D-FF8F-8379-DAB929367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해시함수</a:t>
            </a:r>
            <a:endParaRPr lang="en-US" altLang="ko-KR"/>
          </a:p>
          <a:p>
            <a:r>
              <a:rPr lang="ko-KR" altLang="en-US"/>
              <a:t>링크드리스트</a:t>
            </a:r>
            <a:endParaRPr lang="en-US" altLang="ko-KR"/>
          </a:p>
          <a:p>
            <a:r>
              <a:rPr lang="ko-KR" altLang="en-US"/>
              <a:t>해시테이블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02364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5713C-DF1A-5504-62CE-045DE2FA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3A74-B363-20AD-D714-35E2D46A3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143" y="262442"/>
            <a:ext cx="5032332" cy="607653"/>
          </a:xfrm>
        </p:spPr>
        <p:txBody>
          <a:bodyPr>
            <a:spAutoFit/>
          </a:bodyPr>
          <a:lstStyle/>
          <a:p>
            <a:r>
              <a:rPr lang="ko-KR" altLang="en-US"/>
              <a:t>기말고사 기출문제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1290B-DF49-7494-FD08-695E2B1BE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Bucket</a:t>
            </a:r>
            <a:r>
              <a:rPr lang="ko-KR" altLang="en-US"/>
              <a:t>이 </a:t>
            </a:r>
            <a:r>
              <a:rPr lang="en-US" altLang="ko-KR"/>
              <a:t>11</a:t>
            </a:r>
            <a:r>
              <a:rPr lang="ko-KR" altLang="en-US"/>
              <a:t>개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bucket </a:t>
            </a:r>
            <a:r>
              <a:rPr lang="ko-KR" altLang="en-US"/>
              <a:t>당 </a:t>
            </a:r>
            <a:r>
              <a:rPr lang="en-US" altLang="ko-KR"/>
              <a:t>slot</a:t>
            </a:r>
            <a:r>
              <a:rPr lang="ko-KR" altLang="en-US"/>
              <a:t>이 </a:t>
            </a:r>
            <a:r>
              <a:rPr lang="en-US" altLang="ko-KR"/>
              <a:t>1</a:t>
            </a:r>
            <a:r>
              <a:rPr lang="ko-KR" altLang="en-US"/>
              <a:t>개인 </a:t>
            </a:r>
            <a:r>
              <a:rPr lang="en-US" altLang="ko-KR"/>
              <a:t>hash table</a:t>
            </a:r>
          </a:p>
          <a:p>
            <a:r>
              <a:rPr lang="en-US" altLang="ko-KR"/>
              <a:t>Hash function : </a:t>
            </a:r>
            <a:r>
              <a:rPr lang="da-DK" altLang="ko-KR" i="1"/>
              <a:t>h</a:t>
            </a:r>
            <a:r>
              <a:rPr lang="da-DK" altLang="ko-KR"/>
              <a:t>(</a:t>
            </a:r>
            <a:r>
              <a:rPr lang="da-DK" altLang="ko-KR" i="1"/>
              <a:t>k</a:t>
            </a:r>
            <a:r>
              <a:rPr lang="da-DK" altLang="ko-KR"/>
              <a:t>) = </a:t>
            </a:r>
            <a:r>
              <a:rPr lang="da-DK" altLang="ko-KR" i="1"/>
              <a:t>k </a:t>
            </a:r>
            <a:r>
              <a:rPr lang="da-DK" altLang="ko-KR"/>
              <a:t>mod 11</a:t>
            </a:r>
          </a:p>
          <a:p>
            <a:r>
              <a:rPr lang="ko-KR" altLang="en-US"/>
              <a:t>입력값</a:t>
            </a:r>
            <a:r>
              <a:rPr lang="en-US" altLang="ko-KR"/>
              <a:t>: 12, 44, 13, 88, 23, 94, 11, 39, 20, 16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1) </a:t>
            </a:r>
            <a:r>
              <a:rPr lang="ko-KR" altLang="en-US"/>
              <a:t>언제 </a:t>
            </a:r>
            <a:r>
              <a:rPr lang="en-US" altLang="ko-KR"/>
              <a:t>overflow</a:t>
            </a:r>
            <a:r>
              <a:rPr lang="ko-KR" altLang="en-US"/>
              <a:t>가 발생</a:t>
            </a:r>
            <a:r>
              <a:rPr lang="en-US" altLang="ko-KR"/>
              <a:t>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2) linear probing</a:t>
            </a:r>
            <a:r>
              <a:rPr lang="ko-KR" altLang="en-US"/>
              <a:t>에서</a:t>
            </a:r>
            <a:r>
              <a:rPr lang="en-US" altLang="ko-KR"/>
              <a:t>, 11 </a:t>
            </a:r>
            <a:r>
              <a:rPr lang="ko-KR" altLang="en-US"/>
              <a:t>추가시 </a:t>
            </a:r>
            <a:r>
              <a:rPr lang="en-US" altLang="ko-KR"/>
              <a:t>bucket</a:t>
            </a:r>
            <a:r>
              <a:rPr lang="ko-KR" altLang="en-US"/>
              <a:t>을 몇 개 점검</a:t>
            </a:r>
            <a:r>
              <a:rPr lang="en-US" altLang="ko-KR"/>
              <a:t>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3) quadratic probing</a:t>
            </a:r>
            <a:r>
              <a:rPr lang="ko-KR" altLang="en-US"/>
              <a:t>에서</a:t>
            </a:r>
            <a:r>
              <a:rPr lang="en-US" altLang="ko-KR"/>
              <a:t> 11</a:t>
            </a:r>
            <a:r>
              <a:rPr lang="ko-KR" altLang="en-US"/>
              <a:t> 추가</a:t>
            </a:r>
            <a:r>
              <a:rPr lang="en-US" altLang="ko-KR"/>
              <a:t>,</a:t>
            </a:r>
            <a:r>
              <a:rPr lang="ko-KR" altLang="en-US"/>
              <a:t> 몇 개 </a:t>
            </a:r>
            <a:r>
              <a:rPr lang="en-US" altLang="ko-KR"/>
              <a:t>bucket</a:t>
            </a:r>
            <a:r>
              <a:rPr lang="ko-KR" altLang="en-US"/>
              <a:t> 점검</a:t>
            </a:r>
            <a:r>
              <a:rPr lang="en-US" altLang="ko-KR"/>
              <a:t>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4) 26</a:t>
            </a:r>
            <a:r>
              <a:rPr lang="ko-KR" altLang="en-US"/>
              <a:t>을 탐색할 때</a:t>
            </a:r>
            <a:r>
              <a:rPr lang="en-US" altLang="ko-KR"/>
              <a:t>,</a:t>
            </a:r>
            <a:r>
              <a:rPr lang="ko-KR" altLang="en-US"/>
              <a:t> 몇 개의 </a:t>
            </a:r>
            <a:r>
              <a:rPr lang="en-US" altLang="ko-KR"/>
              <a:t>bucket</a:t>
            </a:r>
            <a:r>
              <a:rPr lang="ko-KR" altLang="en-US"/>
              <a:t>을 점검해야 하는가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1458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13642</TotalTime>
  <Words>1495</Words>
  <Application>Microsoft Office PowerPoint</Application>
  <PresentationFormat>화면 슬라이드 쇼(4:3)</PresentationFormat>
  <Paragraphs>230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2" baseType="lpstr">
      <vt:lpstr>맑은 고딕</vt:lpstr>
      <vt:lpstr>Aptos</vt:lpstr>
      <vt:lpstr>Aptos Display</vt:lpstr>
      <vt:lpstr>Arial</vt:lpstr>
      <vt:lpstr>Cambria Math</vt:lpstr>
      <vt:lpstr>Office 테마</vt:lpstr>
      <vt:lpstr>자료구조 (Data Structure) 11주차: 해시 테이블</vt:lpstr>
      <vt:lpstr>지난 시간 요약</vt:lpstr>
      <vt:lpstr>리눅스 커널에서 구현된 해시 테이블</vt:lpstr>
      <vt:lpstr>해시 함수</vt:lpstr>
      <vt:lpstr>해시 함수</vt:lpstr>
      <vt:lpstr>해시 함수</vt:lpstr>
      <vt:lpstr>해시 함수</vt:lpstr>
      <vt:lpstr>해시 함수</vt:lpstr>
      <vt:lpstr>해시 함수</vt:lpstr>
      <vt:lpstr>링크드 리스트 구조체</vt:lpstr>
      <vt:lpstr>링크드 리스트 구조체</vt:lpstr>
      <vt:lpstr>링크드 리스트 구조체</vt:lpstr>
      <vt:lpstr>링크드 리스트 구조체</vt:lpstr>
      <vt:lpstr>링크드 리스트 구조체</vt:lpstr>
      <vt:lpstr>링크드 리스트 구조체</vt:lpstr>
      <vt:lpstr>링크드 리스트</vt:lpstr>
      <vt:lpstr>링크드 리스트</vt:lpstr>
      <vt:lpstr>링크드 리스트</vt:lpstr>
      <vt:lpstr>링크드 리스트</vt:lpstr>
      <vt:lpstr>링크드 리스트</vt:lpstr>
      <vt:lpstr>링크드 리스트</vt:lpstr>
      <vt:lpstr>링크드 리스트</vt:lpstr>
      <vt:lpstr>링크드 리스트</vt:lpstr>
      <vt:lpstr>링크드 리스트</vt:lpstr>
      <vt:lpstr>링크드 리스트</vt:lpstr>
      <vt:lpstr>링크드 리스트</vt:lpstr>
      <vt:lpstr>링크드 리스트</vt:lpstr>
      <vt:lpstr>해시 테이블</vt:lpstr>
      <vt:lpstr>해시 테이블</vt:lpstr>
      <vt:lpstr>해시 테이블</vt:lpstr>
      <vt:lpstr>해시 테이블</vt:lpstr>
      <vt:lpstr>해시 테이블</vt:lpstr>
      <vt:lpstr>해시 테이블</vt:lpstr>
      <vt:lpstr>해시 테이블</vt:lpstr>
      <vt:lpstr>요약</vt:lpstr>
      <vt:lpstr>기말고사 기출문제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20</cp:revision>
  <dcterms:created xsi:type="dcterms:W3CDTF">2025-07-28T15:04:23Z</dcterms:created>
  <dcterms:modified xsi:type="dcterms:W3CDTF">2025-11-27T23:16:14Z</dcterms:modified>
</cp:coreProperties>
</file>