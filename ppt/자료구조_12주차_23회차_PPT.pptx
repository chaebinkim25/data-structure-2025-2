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4"/>
  </p:notesMasterIdLst>
  <p:sldIdLst>
    <p:sldId id="256" r:id="rId2"/>
    <p:sldId id="257" r:id="rId3"/>
    <p:sldId id="302" r:id="rId4"/>
    <p:sldId id="265" r:id="rId5"/>
    <p:sldId id="258" r:id="rId6"/>
    <p:sldId id="259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3" r:id="rId17"/>
    <p:sldId id="312" r:id="rId18"/>
    <p:sldId id="322" r:id="rId19"/>
    <p:sldId id="276" r:id="rId20"/>
    <p:sldId id="314" r:id="rId21"/>
    <p:sldId id="315" r:id="rId22"/>
    <p:sldId id="316" r:id="rId23"/>
    <p:sldId id="317" r:id="rId24"/>
    <p:sldId id="319" r:id="rId25"/>
    <p:sldId id="320" r:id="rId26"/>
    <p:sldId id="321" r:id="rId27"/>
    <p:sldId id="326" r:id="rId28"/>
    <p:sldId id="325" r:id="rId29"/>
    <p:sldId id="323" r:id="rId30"/>
    <p:sldId id="324" r:id="rId31"/>
    <p:sldId id="327" r:id="rId32"/>
    <p:sldId id="328" r:id="rId33"/>
    <p:sldId id="329" r:id="rId34"/>
    <p:sldId id="330" r:id="rId35"/>
    <p:sldId id="331" r:id="rId36"/>
    <p:sldId id="332" r:id="rId37"/>
    <p:sldId id="334" r:id="rId38"/>
    <p:sldId id="335" r:id="rId39"/>
    <p:sldId id="279" r:id="rId40"/>
    <p:sldId id="337" r:id="rId41"/>
    <p:sldId id="297" r:id="rId42"/>
    <p:sldId id="336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463" autoAdjust="0"/>
  </p:normalViewPr>
  <p:slideViewPr>
    <p:cSldViewPr snapToGrid="0">
      <p:cViewPr varScale="1">
        <p:scale>
          <a:sx n="68" d="100"/>
          <a:sy n="68" d="100"/>
        </p:scale>
        <p:origin x="224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rPr lang="en-US"/>
              <a:t>12</a:t>
            </a:r>
            <a:r>
              <a:t>주차: </a:t>
            </a:r>
            <a:r>
              <a:rPr lang="ko-KR" altLang="en-US"/>
              <a:t>이진 탐색 트리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883" y="262442"/>
            <a:ext cx="8374592" cy="607653"/>
          </a:xfrm>
        </p:spPr>
        <p:txBody>
          <a:bodyPr>
            <a:spAutoFit/>
          </a:bodyPr>
          <a:lstStyle/>
          <a:p>
            <a:r>
              <a:t>이진 트리를 포인터로 구현하기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 트리 노드 타입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en-US"/>
              <a:t>	- left:		</a:t>
            </a:r>
            <a:r>
              <a:t>왼쪽 자식 주소</a:t>
            </a:r>
          </a:p>
          <a:p>
            <a:pPr marL="0" indent="0">
              <a:buNone/>
            </a:pPr>
            <a:r>
              <a:rPr lang="en-US"/>
              <a:t>	- right:	</a:t>
            </a:r>
            <a:r>
              <a:t>오른쪽 자식 주소</a:t>
            </a:r>
            <a:endParaRPr lang="en-US"/>
          </a:p>
          <a:p>
            <a:pPr marL="0" indent="0">
              <a:buNone/>
            </a:pPr>
            <a:r>
              <a:rPr lang="en-US"/>
              <a:t>	- value:	</a:t>
            </a:r>
            <a:r>
              <a:t>저장된 데이터 </a:t>
            </a:r>
          </a:p>
          <a:p>
            <a:pPr marL="0" indent="0">
              <a:buNone/>
            </a:pPr>
            <a:r>
              <a:rPr lang="en-US" altLang="ko-KR"/>
              <a:t>	/* - parent:	</a:t>
            </a:r>
            <a:r>
              <a:rPr lang="ko-KR" altLang="en-US"/>
              <a:t>부모 주소</a:t>
            </a:r>
            <a:r>
              <a:rPr lang="en-US" altLang="ko-KR"/>
              <a:t> */</a:t>
            </a:r>
            <a:endParaRPr lang="ko-KR" altLang="en-US"/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3F0C4-0304-21D8-FE2B-9D0F481C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C1A2E-B1D9-3F65-3DFB-C4E5817E7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212" y="262442"/>
            <a:ext cx="7451263" cy="607653"/>
          </a:xfrm>
        </p:spPr>
        <p:txBody>
          <a:bodyPr>
            <a:spAutoFit/>
          </a:bodyPr>
          <a:lstStyle/>
          <a:p>
            <a:r>
              <a:t>이진 트리</a:t>
            </a:r>
            <a:r>
              <a:rPr lang="ko-KR" altLang="en-US"/>
              <a:t>의 노드 방문</a:t>
            </a:r>
            <a:r>
              <a:t>하기 정리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43F99-53F6-8B50-DFA3-B14FF4B6D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VISIT (</a:t>
            </a:r>
            <a:r>
              <a:rPr lang="ko-KR" altLang="en-US"/>
              <a:t>노드 </a:t>
            </a:r>
            <a:r>
              <a:rPr lang="en-US" altLang="ko-KR"/>
              <a:t>node):</a:t>
            </a:r>
          </a:p>
          <a:p>
            <a:pPr>
              <a:lnSpc>
                <a:spcPct val="150000"/>
              </a:lnSpc>
            </a:pPr>
            <a:r>
              <a:rPr lang="en-US"/>
              <a:t>PREORDER(node-&gt;value)</a:t>
            </a:r>
          </a:p>
          <a:p>
            <a:pPr>
              <a:lnSpc>
                <a:spcPct val="150000"/>
              </a:lnSpc>
            </a:pPr>
            <a:r>
              <a:rPr lang="en-US"/>
              <a:t>VISIT(node-&gt;left)</a:t>
            </a:r>
          </a:p>
          <a:p>
            <a:pPr>
              <a:lnSpc>
                <a:spcPct val="150000"/>
              </a:lnSpc>
            </a:pPr>
            <a:r>
              <a:rPr lang="en-US"/>
              <a:t>INORDER(node-&gt;value)</a:t>
            </a:r>
          </a:p>
          <a:p>
            <a:pPr>
              <a:lnSpc>
                <a:spcPct val="150000"/>
              </a:lnSpc>
            </a:pPr>
            <a:r>
              <a:rPr lang="en-US"/>
              <a:t>VISIT(node-&gt;right)</a:t>
            </a:r>
          </a:p>
          <a:p>
            <a:pPr>
              <a:lnSpc>
                <a:spcPct val="150000"/>
              </a:lnSpc>
            </a:pPr>
            <a:r>
              <a:rPr lang="en-US"/>
              <a:t>POSTORDER(node-&gt;value)</a:t>
            </a:r>
          </a:p>
        </p:txBody>
      </p:sp>
    </p:spTree>
    <p:extLst>
      <p:ext uri="{BB962C8B-B14F-4D97-AF65-F5344CB8AC3E}">
        <p14:creationId xmlns:p14="http://schemas.microsoft.com/office/powerpoint/2010/main" val="314429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2877" y="262442"/>
            <a:ext cx="6989598" cy="607653"/>
          </a:xfrm>
        </p:spPr>
        <p:txBody>
          <a:bodyPr>
            <a:spAutoFit/>
          </a:bodyPr>
          <a:lstStyle/>
          <a:p>
            <a:r>
              <a:t>특별한 속성을 가진 이진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부모 노드와 자식 노드 간에 특정 관계가 </a:t>
            </a:r>
            <a:r>
              <a:rPr lang="ko-KR" altLang="en-US"/>
              <a:t>항상 </a:t>
            </a:r>
            <a:r>
              <a:t>성립</a:t>
            </a:r>
          </a:p>
          <a:p>
            <a:endParaRPr/>
          </a:p>
          <a:p>
            <a:pPr marL="0" indent="0">
              <a:buNone/>
            </a:pPr>
            <a:r>
              <a:t>	 - 최대 힙: 부모 노드가 </a:t>
            </a:r>
            <a:r>
              <a:rPr lang="ko-KR" altLang="en-US"/>
              <a:t>제일 크다</a:t>
            </a:r>
            <a:endParaRPr/>
          </a:p>
          <a:p>
            <a:pPr marL="0" indent="0">
              <a:buNone/>
            </a:pPr>
            <a:r>
              <a:t>	 - 최소 힙: 부모 노드가 </a:t>
            </a:r>
            <a:r>
              <a:rPr lang="ko-KR" altLang="en-US"/>
              <a:t>제일 작다</a:t>
            </a:r>
            <a:endParaRPr lang="en-US"/>
          </a:p>
          <a:p>
            <a:pPr marL="0" indent="0">
              <a:buNone/>
            </a:pPr>
            <a:r>
              <a:rPr lang="en-US"/>
              <a:t>	 - </a:t>
            </a:r>
            <a:r>
              <a:rPr lang="ko-KR" altLang="en-US"/>
              <a:t>이진탐색트리</a:t>
            </a:r>
            <a:r>
              <a:rPr lang="en-US" altLang="ko-KR"/>
              <a:t>: </a:t>
            </a:r>
            <a:r>
              <a:rPr lang="ko-KR" altLang="en-US"/>
              <a:t>왼쪽 자식 </a:t>
            </a:r>
            <a:r>
              <a:rPr lang="en-US" altLang="ko-KR"/>
              <a:t>&lt; </a:t>
            </a:r>
            <a:r>
              <a:rPr lang="ko-KR" altLang="en-US"/>
              <a:t>부모 </a:t>
            </a:r>
            <a:r>
              <a:rPr lang="en-US" altLang="ko-KR"/>
              <a:t>&lt; </a:t>
            </a:r>
            <a:r>
              <a:rPr lang="ko-KR" altLang="en-US"/>
              <a:t>오른쪽 자식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이번 시간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이진 </a:t>
            </a:r>
            <a:r>
              <a:rPr lang="ko-KR" altLang="en-US"/>
              <a:t>탐색 </a:t>
            </a:r>
            <a:r>
              <a:t>트리</a:t>
            </a:r>
            <a:r>
              <a:rPr lang="ko-KR" altLang="en-US"/>
              <a:t>의 특징</a:t>
            </a:r>
            <a:endParaRPr/>
          </a:p>
          <a:p>
            <a:endParaRPr/>
          </a:p>
          <a:p>
            <a:r>
              <a:t>이진 </a:t>
            </a:r>
            <a:r>
              <a:rPr lang="ko-KR" altLang="en-US"/>
              <a:t>탐색 </a:t>
            </a:r>
            <a:r>
              <a:t>트리 예제</a:t>
            </a:r>
          </a:p>
          <a:p>
            <a:endParaRPr lang="en-US"/>
          </a:p>
          <a:p>
            <a:r>
              <a:rPr lang="ko-KR" altLang="en-US"/>
              <a:t>이진 탐색 트리에 데이터 추가 </a:t>
            </a:r>
            <a:r>
              <a:rPr lang="en-US" altLang="ko-KR"/>
              <a:t>/ </a:t>
            </a:r>
            <a:r>
              <a:rPr lang="ko-KR" altLang="en-US"/>
              <a:t>삭제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63" y="262442"/>
            <a:ext cx="881221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</a:t>
            </a:r>
            <a:r>
              <a:rPr lang="ko-KR" altLang="en-US"/>
              <a:t>현재 노드 관점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현재 노드에서 자식 노드들과 데이터를 비교했을 때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t>특징은?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8F0E0-8FC8-A864-D935-68E53D0C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0311C-1FFE-FB7B-2106-A84B1F19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994" y="262442"/>
            <a:ext cx="7546481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</a:t>
            </a:r>
            <a:r>
              <a:rPr lang="en-US" altLang="ko-KR"/>
              <a:t>left</a:t>
            </a:r>
            <a:r>
              <a:rPr lang="ko-KR" altLang="en-US"/>
              <a:t> 관점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1FB95-F81D-4441-6721-C17718035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왼쪽 자식 노드에서 봤을때의</a:t>
            </a:r>
            <a:r>
              <a:t> 특징은?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2959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B8BE-2824-1A11-22B9-530DD255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4A29-09F6-4EAC-FA0E-F7D47EA9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626" y="262442"/>
            <a:ext cx="7763849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right</a:t>
            </a:r>
            <a:r>
              <a:rPr lang="ko-KR" altLang="en-US"/>
              <a:t> 관점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82FEF-22EA-BE39-261F-5EF3625D5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오른쪽 자식 노드에서 봤을때의</a:t>
            </a:r>
            <a:r>
              <a:t> 특징은?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38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C81A4-743A-1DD7-0D98-BC89A382C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2A1A4-517F-D04A-B74F-73DA3A230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</a:t>
            </a:r>
            <a:r>
              <a:rPr lang="ko-KR" altLang="en-US"/>
              <a:t>최소값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E8261-34BF-5E1D-EE59-EE77055C3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최소값 노드의</a:t>
            </a:r>
            <a:r>
              <a:t> </a:t>
            </a:r>
            <a:r>
              <a:rPr lang="ko-KR" altLang="en-US"/>
              <a:t>위치는</a:t>
            </a:r>
            <a:r>
              <a:t>?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9513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6306-6D9A-E836-50B3-5745CF93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9425-3D2D-7748-A55E-67738887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</a:t>
            </a:r>
            <a:r>
              <a:rPr lang="ko-KR" altLang="en-US"/>
              <a:t>최대값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7B31D-D452-3ECD-0039-6AA6002D6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최대값 노드의</a:t>
            </a:r>
            <a:r>
              <a:t> </a:t>
            </a:r>
            <a:r>
              <a:rPr lang="ko-KR" altLang="en-US"/>
              <a:t>위치는</a:t>
            </a:r>
            <a:r>
              <a:t>?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0167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C1FBF-6600-960B-510A-2C2F94C9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37EE-B520-3683-E4B1-8B58D655D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</a:t>
            </a:r>
            <a:r>
              <a:rPr lang="ko-KR" altLang="en-US"/>
              <a:t>왼쪽 서브트리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30E4A-1F5D-AD44-D764-C87F39763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왼쪽 자식이 있을 때</a:t>
            </a:r>
            <a:r>
              <a:rPr lang="en-US" altLang="ko-KR"/>
              <a:t>, </a:t>
            </a:r>
            <a:r>
              <a:rPr lang="ko-KR" altLang="en-US"/>
              <a:t>현재 데이터보다 더 작은 값 중 </a:t>
            </a:r>
            <a:br>
              <a:rPr lang="en-US" altLang="ko-KR"/>
            </a:br>
            <a:br>
              <a:rPr lang="en-US" altLang="ko-KR"/>
            </a:br>
            <a:r>
              <a:rPr lang="ko-KR" altLang="en-US"/>
              <a:t>가장 가까운 값의 위치는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0117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B16B9-2B99-56FB-9D34-1097EE178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A7CA8-7829-CF6D-C200-263323524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</a:t>
            </a:r>
            <a:r>
              <a:rPr lang="ko-KR" altLang="en-US"/>
              <a:t>왼쪽 조상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B3A00-8D37-B0ED-30F9-45463502E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왼쪽 자식이 없을 때</a:t>
            </a:r>
            <a:r>
              <a:rPr lang="en-US" altLang="ko-KR"/>
              <a:t>, </a:t>
            </a:r>
            <a:r>
              <a:rPr lang="ko-KR" altLang="en-US"/>
              <a:t>현재 데이터보다 더 작은 값 중 </a:t>
            </a:r>
            <a:br>
              <a:rPr lang="en-US" altLang="ko-KR"/>
            </a:br>
            <a:br>
              <a:rPr lang="en-US" altLang="ko-KR"/>
            </a:br>
            <a:r>
              <a:rPr lang="ko-KR" altLang="en-US"/>
              <a:t>가장 가까운 값의 위치는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0543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59FF3-CC28-88EA-F4BE-DB86BE70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6030F-A8C3-AEF3-7333-B4DC793D0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634" y="262442"/>
            <a:ext cx="9184109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</a:t>
            </a:r>
            <a:r>
              <a:rPr lang="ko-KR" altLang="en-US"/>
              <a:t>오른쪽 서브트리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AD825-AA83-3317-22A5-AEC618463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오른쪽 자식이 있을 때</a:t>
            </a:r>
            <a:r>
              <a:rPr lang="en-US" altLang="ko-KR"/>
              <a:t>, </a:t>
            </a:r>
            <a:r>
              <a:rPr lang="ko-KR" altLang="en-US"/>
              <a:t>현재 데이터보다 더 큰 값 중 </a:t>
            </a:r>
            <a:br>
              <a:rPr lang="en-US" altLang="ko-KR"/>
            </a:br>
            <a:br>
              <a:rPr lang="en-US" altLang="ko-KR"/>
            </a:br>
            <a:r>
              <a:rPr lang="ko-KR" altLang="en-US"/>
              <a:t>가장 가까운 값의 위치는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440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33FF0-4A49-E07F-EAC8-58E1F8692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8115-B209-C7E0-A2A7-5D55A981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96" y="262442"/>
            <a:ext cx="8260779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</a:t>
            </a:r>
            <a:r>
              <a:rPr lang="ko-KR" altLang="en-US"/>
              <a:t>오른쪽 조상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1FA66-0D7A-B51E-A25C-C94B899A8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오른쪽 자식이 없을 때</a:t>
            </a:r>
            <a:r>
              <a:rPr lang="en-US" altLang="ko-KR"/>
              <a:t>, </a:t>
            </a:r>
            <a:r>
              <a:rPr lang="ko-KR" altLang="en-US"/>
              <a:t>현재 데이터보다 더 큰 값 중 </a:t>
            </a:r>
            <a:br>
              <a:rPr lang="en-US" altLang="ko-KR"/>
            </a:br>
            <a:br>
              <a:rPr lang="en-US" altLang="ko-KR"/>
            </a:br>
            <a:r>
              <a:rPr lang="ko-KR" altLang="en-US"/>
              <a:t>가장 가까운 값의 위치는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282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49DB3-500C-48DF-5C19-FA24CA6C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3BF99-19DD-2026-EDB1-377CB2448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458" y="262442"/>
            <a:ext cx="6786017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</a:t>
            </a:r>
            <a:r>
              <a:rPr lang="ko-KR" altLang="en-US"/>
              <a:t>정렬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69171-DD2A-B01D-36A2-2CFDD0C0C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 탐색 트리의 값들을 정렬된 순서로 리스트로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만드는 방법은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71565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31732-AC88-A8AC-341C-B5BC8B5B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9AA15-F96A-47B0-7D74-944DF7DF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 altLang="ko-KR"/>
              <a:t> - </a:t>
            </a:r>
            <a:r>
              <a:rPr lang="ko-KR" altLang="en-US"/>
              <a:t>만들기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62C19-DD9D-4E6A-6675-5F459D24F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정렬된 리스트로부터 균형 잡힌 이진 탐색 트리를 </a:t>
            </a:r>
            <a:endParaRPr lang="en-US" altLang="ko-KR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만드는 방법은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8680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5FC96-854D-1C44-94FA-D1941884B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7C82-A530-91F1-9781-AB26A8CDD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458" y="262442"/>
            <a:ext cx="6786017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</a:t>
            </a:r>
            <a:r>
              <a:rPr lang="ko-KR" altLang="en-US"/>
              <a:t>탐색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4A977-9CC3-58DC-E397-36F3857FE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 탐색 트리에서 특정 값에 해당하는 노드를 찾는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방법은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04807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7DBF0-2E7E-5739-3289-CF5270B7A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813F-64DD-C419-F00D-E968BA8E9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458" y="262442"/>
            <a:ext cx="6786017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트리의 특징</a:t>
            </a:r>
            <a:r>
              <a:rPr lang="en-US"/>
              <a:t> - </a:t>
            </a:r>
            <a:r>
              <a:rPr lang="ko-KR" altLang="en-US"/>
              <a:t>탐색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751EE-ECE6-6342-3181-8B02538B8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SEARCH(</a:t>
            </a:r>
            <a:r>
              <a:rPr lang="ko-KR" altLang="en-US"/>
              <a:t>노드 </a:t>
            </a:r>
            <a:r>
              <a:rPr lang="en-US" altLang="ko-KR"/>
              <a:t>n, </a:t>
            </a:r>
            <a:r>
              <a:rPr lang="ko-KR" altLang="en-US"/>
              <a:t>찾을 데이터 </a:t>
            </a:r>
            <a:r>
              <a:rPr lang="en-US" altLang="ko-KR"/>
              <a:t>k):</a:t>
            </a:r>
          </a:p>
          <a:p>
            <a:pPr marL="0" indent="0">
              <a:buNone/>
            </a:pPr>
            <a:endParaRPr lang="en-US" altLang="ko-KR"/>
          </a:p>
          <a:p>
            <a:r>
              <a:rPr lang="ko-KR" altLang="en-US"/>
              <a:t>만약</a:t>
            </a:r>
            <a:r>
              <a:rPr lang="en-US" altLang="ko-KR"/>
              <a:t>: n</a:t>
            </a:r>
            <a:r>
              <a:rPr lang="ko-KR" altLang="en-US"/>
              <a:t>이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ko-KR" altLang="en-US"/>
              <a:t>반환</a:t>
            </a:r>
            <a:r>
              <a:rPr lang="en-US" altLang="ko-KR"/>
              <a:t>: NULL</a:t>
            </a:r>
            <a:endParaRPr lang="en-US"/>
          </a:p>
          <a:p>
            <a:r>
              <a:rPr lang="ko-KR" altLang="en-US"/>
              <a:t>만약</a:t>
            </a:r>
            <a:r>
              <a:rPr lang="en-US" altLang="ko-KR"/>
              <a:t>: k == n-&gt;data</a:t>
            </a:r>
            <a:r>
              <a:rPr lang="ko-KR" altLang="en-US"/>
              <a:t>면</a:t>
            </a:r>
            <a:r>
              <a:rPr lang="en-US" altLang="ko-KR"/>
              <a:t>, 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ko-KR" altLang="en-US"/>
              <a:t>반환</a:t>
            </a:r>
            <a:r>
              <a:rPr lang="en-US" altLang="ko-KR"/>
              <a:t>: n</a:t>
            </a:r>
            <a:endParaRPr lang="en-US"/>
          </a:p>
          <a:p>
            <a:r>
              <a:rPr lang="ko-KR" altLang="en-US"/>
              <a:t>만약</a:t>
            </a:r>
            <a:r>
              <a:rPr lang="en-US" altLang="ko-KR"/>
              <a:t>: k &lt; n-&gt;data</a:t>
            </a:r>
            <a:r>
              <a:rPr lang="ko-KR" altLang="en-US"/>
              <a:t>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ko-KR" altLang="en-US"/>
              <a:t>반환</a:t>
            </a:r>
            <a:r>
              <a:rPr lang="en-US" altLang="ko-KR"/>
              <a:t>: SEARCH(n-&gt;left, k)</a:t>
            </a:r>
            <a:endParaRPr lang="en-US"/>
          </a:p>
          <a:p>
            <a:r>
              <a:rPr lang="ko-KR" altLang="en-US"/>
              <a:t>만약</a:t>
            </a:r>
            <a:r>
              <a:rPr lang="en-US" altLang="ko-KR"/>
              <a:t>: k &gt; n-&gt;data</a:t>
            </a:r>
            <a:r>
              <a:rPr lang="ko-KR" altLang="en-US"/>
              <a:t>면</a:t>
            </a:r>
            <a:r>
              <a:rPr lang="en-US" altLang="ko-KR"/>
              <a:t>,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ko-KR" altLang="en-US"/>
              <a:t>반환</a:t>
            </a:r>
            <a:r>
              <a:rPr lang="en-US" altLang="ko-KR"/>
              <a:t>: SEARCH(n-&gt;right, k)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6072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구간 트리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구간</a:t>
            </a:r>
            <a:r>
              <a:rPr lang="en-US" altLang="ko-KR"/>
              <a:t>: [low, high]</a:t>
            </a:r>
            <a:endParaRPr/>
          </a:p>
          <a:p>
            <a:endParaRPr lang="en-US"/>
          </a:p>
          <a:p>
            <a:r>
              <a:rPr lang="en-US" altLang="ko-KR"/>
              <a:t>[l1, h1], [l2, h2]</a:t>
            </a:r>
            <a:r>
              <a:rPr lang="ko-KR" altLang="en-US"/>
              <a:t>가 겹치지 않는다</a:t>
            </a:r>
            <a:endParaRPr/>
          </a:p>
          <a:p>
            <a:pPr marL="0" indent="0">
              <a:buNone/>
            </a:pPr>
            <a:r>
              <a:t>	 - </a:t>
            </a:r>
            <a:r>
              <a:rPr lang="en-US"/>
              <a:t>h1 &lt; l2</a:t>
            </a:r>
          </a:p>
          <a:p>
            <a:pPr marL="0" indent="0">
              <a:buNone/>
            </a:pPr>
            <a:r>
              <a:rPr lang="en-US"/>
              <a:t>	 - h2 &lt; l1</a:t>
            </a:r>
          </a:p>
          <a:p>
            <a:pPr marL="0" indent="0">
              <a:buNone/>
            </a:pPr>
            <a:endParaRPr lang="en-US"/>
          </a:p>
          <a:p>
            <a:r>
              <a:rPr lang="en-US" altLang="ko-KR"/>
              <a:t>[l1, h1], [l2, h2]</a:t>
            </a:r>
            <a:r>
              <a:rPr lang="ko-KR" altLang="en-US"/>
              <a:t>가 겹치지 않는다</a:t>
            </a:r>
          </a:p>
          <a:p>
            <a:pPr marL="0" indent="0">
              <a:buNone/>
            </a:pPr>
            <a:r>
              <a:rPr lang="ko-KR" altLang="en-US"/>
              <a:t>	 </a:t>
            </a:r>
            <a:r>
              <a:rPr lang="en-US" altLang="ko-KR"/>
              <a:t>- </a:t>
            </a:r>
            <a:r>
              <a:rPr lang="ko-KR" altLang="en-US"/>
              <a:t>그 외의 경우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마우스 클릭으로 도형 선택하기 </a:t>
            </a:r>
            <a:r>
              <a:rPr lang="en-US" altLang="ko-KR"/>
              <a:t>(</a:t>
            </a:r>
            <a:r>
              <a:rPr lang="ko-KR" altLang="en-US"/>
              <a:t>가로</a:t>
            </a:r>
            <a:r>
              <a:rPr lang="en-US" altLang="ko-KR"/>
              <a:t>, </a:t>
            </a:r>
            <a:r>
              <a:rPr lang="ko-KR" altLang="en-US"/>
              <a:t>세로</a:t>
            </a:r>
            <a:r>
              <a:rPr lang="en-US" altLang="ko-KR"/>
              <a:t>)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BF70E-C152-28CC-006A-75217797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48CE-B02C-1C06-4ED9-84178C75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구간 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926AA-598D-33B3-5196-490D1EC55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 탐색 트리에서 비교할 기준</a:t>
            </a:r>
            <a:r>
              <a:rPr lang="en-US" altLang="ko-KR"/>
              <a:t>: low</a:t>
            </a:r>
          </a:p>
          <a:p>
            <a:endParaRPr lang="en-US"/>
          </a:p>
          <a:p>
            <a:r>
              <a:rPr lang="ko-KR" altLang="en-US"/>
              <a:t>추가로 저장할 데이터</a:t>
            </a:r>
            <a:r>
              <a:rPr lang="en-US" altLang="ko-KR"/>
              <a:t>: max (</a:t>
            </a:r>
            <a:r>
              <a:rPr lang="ko-KR" altLang="en-US"/>
              <a:t>자손 포함 최대값</a:t>
            </a:r>
            <a:r>
              <a:rPr lang="en-US" altLang="ko-KR"/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74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49734-EB1B-4A89-941F-AE562D106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941A8-42F2-6166-42A3-A77D50BEF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구간 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4B6FF-4AED-6138-30D7-93AF1DBEF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어떤 좌표 </a:t>
            </a:r>
            <a:r>
              <a:rPr lang="en-US" altLang="ko-KR"/>
              <a:t>x</a:t>
            </a:r>
            <a:r>
              <a:rPr lang="ko-KR" altLang="en-US"/>
              <a:t>가 현재 노드 </a:t>
            </a:r>
            <a:r>
              <a:rPr lang="en-US" altLang="ko-KR"/>
              <a:t>node</a:t>
            </a:r>
            <a:r>
              <a:rPr lang="ko-KR" altLang="en-US"/>
              <a:t>의 구간에 속했는지 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확인하는 방법은</a:t>
            </a:r>
            <a:r>
              <a:rPr lang="en-US" altLang="ko-KR"/>
              <a:t>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93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89DFA-9D48-F6BA-8F24-6AA651BA4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F4C7-7BAF-AE51-6C37-A606128F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구간 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4269B-F24A-53F5-0985-E665F4406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어떤 좌표 </a:t>
            </a:r>
            <a:r>
              <a:rPr lang="en-US" altLang="ko-KR"/>
              <a:t>x</a:t>
            </a:r>
            <a:r>
              <a:rPr lang="ko-KR" altLang="en-US"/>
              <a:t>가 현재 노드와 모든 자손에 속하지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않을 조건은</a:t>
            </a:r>
            <a:r>
              <a:rPr lang="en-US" altLang="ko-KR"/>
              <a:t>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44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07E6-B5F5-00BF-4E3F-2A1801096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81A6F-CCE0-A1EC-2B15-8242350D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구간 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37706-DDD4-DC33-D676-5AFBFA865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어떤 좌표 </a:t>
            </a:r>
            <a:r>
              <a:rPr lang="en-US" altLang="ko-KR"/>
              <a:t>x</a:t>
            </a:r>
            <a:r>
              <a:rPr lang="ko-KR" altLang="en-US"/>
              <a:t>가 현재 노드와 오른쪽 자손에 속하지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않을 조건은</a:t>
            </a:r>
            <a:r>
              <a:rPr lang="en-US" altLang="ko-KR"/>
              <a:t>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30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96FF-9D7B-3537-7B93-F07006605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6C14-F940-1DC7-0EA3-47D624BC3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구간 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DC4AD-53D6-863E-09E6-FC51A85E1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어떤 좌표 </a:t>
            </a:r>
            <a:r>
              <a:rPr lang="en-US" altLang="ko-KR"/>
              <a:t>x</a:t>
            </a:r>
            <a:r>
              <a:rPr lang="ko-KR" altLang="en-US"/>
              <a:t>가 왼쪽 자손에 속하지</a:t>
            </a:r>
            <a:r>
              <a:rPr lang="en-US" altLang="ko-KR"/>
              <a:t> </a:t>
            </a:r>
            <a:r>
              <a:rPr lang="ko-KR" altLang="en-US"/>
              <a:t>않을 조건은</a:t>
            </a:r>
            <a:r>
              <a:rPr lang="en-US" altLang="ko-KR"/>
              <a:t>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96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70C16-5578-5BDA-508E-D9FF7502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AA3D-D8C3-B79B-544E-79D3377A6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구간 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3F25C-389F-E569-1B01-D3B48F524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SEARCH_ALL(</a:t>
            </a:r>
            <a:r>
              <a:rPr lang="ko-KR" altLang="en-US"/>
              <a:t>좌표 </a:t>
            </a:r>
            <a:r>
              <a:rPr lang="en-US" altLang="ko-KR"/>
              <a:t>x, </a:t>
            </a:r>
            <a:r>
              <a:rPr lang="ko-KR" altLang="en-US"/>
              <a:t>노드 </a:t>
            </a:r>
            <a:r>
              <a:rPr lang="en-US" altLang="ko-KR"/>
              <a:t>n):</a:t>
            </a:r>
          </a:p>
          <a:p>
            <a:r>
              <a:rPr lang="ko-KR" altLang="en-US"/>
              <a:t>만약</a:t>
            </a:r>
            <a:r>
              <a:rPr lang="en-US" altLang="ko-KR"/>
              <a:t>: </a:t>
            </a:r>
            <a:r>
              <a:rPr lang="en-US"/>
              <a:t>n</a:t>
            </a:r>
            <a:r>
              <a:rPr lang="ko-KR" altLang="en-US"/>
              <a:t> </a:t>
            </a:r>
            <a:r>
              <a:rPr lang="en-US" altLang="ko-KR"/>
              <a:t>==</a:t>
            </a:r>
            <a:r>
              <a:rPr lang="ko-KR" altLang="en-US"/>
              <a:t> </a:t>
            </a:r>
            <a:r>
              <a:rPr lang="en-US" altLang="ko-KR"/>
              <a:t>NULL </a:t>
            </a:r>
            <a:r>
              <a:rPr lang="ko-KR" altLang="en-US"/>
              <a:t>또는 </a:t>
            </a:r>
            <a:r>
              <a:rPr lang="en-US" altLang="ko-KR"/>
              <a:t>(x-&gt;low) &gt; (n-&gt;max)</a:t>
            </a:r>
            <a:r>
              <a:rPr lang="ko-KR" altLang="en-US"/>
              <a:t>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ko-KR" altLang="en-US"/>
              <a:t>함수 종료</a:t>
            </a:r>
            <a:endParaRPr lang="en-US"/>
          </a:p>
          <a:p>
            <a:r>
              <a:rPr lang="ko-KR" altLang="en-US"/>
              <a:t>만약</a:t>
            </a:r>
            <a:r>
              <a:rPr lang="en-US" altLang="ko-KR"/>
              <a:t>: n-&gt;left != NULL</a:t>
            </a:r>
            <a:r>
              <a:rPr lang="ko-KR" altLang="en-US"/>
              <a:t> 이고 </a:t>
            </a:r>
            <a:r>
              <a:rPr lang="en-US" altLang="ko-KR"/>
              <a:t>(x-&gt;high) &lt;= (n-&gt;left-&gt;max),</a:t>
            </a:r>
          </a:p>
          <a:p>
            <a:pPr marL="0" indent="0">
              <a:buNone/>
            </a:pPr>
            <a:r>
              <a:rPr lang="en-US"/>
              <a:t>	SEARCH_ALL(x, n-&gt;left)</a:t>
            </a:r>
          </a:p>
          <a:p>
            <a:r>
              <a:rPr lang="ko-KR" altLang="en-US"/>
              <a:t>만약</a:t>
            </a:r>
            <a:r>
              <a:rPr lang="en-US" altLang="ko-KR"/>
              <a:t>: x</a:t>
            </a:r>
            <a:r>
              <a:rPr lang="ko-KR" altLang="en-US"/>
              <a:t>가 </a:t>
            </a:r>
            <a:r>
              <a:rPr lang="en-US" altLang="ko-KR"/>
              <a:t>n</a:t>
            </a:r>
            <a:r>
              <a:rPr lang="ko-KR" altLang="en-US"/>
              <a:t>의 범위에 속하면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/>
              <a:t>	n</a:t>
            </a:r>
            <a:r>
              <a:rPr lang="ko-KR" altLang="en-US"/>
              <a:t>을 보고하기</a:t>
            </a:r>
            <a:endParaRPr lang="en-US"/>
          </a:p>
          <a:p>
            <a:r>
              <a:rPr lang="ko-KR" altLang="en-US"/>
              <a:t>만약</a:t>
            </a:r>
            <a:r>
              <a:rPr lang="en-US" altLang="ko-KR"/>
              <a:t>: (x-&gt;high) &gt;= (n-&gt;low)</a:t>
            </a:r>
            <a:r>
              <a:rPr lang="ko-KR" altLang="en-US"/>
              <a:t>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/>
              <a:t>	SEARCH_ALL(x, n-&gt;right)</a:t>
            </a:r>
          </a:p>
        </p:txBody>
      </p:sp>
    </p:spTree>
    <p:extLst>
      <p:ext uri="{BB962C8B-B14F-4D97-AF65-F5344CB8AC3E}">
        <p14:creationId xmlns:p14="http://schemas.microsoft.com/office/powerpoint/2010/main" val="906825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23330-9E5F-90A6-8C87-DCD19F55B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7A2FF-9DE3-D5AF-5AA0-61EFEE4BB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추가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239FA-2C95-C96C-6D7A-F08E17B45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적절한 위치를 찾아 끝까지 가서 노드를 추가한다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0083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260D6-8EDA-6B48-BAD7-BF2F6978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D3B5C-AC87-2DF8-A4CC-DFCE6C4ED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추가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A496D-0BA0-07B0-9032-074544221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노드 추가 함수를 실행한 후에 루트가 반환될 때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ko-KR" altLang="en-US"/>
              <a:t>비어있는 트리에 새로운 노드를 추가하면</a:t>
            </a:r>
            <a:r>
              <a:rPr lang="en-US" altLang="ko-KR"/>
              <a:t>,</a:t>
            </a:r>
            <a:r>
              <a:rPr lang="ko-KR" altLang="en-US"/>
              <a:t> 반환값은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7163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B507-9694-8004-E129-97C4589C4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F286-C8DE-4683-30E7-93AD373CB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추가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1EBCB-C5DD-D8F5-C13A-8D740278D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노드 추가 함수를 실행한 후에 루트가 반환될 때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ko-KR" altLang="en-US"/>
              <a:t>존재하는 트리에 새로운 노드를 추가하면</a:t>
            </a:r>
            <a:r>
              <a:rPr lang="en-US" altLang="ko-KR"/>
              <a:t>,</a:t>
            </a:r>
            <a:r>
              <a:rPr lang="ko-KR" altLang="en-US"/>
              <a:t> 반환값은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091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DD67-AD36-AC4C-0650-B682C78A7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DC37-E5A3-8569-D35B-33AA139D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추가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B4BF6-8AE6-195A-D22B-1A42FFD7B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기존 노드와 새로운 노드의 데이터가 같으면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2302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81328-14D8-E052-7BA4-F3CD92F1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F71C4-046E-1312-A69F-0D54B8AB2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추가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A6E97-4D0D-6120-4305-FF4A3B0D7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기존 노드의 데이터보다 새로운 노드의 데이터가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작으면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8899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F2765-76D0-BAF6-0AE7-7EF9CBA4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69A9-0617-4032-6FC7-BAB2401C5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추가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BF4DB-05CF-091F-846D-67DA6A507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기존 노드의 데이터보다 새로운 노드의 데이터가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크면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79133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E50A5-2F77-A7E0-F1D9-FF4E25FC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6CDF-FDEC-7C63-E22B-B731D82A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추가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818E7-5788-9E29-72A6-551513888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INSERT(</a:t>
            </a:r>
            <a:r>
              <a:rPr lang="ko-KR" altLang="en-US"/>
              <a:t>루트 노드 </a:t>
            </a:r>
            <a:r>
              <a:rPr lang="en-US" altLang="ko-KR"/>
              <a:t>node, </a:t>
            </a:r>
            <a:r>
              <a:rPr lang="ko-KR" altLang="en-US"/>
              <a:t>새 노드 </a:t>
            </a:r>
            <a:r>
              <a:rPr lang="en-US" altLang="ko-KR"/>
              <a:t>new_node):</a:t>
            </a:r>
          </a:p>
          <a:p>
            <a:endParaRPr lang="en-US" altLang="ko-KR"/>
          </a:p>
          <a:p>
            <a:r>
              <a:rPr lang="ko-KR" altLang="en-US"/>
              <a:t>만약</a:t>
            </a:r>
            <a:r>
              <a:rPr lang="en-US" altLang="ko-KR"/>
              <a:t>: node == NULL</a:t>
            </a:r>
            <a:r>
              <a:rPr lang="ko-KR" altLang="en-US"/>
              <a:t>이면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 altLang="ko-KR"/>
              <a:t>	</a:t>
            </a:r>
            <a:r>
              <a:rPr lang="ko-KR" altLang="en-US"/>
              <a:t>반환</a:t>
            </a:r>
            <a:r>
              <a:rPr lang="en-US" altLang="ko-KR"/>
              <a:t>: new_node</a:t>
            </a:r>
          </a:p>
          <a:p>
            <a:r>
              <a:rPr lang="ko-KR" altLang="en-US"/>
              <a:t>만약</a:t>
            </a:r>
            <a:r>
              <a:rPr lang="en-US" altLang="ko-KR"/>
              <a:t>: (new_node-&gt;key) &lt; (node-&gt;key)</a:t>
            </a:r>
            <a:r>
              <a:rPr lang="ko-KR" altLang="en-US"/>
              <a:t>이면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 altLang="ko-KR"/>
              <a:t>	node-&gt;left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INSERT(node-&gt;left,</a:t>
            </a:r>
            <a:r>
              <a:rPr lang="ko-KR" altLang="en-US"/>
              <a:t> </a:t>
            </a:r>
            <a:r>
              <a:rPr lang="en-US" altLang="ko-KR"/>
              <a:t>new_node)</a:t>
            </a:r>
          </a:p>
          <a:p>
            <a:r>
              <a:rPr lang="ko-KR" altLang="en-US"/>
              <a:t>만약</a:t>
            </a:r>
            <a:r>
              <a:rPr lang="en-US" altLang="ko-KR"/>
              <a:t>: (new_node-&gt;key) &gt; (node-&gt;key)</a:t>
            </a:r>
            <a:r>
              <a:rPr lang="ko-KR" altLang="en-US"/>
              <a:t>이면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 altLang="ko-KR"/>
              <a:t>	node-&gt;right = INSERT(node-&gt;right, new_node)</a:t>
            </a:r>
          </a:p>
          <a:p>
            <a:endParaRPr lang="en-US" altLang="ko-KR"/>
          </a:p>
          <a:p>
            <a:r>
              <a:rPr lang="ko-KR" altLang="en-US"/>
              <a:t>반환</a:t>
            </a:r>
            <a:r>
              <a:rPr lang="en-US" altLang="ko-KR"/>
              <a:t>: node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63471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6B2E-AE84-3640-A502-51B645B3D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A061-950B-3366-301B-4052D828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삭제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8B895-5F09-2A15-7D87-AD9309C9B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노드가 삭제되면</a:t>
            </a:r>
            <a:r>
              <a:rPr lang="en-US" altLang="ko-KR"/>
              <a:t>, </a:t>
            </a:r>
            <a:r>
              <a:rPr lang="ko-KR" altLang="en-US"/>
              <a:t>필요한 경우 트리 구조를 바꿔서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ko-KR" altLang="en-US"/>
              <a:t>왼쪽 데이터 </a:t>
            </a:r>
            <a:r>
              <a:rPr lang="en-US" altLang="ko-KR"/>
              <a:t>&lt; </a:t>
            </a:r>
            <a:r>
              <a:rPr lang="ko-KR" altLang="en-US"/>
              <a:t>데이터</a:t>
            </a:r>
            <a:r>
              <a:rPr lang="en-US" altLang="ko-KR"/>
              <a:t>, </a:t>
            </a:r>
            <a:r>
              <a:rPr lang="ko-KR" altLang="en-US"/>
              <a:t>데이터 </a:t>
            </a:r>
            <a:r>
              <a:rPr lang="en-US" altLang="ko-KR"/>
              <a:t>&lt; </a:t>
            </a:r>
            <a:r>
              <a:rPr lang="ko-KR" altLang="en-US"/>
              <a:t>오른쪽 데이터를 </a:t>
            </a:r>
            <a:endParaRPr lang="en-US" altLang="ko-KR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ko-KR" altLang="en-US"/>
              <a:t>항상 유지한다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898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A907D-58B0-D8A8-524D-46BE84A8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E898D-3B11-A899-B551-318ED78EA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삭제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9A922-7B7A-B1DC-1616-E2719D683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자식이 없는 노드를 삭제할 때</a:t>
            </a:r>
            <a:r>
              <a:rPr lang="en-US" altLang="ko-KR"/>
              <a:t>, </a:t>
            </a:r>
            <a:r>
              <a:rPr lang="ko-KR" altLang="en-US"/>
              <a:t>삭제될 노드의 자리를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ko-KR" altLang="en-US"/>
              <a:t>대체할 노드는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3218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9B79F-EBCE-17BC-8B8F-3FB71FE2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F0DC-3434-0AEE-D568-BD7CAFE2D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삭제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F2011-B574-635B-C16A-EF43643C0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자식이 한개인 노드를 삭제할 때</a:t>
            </a:r>
            <a:r>
              <a:rPr lang="en-US" altLang="ko-KR"/>
              <a:t>, </a:t>
            </a:r>
            <a:r>
              <a:rPr lang="ko-KR" altLang="en-US"/>
              <a:t>자리를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ko-KR" altLang="en-US"/>
              <a:t>대체할 노드는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13784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AC96-B744-19D8-D241-B7D0E55D9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25D3-6B99-DFC0-78A6-24A979387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삭제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9A129-3277-D543-8A04-AA2A8CBC2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자식이 두개인 노드를 삭제할 때</a:t>
            </a:r>
            <a:r>
              <a:rPr lang="en-US" altLang="ko-KR"/>
              <a:t>, </a:t>
            </a:r>
            <a:r>
              <a:rPr lang="ko-KR" altLang="en-US"/>
              <a:t>자리를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ko-KR" altLang="en-US"/>
              <a:t>대체할 노드는</a:t>
            </a:r>
            <a:r>
              <a:rPr lang="en-US" altLang="ko-KR"/>
              <a:t>? </a:t>
            </a:r>
            <a:r>
              <a:rPr lang="ko-KR" altLang="en-US"/>
              <a:t>그 노드의 자식이 두개일 경우는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576798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66F3-1F8D-AEA0-0A20-2A70F7C3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304B-315A-39BB-DF0C-019C9A14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삭제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65781-EC80-1581-D54F-E59C36813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/* parent </a:t>
            </a:r>
            <a:r>
              <a:rPr lang="ko-KR" altLang="en-US"/>
              <a:t>초기값은 </a:t>
            </a:r>
            <a:r>
              <a:rPr lang="en-US" altLang="ko-KR"/>
              <a:t>NULL */</a:t>
            </a:r>
          </a:p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SET_PARENT(</a:t>
            </a:r>
            <a:r>
              <a:rPr lang="ko-KR" altLang="en-US"/>
              <a:t>노드 </a:t>
            </a:r>
            <a:r>
              <a:rPr lang="en-US" altLang="ko-KR"/>
              <a:t>node):</a:t>
            </a:r>
          </a:p>
          <a:p>
            <a:endParaRPr lang="en-US" altLang="ko-KR"/>
          </a:p>
          <a:p>
            <a:r>
              <a:rPr lang="ko-KR" altLang="en-US"/>
              <a:t>만약</a:t>
            </a:r>
            <a:r>
              <a:rPr lang="en-US" altLang="ko-KR"/>
              <a:t>: node-&gt;left</a:t>
            </a:r>
            <a:r>
              <a:rPr lang="ko-KR" altLang="en-US"/>
              <a:t> </a:t>
            </a:r>
            <a:r>
              <a:rPr lang="en-US" altLang="ko-KR"/>
              <a:t>!= NULL</a:t>
            </a:r>
            <a:r>
              <a:rPr lang="ko-KR" altLang="en-US"/>
              <a:t>이면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 altLang="ko-KR"/>
              <a:t>	node-&gt;left-&gt;parent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node</a:t>
            </a:r>
          </a:p>
          <a:p>
            <a:pPr marL="0" indent="0">
              <a:buNone/>
            </a:pPr>
            <a:r>
              <a:rPr lang="en-US" altLang="ko-KR"/>
              <a:t>	SET_PARENT(node-&gt;left)</a:t>
            </a:r>
          </a:p>
          <a:p>
            <a:endParaRPr lang="en-US" altLang="ko-KR"/>
          </a:p>
          <a:p>
            <a:r>
              <a:rPr lang="ko-KR" altLang="en-US"/>
              <a:t>만약</a:t>
            </a:r>
            <a:r>
              <a:rPr lang="en-US" altLang="ko-KR"/>
              <a:t>: node-&gt;right</a:t>
            </a:r>
            <a:r>
              <a:rPr lang="ko-KR" altLang="en-US"/>
              <a:t> </a:t>
            </a:r>
            <a:r>
              <a:rPr lang="en-US" altLang="ko-KR"/>
              <a:t>!= NULL</a:t>
            </a:r>
            <a:r>
              <a:rPr lang="ko-KR" altLang="en-US"/>
              <a:t>이면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 altLang="ko-KR"/>
              <a:t>	node-&gt;right-&gt;parent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node</a:t>
            </a:r>
          </a:p>
          <a:p>
            <a:pPr marL="0" indent="0">
              <a:buNone/>
            </a:pPr>
            <a:r>
              <a:rPr lang="en-US" altLang="ko-KR"/>
              <a:t>	SET_PARENT(node-&gt;right)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633491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190B-42B3-4111-3F1E-B29B4DDE7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3003-AAAA-0EC9-F7C2-B21C091ED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탐색 트리</a:t>
            </a:r>
            <a:r>
              <a:rPr lang="en-US"/>
              <a:t> - </a:t>
            </a:r>
            <a:r>
              <a:rPr lang="ko-KR" altLang="en-US"/>
              <a:t>노드 삭제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DC3E6-62BE-B72D-8ED2-73714AB66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EXTRACT(</a:t>
            </a:r>
            <a:r>
              <a:rPr lang="ko-KR" altLang="en-US"/>
              <a:t>노드 </a:t>
            </a:r>
            <a:r>
              <a:rPr lang="en-US" altLang="ko-KR"/>
              <a:t>node):</a:t>
            </a:r>
          </a:p>
          <a:p>
            <a:r>
              <a:rPr lang="ko-KR" altLang="en-US"/>
              <a:t>만약</a:t>
            </a:r>
            <a:r>
              <a:rPr lang="en-US" altLang="ko-KR"/>
              <a:t>: node </a:t>
            </a:r>
            <a:r>
              <a:rPr lang="ko-KR" altLang="en-US"/>
              <a:t>자식이 없으면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 altLang="ko-KR"/>
              <a:t>	node-&gt;parent</a:t>
            </a:r>
            <a:r>
              <a:rPr lang="ko-KR" altLang="en-US"/>
              <a:t>의 해당 자식 </a:t>
            </a:r>
            <a:r>
              <a:rPr lang="en-US" altLang="ko-KR"/>
              <a:t>= NULL</a:t>
            </a:r>
          </a:p>
          <a:p>
            <a:r>
              <a:rPr lang="ko-KR" altLang="en-US"/>
              <a:t>그외 만약</a:t>
            </a:r>
            <a:r>
              <a:rPr lang="en-US" altLang="ko-KR"/>
              <a:t>: node </a:t>
            </a:r>
            <a:r>
              <a:rPr lang="ko-KR" altLang="en-US"/>
              <a:t>자식이 하나면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 altLang="ko-KR"/>
              <a:t>	node-&gt;parent</a:t>
            </a:r>
            <a:r>
              <a:rPr lang="ko-KR" altLang="en-US"/>
              <a:t>의 해당 자식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node </a:t>
            </a:r>
            <a:r>
              <a:rPr lang="ko-KR" altLang="en-US"/>
              <a:t>자식</a:t>
            </a:r>
            <a:endParaRPr lang="en-US" altLang="ko-KR"/>
          </a:p>
          <a:p>
            <a:r>
              <a:rPr lang="ko-KR" altLang="en-US"/>
              <a:t>그외</a:t>
            </a:r>
            <a:r>
              <a:rPr lang="en-US" altLang="ko-KR"/>
              <a:t>: </a:t>
            </a:r>
          </a:p>
          <a:p>
            <a:pPr marL="0" indent="0">
              <a:buNone/>
            </a:pPr>
            <a:r>
              <a:rPr lang="en-US" altLang="ko-KR"/>
              <a:t>	node-&gt;parent</a:t>
            </a:r>
            <a:r>
              <a:rPr lang="ko-KR" altLang="en-US"/>
              <a:t>의 해당 자식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node</a:t>
            </a:r>
            <a:r>
              <a:rPr lang="ko-KR" altLang="en-US"/>
              <a:t>의 다음 노드 </a:t>
            </a:r>
            <a:r>
              <a:rPr lang="en-US" altLang="ko-KR"/>
              <a:t>s</a:t>
            </a:r>
          </a:p>
          <a:p>
            <a:pPr marL="0" indent="0">
              <a:buNone/>
            </a:pPr>
            <a:r>
              <a:rPr lang="en-US" altLang="ko-KR"/>
              <a:t>	s-&gt;parent-&gt;right = s-&gt;right</a:t>
            </a:r>
          </a:p>
          <a:p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17845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이번 시간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이진 </a:t>
            </a:r>
            <a:r>
              <a:rPr lang="ko-KR" altLang="en-US"/>
              <a:t>탐색 </a:t>
            </a:r>
            <a:r>
              <a:t>트리</a:t>
            </a:r>
            <a:r>
              <a:rPr lang="ko-KR" altLang="en-US"/>
              <a:t>의 특징</a:t>
            </a:r>
            <a:endParaRPr/>
          </a:p>
          <a:p>
            <a:endParaRPr/>
          </a:p>
          <a:p>
            <a:r>
              <a:rPr lang="ko-KR" altLang="en-US"/>
              <a:t>이진 탐색 트리에 노드 추가하기</a:t>
            </a:r>
            <a:endParaRPr/>
          </a:p>
          <a:p>
            <a:endParaRPr/>
          </a:p>
          <a:p>
            <a:r>
              <a:rPr lang="ko-KR" altLang="en-US"/>
              <a:t>이진 탐색 트리에서 노드 삭제하기</a:t>
            </a:r>
            <a:endParaRPr/>
          </a:p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01FD-0E8B-A925-8268-3E6DDDDA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26DE8-2211-BBF2-864B-BDC6200D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799" y="262442"/>
            <a:ext cx="5963676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34665-CBDB-2CBD-0A6C-27504CB34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아래의 순서로 </a:t>
            </a:r>
            <a:r>
              <a:rPr lang="en-US" altLang="ko-KR"/>
              <a:t>data</a:t>
            </a:r>
            <a:r>
              <a:rPr lang="ko-KR" altLang="en-US"/>
              <a:t>가 입력된다고 할 때 만들어지는 </a:t>
            </a:r>
            <a:r>
              <a:rPr lang="en-US" altLang="ko-KR"/>
              <a:t>BST</a:t>
            </a:r>
            <a:r>
              <a:rPr lang="ko-KR" altLang="en-US"/>
              <a:t>를 그림으로 설명하시오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11 22 33 44 55 66 77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00966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74F00-F658-BF42-9EB1-04B8E5ED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1C376-1BBF-6EE0-F4A7-935F59B50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798" y="262442"/>
            <a:ext cx="5963677" cy="607653"/>
          </a:xfrm>
        </p:spPr>
        <p:txBody>
          <a:bodyPr>
            <a:spAutoFit/>
          </a:bodyPr>
          <a:lstStyle/>
          <a:p>
            <a:r>
              <a:rPr lang="en-US" altLang="ko-KR"/>
              <a:t>2018 </a:t>
            </a:r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23CCD-E441-70AA-8D03-3A15EDA25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ko-KR"/>
              <a:t>Binary search tree</a:t>
            </a:r>
            <a:r>
              <a:rPr lang="ko-KR" altLang="en-US"/>
              <a:t>에 </a:t>
            </a:r>
            <a:r>
              <a:rPr lang="en-US" altLang="ko-KR"/>
              <a:t>1</a:t>
            </a:r>
            <a:r>
              <a:rPr lang="ko-KR" altLang="en-US"/>
              <a:t>부터 </a:t>
            </a:r>
            <a:r>
              <a:rPr lang="en-US" altLang="ko-KR"/>
              <a:t>100</a:t>
            </a:r>
            <a:r>
              <a:rPr lang="ko-KR" altLang="en-US"/>
              <a:t>까지의 숫자가 저장되어 있다고 가정하자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binary search tree</a:t>
            </a:r>
            <a:r>
              <a:rPr lang="ko-KR" altLang="en-US"/>
              <a:t>에서 </a:t>
            </a:r>
            <a:r>
              <a:rPr lang="en-US" altLang="ko-KR"/>
              <a:t>55</a:t>
            </a:r>
            <a:r>
              <a:rPr lang="ko-KR" altLang="en-US"/>
              <a:t>를 탐색하는 경우 방문되는 </a:t>
            </a:r>
            <a:r>
              <a:rPr lang="en-US" altLang="ko-KR"/>
              <a:t>node</a:t>
            </a:r>
            <a:r>
              <a:rPr lang="ko-KR" altLang="en-US"/>
              <a:t>에 저장된 값을 적었을 때</a:t>
            </a:r>
            <a:r>
              <a:rPr lang="en-US" altLang="ko-KR"/>
              <a:t>, </a:t>
            </a:r>
            <a:r>
              <a:rPr lang="ko-KR" altLang="en-US"/>
              <a:t>다음 중 발생할 수 없는 </a:t>
            </a:r>
            <a:r>
              <a:rPr lang="en-US" altLang="ko-KR"/>
              <a:t>sequence</a:t>
            </a:r>
            <a:r>
              <a:rPr lang="ko-KR" altLang="en-US"/>
              <a:t>는 어느 것인지 고르고</a:t>
            </a:r>
            <a:r>
              <a:rPr lang="en-US" altLang="ko-KR"/>
              <a:t>, </a:t>
            </a:r>
            <a:r>
              <a:rPr lang="ko-KR" altLang="en-US"/>
              <a:t>그 이유를 적으시오</a:t>
            </a:r>
            <a:r>
              <a:rPr lang="en-US" altLang="ko-KR"/>
              <a:t>. </a:t>
            </a:r>
            <a:endParaRPr lang="ko-KR" altLang="en-US"/>
          </a:p>
          <a:p>
            <a:pPr marL="0" indent="0" fontAlgn="base">
              <a:buNone/>
            </a:pPr>
            <a:endParaRPr lang="en-US" altLang="ko-KR"/>
          </a:p>
          <a:p>
            <a:pPr marL="0" indent="0" fontAlgn="base">
              <a:buNone/>
            </a:pPr>
            <a:r>
              <a:rPr lang="ko-KR" altLang="en-US"/>
              <a:t>① </a:t>
            </a:r>
            <a:r>
              <a:rPr lang="en-US" altLang="ko-KR"/>
              <a:t>{10, 75, 64, 43, 60, 57, 55} </a:t>
            </a:r>
          </a:p>
          <a:p>
            <a:pPr marL="0" indent="0" fontAlgn="base">
              <a:buNone/>
            </a:pPr>
            <a:r>
              <a:rPr lang="ko-KR" altLang="en-US"/>
              <a:t>② </a:t>
            </a:r>
            <a:r>
              <a:rPr lang="en-US" altLang="ko-KR"/>
              <a:t>{90, 12, 68, 34, 62, 45, 55} </a:t>
            </a:r>
            <a:endParaRPr lang="ko-KR" altLang="en-US"/>
          </a:p>
          <a:p>
            <a:pPr marL="0" indent="0" fontAlgn="base">
              <a:buNone/>
            </a:pPr>
            <a:r>
              <a:rPr lang="ko-KR" altLang="en-US"/>
              <a:t>③ </a:t>
            </a:r>
            <a:r>
              <a:rPr lang="en-US" altLang="ko-KR"/>
              <a:t>{9, 85, 47, 68, 43, 57, 55} </a:t>
            </a:r>
          </a:p>
          <a:p>
            <a:pPr marL="0" indent="0" fontAlgn="base">
              <a:buNone/>
            </a:pPr>
            <a:r>
              <a:rPr lang="ko-KR" altLang="en-US"/>
              <a:t>④ </a:t>
            </a:r>
            <a:r>
              <a:rPr lang="en-US" altLang="ko-KR"/>
              <a:t>{79, 14, 72, 56, 16, 53, 55} </a:t>
            </a:r>
            <a:endParaRPr lang="ko-KR" altLang="en-US"/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0329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4FB7-00BA-0AB0-36FF-F02674BC7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D7A2-FE90-538F-FE5B-4AE60ABF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798" y="262442"/>
            <a:ext cx="5963677" cy="607653"/>
          </a:xfrm>
        </p:spPr>
        <p:txBody>
          <a:bodyPr>
            <a:spAutoFit/>
          </a:bodyPr>
          <a:lstStyle/>
          <a:p>
            <a:r>
              <a:rPr lang="en-US" altLang="ko-KR"/>
              <a:t>2018 </a:t>
            </a:r>
            <a:r>
              <a:rPr lang="ko-KR" altLang="en-US"/>
              <a:t>기말고사 기출문제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C0F6D-DA61-1459-E87C-6CD4AFF97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/>
              <a:t>어떤 </a:t>
            </a:r>
            <a:r>
              <a:rPr lang="en-US" altLang="ko-KR"/>
              <a:t>binary search tree</a:t>
            </a:r>
            <a:r>
              <a:rPr lang="ko-KR" altLang="en-US"/>
              <a:t>의 </a:t>
            </a:r>
            <a:r>
              <a:rPr lang="en-US" altLang="ko-KR"/>
              <a:t>preorder traversal sequence</a:t>
            </a:r>
            <a:r>
              <a:rPr lang="ko-KR" altLang="en-US"/>
              <a:t>가 </a:t>
            </a:r>
            <a:r>
              <a:rPr lang="en-US" altLang="ko-KR"/>
              <a:t>30, 20, 10, 15, 25, 23, 39, 35, 42</a:t>
            </a:r>
            <a:r>
              <a:rPr lang="ko-KR" altLang="en-US"/>
              <a:t>일 때</a:t>
            </a:r>
            <a:r>
              <a:rPr lang="en-US" altLang="ko-KR"/>
              <a:t>, </a:t>
            </a:r>
            <a:r>
              <a:rPr lang="ko-KR" altLang="en-US"/>
              <a:t>이 </a:t>
            </a:r>
            <a:r>
              <a:rPr lang="en-US" altLang="ko-KR"/>
              <a:t>binary search tree</a:t>
            </a:r>
            <a:r>
              <a:rPr lang="ko-KR" altLang="en-US"/>
              <a:t>를 그림으로 나타내시오</a:t>
            </a:r>
            <a:r>
              <a:rPr lang="en-US" altLang="ko-KR"/>
              <a:t>. Binary search tree</a:t>
            </a:r>
            <a:r>
              <a:rPr lang="ko-KR" altLang="en-US"/>
              <a:t>를 확정하는 과정을 보이시오</a:t>
            </a:r>
            <a:r>
              <a:rPr lang="en-US" altLang="ko-KR"/>
              <a:t>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3123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14477</TotalTime>
  <Words>1337</Words>
  <Application>Microsoft Office PowerPoint</Application>
  <PresentationFormat>화면 슬라이드 쇼(4:3)</PresentationFormat>
  <Paragraphs>195</Paragraphs>
  <Slides>42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7" baseType="lpstr">
      <vt:lpstr>맑은 고딕</vt:lpstr>
      <vt:lpstr>Aptos</vt:lpstr>
      <vt:lpstr>Aptos Display</vt:lpstr>
      <vt:lpstr>Arial</vt:lpstr>
      <vt:lpstr>Office 테마</vt:lpstr>
      <vt:lpstr>자료구조 (Data Structure) 12주차: 이진 탐색 트리</vt:lpstr>
      <vt:lpstr>이진 트리를 포인터로 구현하기 정리</vt:lpstr>
      <vt:lpstr>이진 트리의 노드 방문하기 정리</vt:lpstr>
      <vt:lpstr>특별한 속성을 가진 이진 트리</vt:lpstr>
      <vt:lpstr>이번 시간 목차</vt:lpstr>
      <vt:lpstr>이진 탐색 트리의 특징 - 현재 노드 관점</vt:lpstr>
      <vt:lpstr>이진 탐색 트리의 특징 - left 관점</vt:lpstr>
      <vt:lpstr>이진 탐색 트리의 특징 - right 관점</vt:lpstr>
      <vt:lpstr>이진 탐색 트리의 특징 - 최소값</vt:lpstr>
      <vt:lpstr>이진 탐색 트리의 특징 - 최대값</vt:lpstr>
      <vt:lpstr>이진 탐색 트리의 특징 - 왼쪽 서브트리</vt:lpstr>
      <vt:lpstr>이진 탐색 트리의 특징 - 왼쪽 조상</vt:lpstr>
      <vt:lpstr>이진 탐색 트리의 특징 - 오른쪽 서브트리</vt:lpstr>
      <vt:lpstr>이진 탐색 트리의 특징 - 오른쪽 조상</vt:lpstr>
      <vt:lpstr>이진 탐색 트리의 특징 - 정렬</vt:lpstr>
      <vt:lpstr>이진 탐색 트리의 특징 - 만들기</vt:lpstr>
      <vt:lpstr>이진 탐색 트리의 특징 - 탐색</vt:lpstr>
      <vt:lpstr>이진 탐색 트리의 특징 - 탐색</vt:lpstr>
      <vt:lpstr>예제 - 구간 트리</vt:lpstr>
      <vt:lpstr>예제 - 구간 트리</vt:lpstr>
      <vt:lpstr>예제 - 구간 트리</vt:lpstr>
      <vt:lpstr>예제 - 구간 트리</vt:lpstr>
      <vt:lpstr>예제 - 구간 트리</vt:lpstr>
      <vt:lpstr>예제 - 구간 트리</vt:lpstr>
      <vt:lpstr>예제 - 구간 트리</vt:lpstr>
      <vt:lpstr>이진 탐색 트리 - 노드 추가</vt:lpstr>
      <vt:lpstr>이진 탐색 트리 - 노드 추가</vt:lpstr>
      <vt:lpstr>이진 탐색 트리 - 노드 추가</vt:lpstr>
      <vt:lpstr>이진 탐색 트리 - 노드 추가</vt:lpstr>
      <vt:lpstr>이진 탐색 트리 - 노드 추가</vt:lpstr>
      <vt:lpstr>이진 탐색 트리 - 노드 추가</vt:lpstr>
      <vt:lpstr>이진 탐색 트리 - 노드 추가</vt:lpstr>
      <vt:lpstr>이진 탐색 트리 - 노드 삭제</vt:lpstr>
      <vt:lpstr>이진 탐색 트리 - 노드 삭제</vt:lpstr>
      <vt:lpstr>이진 탐색 트리 - 노드 삭제</vt:lpstr>
      <vt:lpstr>이진 탐색 트리 - 노드 삭제</vt:lpstr>
      <vt:lpstr>이진 탐색 트리 - 노드 삭제</vt:lpstr>
      <vt:lpstr>이진 탐색 트리 - 노드 삭제</vt:lpstr>
      <vt:lpstr>이번 시간 정리</vt:lpstr>
      <vt:lpstr>2021 기말고사 기출문제</vt:lpstr>
      <vt:lpstr>2018 기말고사 기출문제</vt:lpstr>
      <vt:lpstr>2018 기말고사 기출문제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39</cp:revision>
  <dcterms:created xsi:type="dcterms:W3CDTF">2025-07-28T15:04:23Z</dcterms:created>
  <dcterms:modified xsi:type="dcterms:W3CDTF">2025-12-01T16:06:06Z</dcterms:modified>
</cp:coreProperties>
</file>