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8"/>
  </p:notesMasterIdLst>
  <p:sldIdLst>
    <p:sldId id="256" r:id="rId2"/>
    <p:sldId id="257" r:id="rId3"/>
    <p:sldId id="512" r:id="rId4"/>
    <p:sldId id="513" r:id="rId5"/>
    <p:sldId id="514" r:id="rId6"/>
    <p:sldId id="515" r:id="rId7"/>
    <p:sldId id="516" r:id="rId8"/>
    <p:sldId id="517" r:id="rId9"/>
    <p:sldId id="258" r:id="rId10"/>
    <p:sldId id="481" r:id="rId11"/>
    <p:sldId id="518" r:id="rId12"/>
    <p:sldId id="519" r:id="rId13"/>
    <p:sldId id="520" r:id="rId14"/>
    <p:sldId id="521" r:id="rId15"/>
    <p:sldId id="522" r:id="rId16"/>
    <p:sldId id="523" r:id="rId17"/>
    <p:sldId id="524" r:id="rId18"/>
    <p:sldId id="525" r:id="rId19"/>
    <p:sldId id="526" r:id="rId20"/>
    <p:sldId id="528" r:id="rId21"/>
    <p:sldId id="529" r:id="rId22"/>
    <p:sldId id="530" r:id="rId23"/>
    <p:sldId id="527" r:id="rId24"/>
    <p:sldId id="531" r:id="rId25"/>
    <p:sldId id="532" r:id="rId26"/>
    <p:sldId id="533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065" autoAdjust="0"/>
    <p:restoredTop sz="94660"/>
  </p:normalViewPr>
  <p:slideViewPr>
    <p:cSldViewPr snapToGrid="0">
      <p:cViewPr varScale="1">
        <p:scale>
          <a:sx n="52" d="100"/>
          <a:sy n="52" d="100"/>
        </p:scale>
        <p:origin x="48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rPr lang="en-US"/>
              <a:t>13</a:t>
            </a:r>
            <a:r>
              <a:t>주차: </a:t>
            </a:r>
            <a:r>
              <a:rPr lang="en-US" altLang="ko-KR"/>
              <a:t>AVL</a:t>
            </a:r>
            <a:r>
              <a:rPr lang="ko-KR" altLang="en-US"/>
              <a:t> 트리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933" y="262442"/>
            <a:ext cx="7207542" cy="607653"/>
          </a:xfrm>
        </p:spPr>
        <p:txBody>
          <a:bodyPr>
            <a:spAutoFit/>
          </a:bodyPr>
          <a:lstStyle/>
          <a:p>
            <a:r>
              <a:t>지난 시간 </a:t>
            </a:r>
            <a:r>
              <a:rPr lang="ko-KR" altLang="en-US"/>
              <a:t>내용 </a:t>
            </a:r>
            <a:r>
              <a:rPr lang="en-US" altLang="ko-KR"/>
              <a:t>- balance factor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균형의 정의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높이의 정의</a:t>
            </a:r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A0061-2196-BCF5-51AE-24239075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94F1D-AC8C-4EE0-2B5C-0C15A57E2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110" y="262442"/>
            <a:ext cx="7732365" cy="607653"/>
          </a:xfrm>
        </p:spPr>
        <p:txBody>
          <a:bodyPr>
            <a:spAutoFit/>
          </a:bodyPr>
          <a:lstStyle/>
          <a:p>
            <a:r>
              <a:t>지난 시간 </a:t>
            </a:r>
            <a:r>
              <a:rPr lang="ko-KR" altLang="en-US"/>
              <a:t>내용 </a:t>
            </a:r>
            <a:r>
              <a:rPr lang="en-US" altLang="ko-KR"/>
              <a:t>- Left-Left rotation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3508A-C33E-86C9-4AEB-07EFAD085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왼쪽으로 균형이 기울어졌을 때</a:t>
            </a:r>
            <a:r>
              <a:rPr lang="en-US" altLang="ko-KR"/>
              <a:t>,</a:t>
            </a:r>
          </a:p>
          <a:p>
            <a:endParaRPr lang="en-US" altLang="ko-KR"/>
          </a:p>
          <a:p>
            <a:r>
              <a:rPr lang="ko-KR" altLang="en-US"/>
              <a:t>그리고</a:t>
            </a:r>
            <a:r>
              <a:rPr lang="en-US" altLang="ko-KR"/>
              <a:t>, </a:t>
            </a:r>
            <a:r>
              <a:rPr lang="ko-KR" altLang="en-US"/>
              <a:t>왼쪽 자식의 왼쪽 서브트리가 오른쪽보다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낮지 않을 때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5340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711DF-9843-0D89-B993-B9F15B7E3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D5A4B-C45A-134A-03EB-B04B1B398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39" y="262442"/>
            <a:ext cx="7970636" cy="607653"/>
          </a:xfrm>
        </p:spPr>
        <p:txBody>
          <a:bodyPr>
            <a:spAutoFit/>
          </a:bodyPr>
          <a:lstStyle/>
          <a:p>
            <a:r>
              <a:t>지난 시간 </a:t>
            </a:r>
            <a:r>
              <a:rPr lang="ko-KR" altLang="en-US"/>
              <a:t>내용 </a:t>
            </a:r>
            <a:r>
              <a:rPr lang="en-US" altLang="ko-KR"/>
              <a:t>- Left-Right rotation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5D8F0-B7B6-729F-D5EF-6C68F1683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왼쪽으로 균형이 기울어졌을 때</a:t>
            </a:r>
            <a:r>
              <a:rPr lang="en-US" altLang="ko-KR"/>
              <a:t>,</a:t>
            </a:r>
          </a:p>
          <a:p>
            <a:endParaRPr lang="en-US" altLang="ko-KR"/>
          </a:p>
          <a:p>
            <a:r>
              <a:rPr lang="ko-KR" altLang="en-US"/>
              <a:t>그리고</a:t>
            </a:r>
            <a:r>
              <a:rPr lang="en-US" altLang="ko-KR"/>
              <a:t>, </a:t>
            </a:r>
            <a:r>
              <a:rPr lang="ko-KR" altLang="en-US"/>
              <a:t>왼쪽 자식의 오른쪽 서브트리가 왼쪽보다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높을 때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02566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53131-710C-D252-0F6F-0B3CCCC08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378AE-52D1-9184-8839-CB6D36F0A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568" y="262442"/>
            <a:ext cx="8208907" cy="607653"/>
          </a:xfrm>
        </p:spPr>
        <p:txBody>
          <a:bodyPr>
            <a:spAutoFit/>
          </a:bodyPr>
          <a:lstStyle/>
          <a:p>
            <a:r>
              <a:t>지난 시간 </a:t>
            </a:r>
            <a:r>
              <a:rPr lang="ko-KR" altLang="en-US"/>
              <a:t>내용 </a:t>
            </a:r>
            <a:r>
              <a:rPr lang="en-US" altLang="ko-KR"/>
              <a:t>- Right-Right rotation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76DE2-3D5C-CD45-7F4C-D9DEF7528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오른쪽으로 균형이 기울어졌을 때</a:t>
            </a:r>
            <a:r>
              <a:rPr lang="en-US" altLang="ko-KR"/>
              <a:t>,</a:t>
            </a:r>
          </a:p>
          <a:p>
            <a:endParaRPr lang="en-US" altLang="ko-KR"/>
          </a:p>
          <a:p>
            <a:r>
              <a:rPr lang="ko-KR" altLang="en-US"/>
              <a:t>그리고</a:t>
            </a:r>
            <a:r>
              <a:rPr lang="en-US" altLang="ko-KR"/>
              <a:t>, </a:t>
            </a:r>
            <a:r>
              <a:rPr lang="ko-KR" altLang="en-US"/>
              <a:t>오른쪽 자식의 오른쪽 서브트리가 왼쪽보다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낮지 않을 때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662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7ACB-866E-E6E3-2C4A-B210B134A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BC47A-65BB-0970-7062-F413D9CB9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39" y="262442"/>
            <a:ext cx="7970636" cy="607653"/>
          </a:xfrm>
        </p:spPr>
        <p:txBody>
          <a:bodyPr>
            <a:spAutoFit/>
          </a:bodyPr>
          <a:lstStyle/>
          <a:p>
            <a:r>
              <a:t>지난 시간 </a:t>
            </a:r>
            <a:r>
              <a:rPr lang="ko-KR" altLang="en-US"/>
              <a:t>내용 </a:t>
            </a:r>
            <a:r>
              <a:rPr lang="en-US" altLang="ko-KR"/>
              <a:t>- Right-Left rotation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0105E-B88F-4D47-78F7-F21B2A105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오른쪽으로 균형이 기울어졌을 때</a:t>
            </a:r>
            <a:r>
              <a:rPr lang="en-US" altLang="ko-KR"/>
              <a:t>,</a:t>
            </a:r>
          </a:p>
          <a:p>
            <a:endParaRPr lang="en-US" altLang="ko-KR"/>
          </a:p>
          <a:p>
            <a:r>
              <a:rPr lang="ko-KR" altLang="en-US"/>
              <a:t>그리고</a:t>
            </a:r>
            <a:r>
              <a:rPr lang="en-US" altLang="ko-KR"/>
              <a:t>, </a:t>
            </a:r>
            <a:r>
              <a:rPr lang="ko-KR" altLang="en-US"/>
              <a:t>오른쪽 자식의 왼쪽 서브트리가 오른쪽보다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높을 때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2644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64E60-E349-A445-FE65-B14AF3DF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8AD7F-6899-7D67-CC4E-B76EF9385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t>지난 시간 </a:t>
            </a:r>
            <a:r>
              <a:rPr lang="ko-KR" altLang="en-US"/>
              <a:t>내용 </a:t>
            </a:r>
            <a:r>
              <a:rPr lang="en-US" altLang="ko-KR"/>
              <a:t>- </a:t>
            </a:r>
            <a:r>
              <a:rPr lang="ko-KR" altLang="en-US"/>
              <a:t>높이 계산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5C9D0-093A-4CE6-A4B4-E637DC662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post-order</a:t>
            </a:r>
            <a:r>
              <a:rPr lang="ko-KR" altLang="en-US"/>
              <a:t>에서 계산한다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자식들의 높이 중 큰 값 </a:t>
            </a:r>
            <a:r>
              <a:rPr lang="en-US" altLang="ko-KR"/>
              <a:t>+ 1</a:t>
            </a:r>
          </a:p>
        </p:txBody>
      </p:sp>
    </p:spTree>
    <p:extLst>
      <p:ext uri="{BB962C8B-B14F-4D97-AF65-F5344CB8AC3E}">
        <p14:creationId xmlns:p14="http://schemas.microsoft.com/office/powerpoint/2010/main" val="3790364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5EC59-11AE-0CC3-B4DC-A356A3E4A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45A98-217A-F77F-7CE8-00D4419A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t>지난 시간 </a:t>
            </a:r>
            <a:r>
              <a:rPr lang="ko-KR" altLang="en-US"/>
              <a:t>내용 </a:t>
            </a:r>
            <a:r>
              <a:rPr lang="en-US" altLang="ko-KR"/>
              <a:t>- </a:t>
            </a:r>
            <a:r>
              <a:rPr lang="ko-KR" altLang="en-US"/>
              <a:t>균형 회복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9BE50-0B82-4A31-55C1-4B00EA86F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post-order</a:t>
            </a:r>
            <a:r>
              <a:rPr lang="ko-KR" altLang="en-US"/>
              <a:t>에서 균형 계산</a:t>
            </a:r>
            <a:r>
              <a:rPr lang="en-US" altLang="ko-KR"/>
              <a:t> </a:t>
            </a:r>
            <a:r>
              <a:rPr lang="ko-KR" altLang="en-US"/>
              <a:t>후 필요하면 회복한다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8664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오늘의 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이진탐색트리에서 노드 추가하기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balance factor </a:t>
            </a:r>
            <a:r>
              <a:rPr lang="ko-KR" altLang="en-US"/>
              <a:t>구하기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균형 회복하기</a:t>
            </a:r>
            <a:endParaRPr lang="en-US" altLang="ko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5A90C-54A5-F535-DBA2-5DE6B828B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69155-6EBB-3620-548E-1CE04FD74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5500" y="262442"/>
            <a:ext cx="3026975" cy="607653"/>
          </a:xfrm>
        </p:spPr>
        <p:txBody>
          <a:bodyPr>
            <a:spAutoFit/>
          </a:bodyPr>
          <a:lstStyle/>
          <a:p>
            <a:r>
              <a:rPr lang="ko-KR" altLang="en-US"/>
              <a:t>노드 추가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7F43B-8ADD-DFC8-A720-236D9C146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add_node_bst(</a:t>
            </a:r>
            <a:r>
              <a:rPr lang="ko-KR" altLang="en-US"/>
              <a:t>노드 </a:t>
            </a:r>
            <a:r>
              <a:rPr lang="en-US" altLang="ko-KR"/>
              <a:t>*root, </a:t>
            </a:r>
            <a:r>
              <a:rPr lang="ko-KR" altLang="en-US"/>
              <a:t>노드 </a:t>
            </a:r>
            <a:r>
              <a:rPr lang="en-US" altLang="ko-KR"/>
              <a:t>*node):</a:t>
            </a:r>
            <a:endParaRPr lang="en-US"/>
          </a:p>
          <a:p>
            <a:r>
              <a:rPr lang="en-US"/>
              <a:t>if (!root)</a:t>
            </a:r>
          </a:p>
          <a:p>
            <a:pPr marL="0" indent="0">
              <a:buNone/>
            </a:pPr>
            <a:r>
              <a:rPr lang="en-US"/>
              <a:t>	root = node;</a:t>
            </a:r>
          </a:p>
          <a:p>
            <a:r>
              <a:rPr lang="en-US" altLang="ko-KR"/>
              <a:t>if (!node || node-&gt;data == root-&gt;data)</a:t>
            </a:r>
          </a:p>
          <a:p>
            <a:pPr marL="0" indent="0">
              <a:buNone/>
            </a:pPr>
            <a:r>
              <a:rPr lang="en-US" altLang="ko-KR"/>
              <a:t>	;</a:t>
            </a:r>
          </a:p>
          <a:p>
            <a:r>
              <a:rPr lang="en-US" altLang="ko-KR"/>
              <a:t>else if (node-&gt;data &lt; root-&gt;data)</a:t>
            </a:r>
          </a:p>
          <a:p>
            <a:pPr marL="0" indent="0">
              <a:buNone/>
            </a:pPr>
            <a:r>
              <a:rPr lang="en-US" altLang="ko-KR"/>
              <a:t>	root-&gt;left = add_node_bst(root-&gt;left, node);</a:t>
            </a:r>
          </a:p>
          <a:p>
            <a:r>
              <a:rPr lang="en-US" altLang="ko-KR"/>
              <a:t>else</a:t>
            </a:r>
          </a:p>
          <a:p>
            <a:pPr marL="0" indent="0">
              <a:buNone/>
            </a:pPr>
            <a:r>
              <a:rPr lang="en-US" altLang="ko-KR"/>
              <a:t>	root-&gt;right = add_node_bst(root-&gt;right, node);</a:t>
            </a:r>
          </a:p>
          <a:p>
            <a:r>
              <a:rPr lang="en-US" altLang="ko-KR"/>
              <a:t>return root;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053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38682-629E-AAF7-FBAB-76A8568F9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3AAA-DB17-1FF6-3B03-B7E3D27B4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947" y="262442"/>
            <a:ext cx="6311528" cy="607653"/>
          </a:xfrm>
        </p:spPr>
        <p:txBody>
          <a:bodyPr>
            <a:spAutoFit/>
          </a:bodyPr>
          <a:lstStyle/>
          <a:p>
            <a:r>
              <a:rPr lang="ko-KR" altLang="en-US"/>
              <a:t>노드 추가 </a:t>
            </a:r>
            <a:r>
              <a:rPr lang="en-US" altLang="ko-KR"/>
              <a:t>- </a:t>
            </a:r>
            <a:r>
              <a:rPr lang="ko-KR" altLang="en-US"/>
              <a:t>기출문제 </a:t>
            </a:r>
            <a:r>
              <a:rPr lang="en-US" altLang="ko-KR"/>
              <a:t>2018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ADA00-7CBC-A454-C330-513012623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bst</a:t>
            </a:r>
            <a:r>
              <a:rPr lang="ko-KR" altLang="en-US"/>
              <a:t>를 새로 만들어서 다음 순서로 노드를 추가했을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r>
              <a:rPr lang="ko-KR" altLang="en-US"/>
              <a:t>경우</a:t>
            </a:r>
            <a:r>
              <a:rPr lang="en-US" altLang="ko-KR"/>
              <a:t>, bst</a:t>
            </a:r>
            <a:r>
              <a:rPr lang="ko-KR" altLang="en-US"/>
              <a:t>에 자식이 </a:t>
            </a:r>
            <a:r>
              <a:rPr lang="en-US" altLang="ko-KR"/>
              <a:t>2</a:t>
            </a:r>
            <a:r>
              <a:rPr lang="ko-KR" altLang="en-US"/>
              <a:t>개인 노드가 없는지를 답하시오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1) </a:t>
            </a:r>
            <a:r>
              <a:rPr lang="ko-KR" altLang="en-US"/>
              <a:t>데이터</a:t>
            </a:r>
            <a:r>
              <a:rPr lang="en-US" altLang="ko-KR"/>
              <a:t>: 0, 6, 5, 1, 4, 3, 2</a:t>
            </a:r>
          </a:p>
          <a:p>
            <a:pPr marL="0" indent="0">
              <a:buNone/>
            </a:pPr>
            <a:r>
              <a:rPr lang="en-US" altLang="ko-KR"/>
              <a:t>2) </a:t>
            </a:r>
            <a:r>
              <a:rPr lang="ko-KR" altLang="en-US"/>
              <a:t>데이터</a:t>
            </a:r>
            <a:r>
              <a:rPr lang="en-US" altLang="ko-KR"/>
              <a:t>: 6, 0, 5, 1, 4, 2, 3</a:t>
            </a:r>
          </a:p>
          <a:p>
            <a:pPr marL="0" indent="0">
              <a:buNone/>
            </a:pPr>
            <a:r>
              <a:rPr lang="en-US" altLang="ko-KR"/>
              <a:t>3) </a:t>
            </a:r>
            <a:r>
              <a:rPr lang="ko-KR" altLang="en-US"/>
              <a:t>데이터</a:t>
            </a:r>
            <a:r>
              <a:rPr lang="en-US" altLang="ko-KR"/>
              <a:t>: 0, 6, 2, 5, 1, 4, 3</a:t>
            </a:r>
            <a:endParaRPr lang="ko-KR" altLang="en-US"/>
          </a:p>
          <a:p>
            <a:pPr marL="0" indent="0">
              <a:buNone/>
            </a:pPr>
            <a:r>
              <a:rPr lang="en-US" altLang="ko-KR"/>
              <a:t>4) </a:t>
            </a:r>
            <a:r>
              <a:rPr lang="ko-KR" altLang="en-US"/>
              <a:t>데이터</a:t>
            </a:r>
            <a:r>
              <a:rPr lang="en-US" altLang="ko-KR"/>
              <a:t>: 6, 0, 5, 4, 1, 2, 3</a:t>
            </a:r>
            <a:endParaRPr lang="ko-KR" altLang="en-US"/>
          </a:p>
          <a:p>
            <a:pPr marL="0" indent="0"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556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80D29-EA40-672C-64B8-7152E6EB0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D89B9-2A15-DB07-C5FD-8D8875C6A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947" y="262442"/>
            <a:ext cx="6311528" cy="607653"/>
          </a:xfrm>
        </p:spPr>
        <p:txBody>
          <a:bodyPr>
            <a:spAutoFit/>
          </a:bodyPr>
          <a:lstStyle/>
          <a:p>
            <a:r>
              <a:rPr lang="ko-KR" altLang="en-US"/>
              <a:t>노드 추가 </a:t>
            </a:r>
            <a:r>
              <a:rPr lang="en-US" altLang="ko-KR"/>
              <a:t>- </a:t>
            </a:r>
            <a:r>
              <a:rPr lang="ko-KR" altLang="en-US"/>
              <a:t>기출문제 </a:t>
            </a:r>
            <a:r>
              <a:rPr lang="en-US" altLang="ko-KR"/>
              <a:t>2018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86605-697B-8B2E-A868-93EE0E46D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bst</a:t>
            </a:r>
            <a:r>
              <a:rPr lang="ko-KR" altLang="en-US"/>
              <a:t>를 새로 만들어서 다음 순서로 노드를 추가했을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r>
              <a:rPr lang="ko-KR" altLang="en-US"/>
              <a:t>경우</a:t>
            </a:r>
            <a:r>
              <a:rPr lang="en-US" altLang="ko-KR"/>
              <a:t>, </a:t>
            </a:r>
            <a:r>
              <a:rPr lang="ko-KR" altLang="en-US"/>
              <a:t>트리가 만들어지는 과정을 그리시오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/>
              <a:t>데이터</a:t>
            </a:r>
            <a:r>
              <a:rPr lang="en-US" altLang="ko-KR"/>
              <a:t>: 5, 2, 0, 1, 4, 3, 7, 6, 8</a:t>
            </a:r>
          </a:p>
        </p:txBody>
      </p:sp>
    </p:spTree>
    <p:extLst>
      <p:ext uri="{BB962C8B-B14F-4D97-AF65-F5344CB8AC3E}">
        <p14:creationId xmlns:p14="http://schemas.microsoft.com/office/powerpoint/2010/main" val="1924016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0636F-009B-69A7-E99E-D68E865F2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5EA5-2A9A-D36F-1941-DAFA35D9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947" y="262442"/>
            <a:ext cx="6311528" cy="607653"/>
          </a:xfrm>
        </p:spPr>
        <p:txBody>
          <a:bodyPr>
            <a:spAutoFit/>
          </a:bodyPr>
          <a:lstStyle/>
          <a:p>
            <a:r>
              <a:rPr lang="ko-KR" altLang="en-US"/>
              <a:t>노드 추가 </a:t>
            </a:r>
            <a:r>
              <a:rPr lang="en-US" altLang="ko-KR"/>
              <a:t>- </a:t>
            </a:r>
            <a:r>
              <a:rPr lang="ko-KR" altLang="en-US"/>
              <a:t>기출문제 </a:t>
            </a:r>
            <a:r>
              <a:rPr lang="en-US" altLang="ko-KR"/>
              <a:t>2021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C36F8-5549-7126-E776-A6CC5A403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bst</a:t>
            </a:r>
            <a:r>
              <a:rPr lang="ko-KR" altLang="en-US"/>
              <a:t>를 새로 만들어서 다음 순서로 노드를 추가했을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r>
              <a:rPr lang="ko-KR" altLang="en-US"/>
              <a:t>경우</a:t>
            </a:r>
            <a:r>
              <a:rPr lang="en-US" altLang="ko-KR"/>
              <a:t>, </a:t>
            </a:r>
            <a:r>
              <a:rPr lang="ko-KR" altLang="en-US"/>
              <a:t>만들어진 트리를 그리시오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  <a:tabLst>
                <a:tab pos="5387975" algn="l"/>
              </a:tabLst>
            </a:pPr>
            <a:r>
              <a:rPr lang="ko-KR" altLang="en-US"/>
              <a:t>데이터</a:t>
            </a:r>
            <a:r>
              <a:rPr lang="en-US" altLang="ko-KR"/>
              <a:t>: 1, 2, 3, 4, 5, 6, 7</a:t>
            </a:r>
          </a:p>
        </p:txBody>
      </p:sp>
    </p:spTree>
    <p:extLst>
      <p:ext uri="{BB962C8B-B14F-4D97-AF65-F5344CB8AC3E}">
        <p14:creationId xmlns:p14="http://schemas.microsoft.com/office/powerpoint/2010/main" val="1465773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D8AC2-86C0-A487-7C72-E15708FDC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1E6EE-AC50-5C21-777A-95C99C8A4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2310" y="260839"/>
            <a:ext cx="3910165" cy="610859"/>
          </a:xfrm>
        </p:spPr>
        <p:txBody>
          <a:bodyPr>
            <a:spAutoFit/>
          </a:bodyPr>
          <a:lstStyle/>
          <a:p>
            <a:r>
              <a:rPr lang="en-US" altLang="ko-KR"/>
              <a:t>balance factor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817F6-8F22-AEAA-E0DD-722E14474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get_height(</a:t>
            </a:r>
            <a:r>
              <a:rPr lang="ko-KR" altLang="en-US"/>
              <a:t>노드 </a:t>
            </a:r>
            <a:r>
              <a:rPr lang="en-US" altLang="ko-KR"/>
              <a:t>*n):</a:t>
            </a:r>
          </a:p>
          <a:p>
            <a:r>
              <a:rPr lang="en-US" altLang="ko-KR"/>
              <a:t>return n ? n-&gt;height : 0;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balance_factor(</a:t>
            </a:r>
            <a:r>
              <a:rPr lang="ko-KR" altLang="en-US"/>
              <a:t>노드 </a:t>
            </a:r>
            <a:r>
              <a:rPr lang="en-US" altLang="ko-KR"/>
              <a:t>*n):</a:t>
            </a:r>
            <a:endParaRPr lang="en-US"/>
          </a:p>
          <a:p>
            <a:r>
              <a:rPr lang="en-US" altLang="ko-KR"/>
              <a:t>return get_height(n-&gt;left) - get_height(n-&gt;right);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758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57F6E-3D64-9321-4CFE-C7F029062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234BE-6FFC-B822-68BF-88AA33F5E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8030" y="262442"/>
            <a:ext cx="6194445" cy="607653"/>
          </a:xfrm>
        </p:spPr>
        <p:txBody>
          <a:bodyPr>
            <a:spAutoFit/>
          </a:bodyPr>
          <a:lstStyle/>
          <a:p>
            <a:r>
              <a:rPr lang="en-US" altLang="ko-KR"/>
              <a:t>balance factor - </a:t>
            </a:r>
            <a:r>
              <a:rPr lang="ko-KR" altLang="en-US"/>
              <a:t>높이 계산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03D95-B31D-BD44-DB4B-31DEC73DA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set_height(</a:t>
            </a:r>
            <a:r>
              <a:rPr lang="ko-KR" altLang="en-US"/>
              <a:t>노드 </a:t>
            </a:r>
            <a:r>
              <a:rPr lang="en-US" altLang="ko-KR"/>
              <a:t>*n):</a:t>
            </a:r>
          </a:p>
          <a:p>
            <a:r>
              <a:rPr lang="en-US" altLang="ko-KR"/>
              <a:t>l_h = get_height(node-&gt;left);</a:t>
            </a:r>
          </a:p>
          <a:p>
            <a:r>
              <a:rPr lang="en-US" altLang="ko-KR"/>
              <a:t>r_h = get_height(node-&gt;right);</a:t>
            </a:r>
          </a:p>
          <a:p>
            <a:endParaRPr lang="en-US" altLang="ko-KR"/>
          </a:p>
          <a:p>
            <a:r>
              <a:rPr lang="en-US" altLang="ko-KR"/>
              <a:t>if (l_h &gt; r_h)</a:t>
            </a:r>
          </a:p>
          <a:p>
            <a:pPr marL="0" indent="0">
              <a:buNone/>
            </a:pPr>
            <a:r>
              <a:rPr lang="en-US" altLang="ko-KR"/>
              <a:t>	n-&gt;height = l_h + 1;</a:t>
            </a:r>
          </a:p>
          <a:p>
            <a:r>
              <a:rPr lang="en-US" altLang="ko-KR"/>
              <a:t>else</a:t>
            </a:r>
          </a:p>
          <a:p>
            <a:pPr marL="0" indent="0">
              <a:buNone/>
            </a:pPr>
            <a:r>
              <a:rPr lang="en-US" altLang="ko-KR"/>
              <a:t>	n-&gt;height = r_h + 1</a:t>
            </a:r>
          </a:p>
        </p:txBody>
      </p:sp>
    </p:spTree>
    <p:extLst>
      <p:ext uri="{BB962C8B-B14F-4D97-AF65-F5344CB8AC3E}">
        <p14:creationId xmlns:p14="http://schemas.microsoft.com/office/powerpoint/2010/main" val="130787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CDBC7-BBED-0C22-41AA-7200EB684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1B486-47B9-DC37-6AF5-5C1BA365D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933" y="262442"/>
            <a:ext cx="7207542" cy="607653"/>
          </a:xfrm>
        </p:spPr>
        <p:txBody>
          <a:bodyPr>
            <a:spAutoFit/>
          </a:bodyPr>
          <a:lstStyle/>
          <a:p>
            <a:r>
              <a:rPr lang="en-US" altLang="ko-KR"/>
              <a:t>balance factor - </a:t>
            </a:r>
            <a:r>
              <a:rPr lang="ko-KR" altLang="en-US"/>
              <a:t>전체 높이 계산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FB5C0-BC0B-6D6A-17BD-25AE59B1B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set_height_all(</a:t>
            </a:r>
            <a:r>
              <a:rPr lang="ko-KR" altLang="en-US"/>
              <a:t>노드 </a:t>
            </a:r>
            <a:r>
              <a:rPr lang="en-US" altLang="ko-KR"/>
              <a:t>*root):</a:t>
            </a:r>
          </a:p>
          <a:p>
            <a:r>
              <a:rPr lang="en-US" altLang="ko-KR"/>
              <a:t>if (!root) return;</a:t>
            </a:r>
          </a:p>
          <a:p>
            <a:endParaRPr lang="en-US" altLang="ko-KR"/>
          </a:p>
          <a:p>
            <a:r>
              <a:rPr lang="en-US" altLang="ko-KR"/>
              <a:t>set_height_all(root-&gt;left);</a:t>
            </a:r>
          </a:p>
          <a:p>
            <a:r>
              <a:rPr lang="en-US" altLang="ko-KR"/>
              <a:t>set_height_all(root-&gt;right);</a:t>
            </a:r>
          </a:p>
          <a:p>
            <a:endParaRPr lang="en-US" altLang="ko-KR"/>
          </a:p>
          <a:p>
            <a:r>
              <a:rPr lang="en-US" altLang="ko-KR"/>
              <a:t>set_height(root);</a:t>
            </a:r>
          </a:p>
          <a:p>
            <a:r>
              <a:rPr lang="en-US" altLang="ko-KR"/>
              <a:t>printf("node %d(bf: %d)\n", root-&gt;data, bf(root));</a:t>
            </a:r>
          </a:p>
        </p:txBody>
      </p:sp>
    </p:spTree>
    <p:extLst>
      <p:ext uri="{BB962C8B-B14F-4D97-AF65-F5344CB8AC3E}">
        <p14:creationId xmlns:p14="http://schemas.microsoft.com/office/powerpoint/2010/main" val="4044974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B7CA4-9A48-0E21-3977-A32D886C2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39F7-E5E8-A9C0-B6C4-391C51FA9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7757" y="262442"/>
            <a:ext cx="7194718" cy="607653"/>
          </a:xfrm>
        </p:spPr>
        <p:txBody>
          <a:bodyPr>
            <a:spAutoFit/>
          </a:bodyPr>
          <a:lstStyle/>
          <a:p>
            <a:r>
              <a:rPr lang="en-US" altLang="ko-KR"/>
              <a:t>balance</a:t>
            </a:r>
            <a:r>
              <a:rPr lang="ko-KR" altLang="en-US"/>
              <a:t> </a:t>
            </a:r>
            <a:r>
              <a:rPr lang="en-US" altLang="ko-KR"/>
              <a:t>factor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기출문제 </a:t>
            </a:r>
            <a:r>
              <a:rPr lang="en-US" altLang="ko-KR"/>
              <a:t>2018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ED75B-CC03-87F6-C849-BD010CE0A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bst</a:t>
            </a:r>
            <a:r>
              <a:rPr lang="ko-KR" altLang="en-US"/>
              <a:t>를 새로 만들어서 다음 순서로 노드를 추가했을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r>
              <a:rPr lang="ko-KR" altLang="en-US"/>
              <a:t>경우</a:t>
            </a:r>
            <a:r>
              <a:rPr lang="en-US" altLang="ko-KR"/>
              <a:t>, </a:t>
            </a:r>
            <a:r>
              <a:rPr lang="ko-KR" altLang="en-US"/>
              <a:t>각 노드의 </a:t>
            </a:r>
            <a:r>
              <a:rPr lang="en-US" altLang="ko-KR"/>
              <a:t>balance factor</a:t>
            </a:r>
            <a:r>
              <a:rPr lang="ko-KR" altLang="en-US"/>
              <a:t>를 적으시오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  <a:tabLst>
                <a:tab pos="5387975" algn="l"/>
              </a:tabLst>
            </a:pPr>
            <a:r>
              <a:rPr lang="ko-KR" altLang="en-US"/>
              <a:t>데이터</a:t>
            </a:r>
            <a:r>
              <a:rPr lang="en-US" altLang="ko-KR"/>
              <a:t>: 3, 2, 6, 4, 7</a:t>
            </a:r>
          </a:p>
        </p:txBody>
      </p:sp>
    </p:spTree>
    <p:extLst>
      <p:ext uri="{BB962C8B-B14F-4D97-AF65-F5344CB8AC3E}">
        <p14:creationId xmlns:p14="http://schemas.microsoft.com/office/powerpoint/2010/main" val="412206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A7551-DE5B-E7B7-5120-74026EFEC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A1D10-2C3F-9EAD-8081-AF789AF54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5501" y="262442"/>
            <a:ext cx="3026974" cy="607653"/>
          </a:xfrm>
        </p:spPr>
        <p:txBody>
          <a:bodyPr>
            <a:spAutoFit/>
          </a:bodyPr>
          <a:lstStyle/>
          <a:p>
            <a:r>
              <a:rPr lang="ko-KR" altLang="en-US"/>
              <a:t>균형 회복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D6156-120D-3545-B34C-5531E9087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rebalance(</a:t>
            </a:r>
            <a:r>
              <a:rPr lang="ko-KR" altLang="en-US"/>
              <a:t>노드 </a:t>
            </a:r>
            <a:r>
              <a:rPr lang="en-US" altLang="ko-KR"/>
              <a:t>*n):</a:t>
            </a:r>
          </a:p>
          <a:p>
            <a:r>
              <a:rPr lang="en-US" altLang="ko-KR"/>
              <a:t>bf = balance_factor(n);</a:t>
            </a:r>
          </a:p>
          <a:p>
            <a:r>
              <a:rPr lang="en-US" altLang="ko-KR"/>
              <a:t>if (bf &gt;= 2)</a:t>
            </a:r>
          </a:p>
          <a:p>
            <a:pPr marL="0" indent="0">
              <a:buNone/>
            </a:pPr>
            <a:r>
              <a:rPr lang="en-US" altLang="ko-KR"/>
              <a:t>	</a:t>
            </a:r>
            <a:r>
              <a:rPr lang="ko-KR" altLang="en-US"/>
              <a:t>노드 </a:t>
            </a:r>
            <a:r>
              <a:rPr lang="en-US" altLang="ko-KR"/>
              <a:t>*l = node-&gt;left</a:t>
            </a:r>
          </a:p>
          <a:p>
            <a:pPr marL="0" indent="0">
              <a:buNone/>
            </a:pPr>
            <a:r>
              <a:rPr lang="en-US" altLang="ko-KR"/>
              <a:t>	if (get_height(l-&gt;left) &gt;= get_height(l-&gt;right))</a:t>
            </a:r>
          </a:p>
          <a:p>
            <a:pPr marL="0" indent="0">
              <a:buNone/>
            </a:pPr>
            <a:r>
              <a:rPr lang="en-US" altLang="ko-KR"/>
              <a:t>		n = ll_rotate(n);</a:t>
            </a:r>
          </a:p>
          <a:p>
            <a:pPr marL="0" indent="0">
              <a:buNone/>
            </a:pPr>
            <a:r>
              <a:rPr lang="en-US" altLang="ko-KR"/>
              <a:t>	else</a:t>
            </a:r>
          </a:p>
          <a:p>
            <a:pPr marL="0" indent="0">
              <a:buNone/>
            </a:pPr>
            <a:r>
              <a:rPr lang="en-US" altLang="ko-KR"/>
              <a:t>		n = lr_rotate(n);</a:t>
            </a:r>
          </a:p>
          <a:p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510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11389-2D5D-4740-4AC6-A223ADFA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C239-8B5D-2334-948C-EFEF82FF2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5501" y="262442"/>
            <a:ext cx="3026974" cy="607653"/>
          </a:xfrm>
        </p:spPr>
        <p:txBody>
          <a:bodyPr>
            <a:spAutoFit/>
          </a:bodyPr>
          <a:lstStyle/>
          <a:p>
            <a:r>
              <a:rPr lang="ko-KR" altLang="en-US"/>
              <a:t>균형 회복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12F61-0E84-34F6-ADDE-59D19B448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else if (bf &lt;= -2)</a:t>
            </a:r>
          </a:p>
          <a:p>
            <a:pPr marL="0" indent="0">
              <a:buNone/>
            </a:pPr>
            <a:r>
              <a:rPr lang="en-US" altLang="ko-KR"/>
              <a:t>	</a:t>
            </a:r>
            <a:r>
              <a:rPr lang="ko-KR" altLang="en-US"/>
              <a:t>노드 </a:t>
            </a:r>
            <a:r>
              <a:rPr lang="en-US" altLang="ko-KR"/>
              <a:t>*r = node-&gt;right</a:t>
            </a:r>
          </a:p>
          <a:p>
            <a:pPr marL="0" indent="0">
              <a:buNone/>
            </a:pPr>
            <a:r>
              <a:rPr lang="en-US" altLang="ko-KR"/>
              <a:t>	if (get_height(r-&gt;right) &gt;= get_height(l-&gt;left))</a:t>
            </a:r>
          </a:p>
          <a:p>
            <a:pPr marL="0" indent="0">
              <a:buNone/>
            </a:pPr>
            <a:r>
              <a:rPr lang="en-US" altLang="ko-KR"/>
              <a:t>		n = rr_rotate(n);</a:t>
            </a:r>
          </a:p>
          <a:p>
            <a:pPr marL="0" indent="0">
              <a:buNone/>
            </a:pPr>
            <a:r>
              <a:rPr lang="en-US" altLang="ko-KR"/>
              <a:t>	else</a:t>
            </a:r>
          </a:p>
          <a:p>
            <a:pPr marL="0" indent="0">
              <a:buNone/>
            </a:pPr>
            <a:r>
              <a:rPr lang="en-US" altLang="ko-KR"/>
              <a:t>		n = rl_rotate(n);</a:t>
            </a:r>
          </a:p>
          <a:p>
            <a:endParaRPr lang="en-US" altLang="ko-KR"/>
          </a:p>
          <a:p>
            <a:r>
              <a:rPr lang="en-US" altLang="ko-KR"/>
              <a:t>return n;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AA273-2541-4DE0-6C2C-C4C934734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45033-6CDE-0A99-A577-84B15AD00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947" y="262442"/>
            <a:ext cx="6311528" cy="607653"/>
          </a:xfrm>
        </p:spPr>
        <p:txBody>
          <a:bodyPr>
            <a:spAutoFit/>
          </a:bodyPr>
          <a:lstStyle/>
          <a:p>
            <a:r>
              <a:rPr lang="ko-KR" altLang="en-US"/>
              <a:t>균형 회복 </a:t>
            </a:r>
            <a:r>
              <a:rPr lang="en-US" altLang="ko-KR"/>
              <a:t>- </a:t>
            </a:r>
            <a:r>
              <a:rPr lang="ko-KR" altLang="en-US"/>
              <a:t>기출문제 </a:t>
            </a:r>
            <a:r>
              <a:rPr lang="en-US" altLang="ko-KR"/>
              <a:t>2018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F9CF8-617A-D6BF-CB37-405982058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새로운 </a:t>
            </a:r>
            <a:r>
              <a:rPr lang="en-US" altLang="ko-KR"/>
              <a:t>bst</a:t>
            </a:r>
            <a:r>
              <a:rPr lang="ko-KR" altLang="en-US"/>
              <a:t>에 다음 순서로 노드를 추가한 후에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r>
              <a:rPr lang="ko-KR" altLang="en-US"/>
              <a:t>루트에서 균형을 회복한 결과를 그리시오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  <a:tabLst>
                <a:tab pos="5387975" algn="l"/>
              </a:tabLst>
            </a:pPr>
            <a:r>
              <a:rPr lang="ko-KR" altLang="en-US"/>
              <a:t>데이터</a:t>
            </a:r>
            <a:r>
              <a:rPr lang="en-US" altLang="ko-KR"/>
              <a:t>: 3, 2, 6, 4, 7, 5</a:t>
            </a:r>
          </a:p>
        </p:txBody>
      </p:sp>
    </p:spTree>
    <p:extLst>
      <p:ext uri="{BB962C8B-B14F-4D97-AF65-F5344CB8AC3E}">
        <p14:creationId xmlns:p14="http://schemas.microsoft.com/office/powerpoint/2010/main" val="3029232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A863A-C135-C590-6AF1-42711E718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AB877-E6D7-4FE4-480D-CEA40B3AE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947" y="262442"/>
            <a:ext cx="6311528" cy="607653"/>
          </a:xfrm>
        </p:spPr>
        <p:txBody>
          <a:bodyPr>
            <a:spAutoFit/>
          </a:bodyPr>
          <a:lstStyle/>
          <a:p>
            <a:r>
              <a:rPr lang="ko-KR" altLang="en-US"/>
              <a:t>균형 회복 </a:t>
            </a:r>
            <a:r>
              <a:rPr lang="en-US" altLang="ko-KR"/>
              <a:t>- </a:t>
            </a:r>
            <a:r>
              <a:rPr lang="ko-KR" altLang="en-US"/>
              <a:t>기출문제 </a:t>
            </a:r>
            <a:r>
              <a:rPr lang="en-US" altLang="ko-KR"/>
              <a:t>2018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66E28-88EB-D19B-5DF8-3D8B57D01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새로운 </a:t>
            </a:r>
            <a:r>
              <a:rPr lang="en-US" altLang="ko-KR"/>
              <a:t>bst</a:t>
            </a:r>
            <a:r>
              <a:rPr lang="ko-KR" altLang="en-US"/>
              <a:t>에 다음 순서로 노드를 추가한 후에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r>
              <a:rPr lang="ko-KR" altLang="en-US"/>
              <a:t>루트에서 균형을 회복한 결과를 그리시오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  <a:tabLst>
                <a:tab pos="5387975" algn="l"/>
              </a:tabLst>
            </a:pPr>
            <a:r>
              <a:rPr lang="ko-KR" altLang="en-US"/>
              <a:t>데이터</a:t>
            </a:r>
            <a:r>
              <a:rPr lang="en-US" altLang="ko-KR"/>
              <a:t>: 3, 2, 6, 4, 7, 8</a:t>
            </a:r>
          </a:p>
        </p:txBody>
      </p:sp>
    </p:spTree>
    <p:extLst>
      <p:ext uri="{BB962C8B-B14F-4D97-AF65-F5344CB8AC3E}">
        <p14:creationId xmlns:p14="http://schemas.microsoft.com/office/powerpoint/2010/main" val="2505670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BDB26-A70B-A4EA-F9C7-DE6AEB360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00FE5-C8AC-E5A0-820F-F109027AC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947" y="262442"/>
            <a:ext cx="6311528" cy="607653"/>
          </a:xfrm>
        </p:spPr>
        <p:txBody>
          <a:bodyPr>
            <a:spAutoFit/>
          </a:bodyPr>
          <a:lstStyle/>
          <a:p>
            <a:r>
              <a:rPr lang="ko-KR" altLang="en-US"/>
              <a:t>균형 회복 </a:t>
            </a:r>
            <a:r>
              <a:rPr lang="en-US" altLang="ko-KR"/>
              <a:t>- </a:t>
            </a:r>
            <a:r>
              <a:rPr lang="ko-KR" altLang="en-US"/>
              <a:t>기출문제 </a:t>
            </a:r>
            <a:r>
              <a:rPr lang="en-US" altLang="ko-KR"/>
              <a:t>2018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5AD18-12E1-116A-8074-703AF835B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새로운 </a:t>
            </a:r>
            <a:r>
              <a:rPr lang="en-US" altLang="ko-KR"/>
              <a:t>bst</a:t>
            </a:r>
            <a:r>
              <a:rPr lang="ko-KR" altLang="en-US"/>
              <a:t>에 다음 순서로 노드를 추가한 후에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r>
              <a:rPr lang="ko-KR" altLang="en-US"/>
              <a:t>루트의 왼쪽 자식에서 균형을 회복한 결과를 그리시오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  <a:tabLst>
                <a:tab pos="5387975" algn="l"/>
              </a:tabLst>
            </a:pPr>
            <a:r>
              <a:rPr lang="ko-KR" altLang="en-US"/>
              <a:t>데이터</a:t>
            </a:r>
            <a:r>
              <a:rPr lang="en-US" altLang="ko-KR"/>
              <a:t>: 3, 2, 0, 1, 6, 4, 7</a:t>
            </a:r>
          </a:p>
        </p:txBody>
      </p:sp>
    </p:spTree>
    <p:extLst>
      <p:ext uri="{BB962C8B-B14F-4D97-AF65-F5344CB8AC3E}">
        <p14:creationId xmlns:p14="http://schemas.microsoft.com/office/powerpoint/2010/main" val="3782191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4B099-4AAE-1643-144A-D9DAAE364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1D36F-C2FE-5064-266B-86168EBBD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1222" y="262442"/>
            <a:ext cx="5311253" cy="607653"/>
          </a:xfrm>
        </p:spPr>
        <p:txBody>
          <a:bodyPr>
            <a:spAutoFit/>
          </a:bodyPr>
          <a:lstStyle/>
          <a:p>
            <a:r>
              <a:rPr lang="ko-KR" altLang="en-US"/>
              <a:t>균형 회복 </a:t>
            </a:r>
            <a:r>
              <a:rPr lang="en-US" altLang="ko-KR"/>
              <a:t>- </a:t>
            </a:r>
            <a:r>
              <a:rPr lang="ko-KR" altLang="en-US"/>
              <a:t>노드 추가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EE57A-2613-CA47-2CF8-F15C45C62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add_node(</a:t>
            </a:r>
            <a:r>
              <a:rPr lang="ko-KR" altLang="en-US"/>
              <a:t>노드 </a:t>
            </a:r>
            <a:r>
              <a:rPr lang="en-US" altLang="ko-KR"/>
              <a:t>*root, </a:t>
            </a:r>
            <a:r>
              <a:rPr lang="ko-KR" altLang="en-US"/>
              <a:t>노드 </a:t>
            </a:r>
            <a:r>
              <a:rPr lang="en-US" altLang="ko-KR"/>
              <a:t>*n):</a:t>
            </a:r>
          </a:p>
          <a:p>
            <a:r>
              <a:rPr lang="en-US" altLang="ko-KR"/>
              <a:t>if</a:t>
            </a:r>
            <a:r>
              <a:rPr lang="ko-KR" altLang="en-US"/>
              <a:t> </a:t>
            </a:r>
            <a:r>
              <a:rPr lang="en-US" altLang="ko-KR"/>
              <a:t>(!root)</a:t>
            </a:r>
          </a:p>
          <a:p>
            <a:pPr marL="0" indent="0">
              <a:buNone/>
            </a:pPr>
            <a:r>
              <a:rPr lang="en-US" altLang="ko-KR"/>
              <a:t>	root = n;</a:t>
            </a:r>
          </a:p>
          <a:p>
            <a:r>
              <a:rPr lang="en-US" altLang="ko-KR"/>
              <a:t>else</a:t>
            </a:r>
          </a:p>
          <a:p>
            <a:pPr marL="0" indent="0">
              <a:buNone/>
            </a:pPr>
            <a:r>
              <a:rPr lang="en-US" altLang="ko-KR"/>
              <a:t>	root = _add_node(root, n);</a:t>
            </a:r>
          </a:p>
          <a:p>
            <a:endParaRPr lang="en-US" altLang="ko-KR"/>
          </a:p>
          <a:p>
            <a:r>
              <a:rPr lang="en-US" altLang="ko-KR"/>
              <a:t>set_height(root);</a:t>
            </a:r>
          </a:p>
          <a:p>
            <a:r>
              <a:rPr lang="en-US" altLang="ko-KR"/>
              <a:t>return rebalance(root);</a:t>
            </a:r>
          </a:p>
        </p:txBody>
      </p:sp>
    </p:spTree>
    <p:extLst>
      <p:ext uri="{BB962C8B-B14F-4D97-AF65-F5344CB8AC3E}">
        <p14:creationId xmlns:p14="http://schemas.microsoft.com/office/powerpoint/2010/main" val="231925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FDBD4-FC22-ECBD-A6BF-46FE54AE0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3E6BF-52F0-C8B6-1E7C-32BAE0AA9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1222" y="262442"/>
            <a:ext cx="5311253" cy="607653"/>
          </a:xfrm>
        </p:spPr>
        <p:txBody>
          <a:bodyPr>
            <a:spAutoFit/>
          </a:bodyPr>
          <a:lstStyle/>
          <a:p>
            <a:r>
              <a:rPr lang="ko-KR" altLang="en-US"/>
              <a:t>균형 회복 </a:t>
            </a:r>
            <a:r>
              <a:rPr lang="en-US" altLang="ko-KR"/>
              <a:t>- </a:t>
            </a:r>
            <a:r>
              <a:rPr lang="ko-KR" altLang="en-US"/>
              <a:t>노드 추가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88E58-1E7D-32BA-9735-C41A5EBC5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_add_node(</a:t>
            </a:r>
            <a:r>
              <a:rPr lang="ko-KR" altLang="en-US"/>
              <a:t>노드 </a:t>
            </a:r>
            <a:r>
              <a:rPr lang="en-US" altLang="ko-KR"/>
              <a:t>*root, </a:t>
            </a:r>
            <a:r>
              <a:rPr lang="ko-KR" altLang="en-US"/>
              <a:t>노드 </a:t>
            </a:r>
            <a:r>
              <a:rPr lang="en-US" altLang="ko-KR"/>
              <a:t>*n):</a:t>
            </a:r>
          </a:p>
          <a:p>
            <a:r>
              <a:rPr lang="en-US" altLang="ko-KR"/>
              <a:t>if</a:t>
            </a:r>
            <a:r>
              <a:rPr lang="ko-KR" altLang="en-US"/>
              <a:t> </a:t>
            </a:r>
            <a:r>
              <a:rPr lang="en-US" altLang="ko-KR"/>
              <a:t>(!node || node-&gt;data == root-&gt;data)</a:t>
            </a:r>
          </a:p>
          <a:p>
            <a:pPr marL="0" indent="0">
              <a:buNone/>
            </a:pPr>
            <a:r>
              <a:rPr lang="en-US" altLang="ko-KR"/>
              <a:t>	;</a:t>
            </a:r>
          </a:p>
          <a:p>
            <a:r>
              <a:rPr lang="en-US" altLang="ko-KR"/>
              <a:t>else if (node-&gt;data &lt; root-&gt;data)</a:t>
            </a:r>
          </a:p>
          <a:p>
            <a:pPr marL="0" indent="0">
              <a:buNone/>
            </a:pPr>
            <a:r>
              <a:rPr lang="en-US" altLang="ko-KR"/>
              <a:t>	root-&gt;left = add_node(root-&gt;left, n);</a:t>
            </a:r>
          </a:p>
          <a:p>
            <a:r>
              <a:rPr lang="en-US" altLang="ko-KR"/>
              <a:t>else </a:t>
            </a:r>
          </a:p>
          <a:p>
            <a:pPr marL="0" indent="0">
              <a:buNone/>
            </a:pPr>
            <a:r>
              <a:rPr lang="en-US" altLang="ko-KR"/>
              <a:t>	root-&gt;right = add_node(root-&gt;right, n);</a:t>
            </a:r>
          </a:p>
          <a:p>
            <a:r>
              <a:rPr lang="en-US" altLang="ko-KR"/>
              <a:t>return root;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38234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7FE22-2CA8-F9BA-B0A1-185FB976B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B84AA-4724-F5A8-014E-DEFA4956C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67" y="262442"/>
            <a:ext cx="8595808" cy="607653"/>
          </a:xfrm>
        </p:spPr>
        <p:txBody>
          <a:bodyPr>
            <a:spAutoFit/>
          </a:bodyPr>
          <a:lstStyle/>
          <a:p>
            <a:r>
              <a:rPr lang="ko-KR" altLang="en-US"/>
              <a:t>균형 회복 </a:t>
            </a:r>
            <a:r>
              <a:rPr lang="en-US" altLang="ko-KR"/>
              <a:t>- </a:t>
            </a:r>
            <a:r>
              <a:rPr lang="ko-KR" altLang="en-US"/>
              <a:t>노드 추가 </a:t>
            </a:r>
            <a:r>
              <a:rPr lang="en-US" altLang="ko-KR"/>
              <a:t>- </a:t>
            </a:r>
            <a:r>
              <a:rPr lang="ko-KR" altLang="en-US"/>
              <a:t>기출문제 </a:t>
            </a:r>
            <a:r>
              <a:rPr lang="en-US" altLang="ko-KR"/>
              <a:t>2021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730DB-73A3-EDC7-75A6-624DF820B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새로운 </a:t>
            </a:r>
            <a:r>
              <a:rPr lang="en-US" altLang="ko-KR"/>
              <a:t>AVL tree</a:t>
            </a:r>
            <a:r>
              <a:rPr lang="ko-KR" altLang="en-US"/>
              <a:t>에 다음 순서로 노드를 추가할 때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r>
              <a:rPr lang="ko-KR" altLang="en-US"/>
              <a:t>트리가 만들어지는 과정을 그리시오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  <a:tabLst>
                <a:tab pos="5387975" algn="l"/>
              </a:tabLst>
            </a:pPr>
            <a:r>
              <a:rPr lang="ko-KR" altLang="en-US"/>
              <a:t>데이터</a:t>
            </a:r>
            <a:r>
              <a:rPr lang="en-US" altLang="ko-KR"/>
              <a:t>: 1, 2, 3, 4, 5, 6, 7</a:t>
            </a:r>
          </a:p>
        </p:txBody>
      </p:sp>
    </p:spTree>
    <p:extLst>
      <p:ext uri="{BB962C8B-B14F-4D97-AF65-F5344CB8AC3E}">
        <p14:creationId xmlns:p14="http://schemas.microsoft.com/office/powerpoint/2010/main" val="909692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89F2E-5D85-031B-AB5F-C62A2AB38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44875-4574-B939-4AA2-D42A1B54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68" y="262442"/>
            <a:ext cx="3578407" cy="607653"/>
          </a:xfrm>
        </p:spPr>
        <p:txBody>
          <a:bodyPr>
            <a:spAutoFit/>
          </a:bodyPr>
          <a:lstStyle/>
          <a:p>
            <a:r>
              <a:t>오늘</a:t>
            </a:r>
            <a:r>
              <a:rPr lang="en-US"/>
              <a:t> </a:t>
            </a:r>
            <a:r>
              <a:rPr lang="ko-KR" altLang="en-US"/>
              <a:t>한 내용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7BBF3-53D0-237E-2289-588DB7BF5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bst</a:t>
            </a:r>
            <a:r>
              <a:rPr lang="ko-KR" altLang="en-US"/>
              <a:t>에서 새 노드의</a:t>
            </a:r>
            <a:r>
              <a:rPr lang="en-US" altLang="ko-KR"/>
              <a:t> </a:t>
            </a:r>
            <a:r>
              <a:rPr lang="ko-KR" altLang="en-US"/>
              <a:t>적절한 자리를 찾아서 추가한다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balance factor</a:t>
            </a:r>
            <a:r>
              <a:rPr lang="ko-KR" altLang="en-US"/>
              <a:t>는 </a:t>
            </a:r>
            <a:r>
              <a:rPr lang="en-US" altLang="ko-KR"/>
              <a:t>post_order</a:t>
            </a:r>
            <a:r>
              <a:rPr lang="ko-KR" altLang="en-US"/>
              <a:t>에서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</a:t>
            </a:r>
            <a:r>
              <a:rPr lang="ko-KR" altLang="en-US"/>
              <a:t>왼쪽 </a:t>
            </a:r>
            <a:r>
              <a:rPr lang="en-US" altLang="ko-KR"/>
              <a:t>height - </a:t>
            </a:r>
            <a:r>
              <a:rPr lang="ko-KR" altLang="en-US"/>
              <a:t>오른쪽 </a:t>
            </a:r>
            <a:r>
              <a:rPr lang="en-US" altLang="ko-KR"/>
              <a:t>height</a:t>
            </a:r>
            <a:r>
              <a:rPr lang="ko-KR" altLang="en-US"/>
              <a:t>로 구한다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노드를 추가할 때 적절히 회전을 해서 균형을 맞춘다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86262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14805</TotalTime>
  <Words>1047</Words>
  <Application>Microsoft Office PowerPoint</Application>
  <PresentationFormat>화면 슬라이드 쇼(4:3)</PresentationFormat>
  <Paragraphs>167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맑은 고딕</vt:lpstr>
      <vt:lpstr>Aptos</vt:lpstr>
      <vt:lpstr>Aptos Display</vt:lpstr>
      <vt:lpstr>Arial</vt:lpstr>
      <vt:lpstr>Office 테마</vt:lpstr>
      <vt:lpstr>자료구조 (Data Structure) 13주차: AVL 트리</vt:lpstr>
      <vt:lpstr>지난 시간 내용 - balance factor</vt:lpstr>
      <vt:lpstr>지난 시간 내용 - Left-Left rotation</vt:lpstr>
      <vt:lpstr>지난 시간 내용 - Left-Right rotation</vt:lpstr>
      <vt:lpstr>지난 시간 내용 - Right-Right rotation</vt:lpstr>
      <vt:lpstr>지난 시간 내용 - Right-Left rotation</vt:lpstr>
      <vt:lpstr>지난 시간 내용 - 높이 계산</vt:lpstr>
      <vt:lpstr>지난 시간 내용 - 균형 회복</vt:lpstr>
      <vt:lpstr>오늘의 목차</vt:lpstr>
      <vt:lpstr>노드 추가</vt:lpstr>
      <vt:lpstr>노드 추가 - 기출문제 2018</vt:lpstr>
      <vt:lpstr>노드 추가 - 기출문제 2018</vt:lpstr>
      <vt:lpstr>노드 추가 - 기출문제 2021</vt:lpstr>
      <vt:lpstr>balance factor</vt:lpstr>
      <vt:lpstr>balance factor - 높이 계산</vt:lpstr>
      <vt:lpstr>balance factor - 전체 높이 계산</vt:lpstr>
      <vt:lpstr>balance factor - 기출문제 2018</vt:lpstr>
      <vt:lpstr>균형 회복</vt:lpstr>
      <vt:lpstr>균형 회복</vt:lpstr>
      <vt:lpstr>균형 회복 - 기출문제 2018</vt:lpstr>
      <vt:lpstr>균형 회복 - 기출문제 2018</vt:lpstr>
      <vt:lpstr>균형 회복 - 기출문제 2018</vt:lpstr>
      <vt:lpstr>균형 회복 - 노드 추가</vt:lpstr>
      <vt:lpstr>균형 회복 - 노드 추가</vt:lpstr>
      <vt:lpstr>균형 회복 - 노드 추가 - 기출문제 2021</vt:lpstr>
      <vt:lpstr>오늘 한 내용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23</cp:revision>
  <dcterms:created xsi:type="dcterms:W3CDTF">2025-07-28T15:04:23Z</dcterms:created>
  <dcterms:modified xsi:type="dcterms:W3CDTF">2025-12-11T15:54:53Z</dcterms:modified>
</cp:coreProperties>
</file>