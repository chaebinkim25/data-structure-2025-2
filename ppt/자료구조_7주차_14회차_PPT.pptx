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7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94" r:id="rId22"/>
    <p:sldId id="276" r:id="rId23"/>
    <p:sldId id="295" r:id="rId24"/>
    <p:sldId id="296" r:id="rId25"/>
    <p:sldId id="277" r:id="rId26"/>
    <p:sldId id="297" r:id="rId27"/>
    <p:sldId id="299" r:id="rId28"/>
    <p:sldId id="278" r:id="rId29"/>
    <p:sldId id="279" r:id="rId30"/>
    <p:sldId id="300" r:id="rId31"/>
    <p:sldId id="280" r:id="rId32"/>
    <p:sldId id="301" r:id="rId33"/>
    <p:sldId id="281" r:id="rId34"/>
    <p:sldId id="302" r:id="rId35"/>
    <p:sldId id="282" r:id="rId36"/>
    <p:sldId id="283" r:id="rId37"/>
    <p:sldId id="303" r:id="rId38"/>
    <p:sldId id="284" r:id="rId39"/>
    <p:sldId id="304" r:id="rId40"/>
    <p:sldId id="285" r:id="rId41"/>
    <p:sldId id="305" r:id="rId42"/>
    <p:sldId id="306" r:id="rId43"/>
    <p:sldId id="286" r:id="rId44"/>
    <p:sldId id="307" r:id="rId45"/>
    <p:sldId id="287" r:id="rId46"/>
    <p:sldId id="308" r:id="rId47"/>
    <p:sldId id="288" r:id="rId48"/>
    <p:sldId id="309" r:id="rId49"/>
    <p:sldId id="289" r:id="rId50"/>
    <p:sldId id="310" r:id="rId51"/>
    <p:sldId id="311" r:id="rId52"/>
    <p:sldId id="290" r:id="rId53"/>
    <p:sldId id="312" r:id="rId54"/>
    <p:sldId id="291" r:id="rId55"/>
    <p:sldId id="313" r:id="rId56"/>
    <p:sldId id="314" r:id="rId57"/>
    <p:sldId id="292" r:id="rId58"/>
    <p:sldId id="315" r:id="rId59"/>
    <p:sldId id="293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t>7주차: 정렬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t>지난 시간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heap sort: 시간 O(n log n), </a:t>
            </a:r>
            <a:endParaRPr lang="en-US"/>
          </a:p>
          <a:p>
            <a:pPr marL="0" indent="0">
              <a:buNone/>
            </a:pPr>
            <a:r>
              <a:rPr lang="en-US"/>
              <a:t>		</a:t>
            </a:r>
            <a:r>
              <a:t>공간 O(1)</a:t>
            </a:r>
          </a:p>
          <a:p>
            <a:endParaRPr/>
          </a:p>
          <a:p>
            <a:r>
              <a:t>quick sort: 시간 평균 O(n log n) 최악 O(n²), </a:t>
            </a:r>
            <a:endParaRPr lang="en-US"/>
          </a:p>
          <a:p>
            <a:pPr marL="0" indent="0">
              <a:buNone/>
            </a:pPr>
            <a:r>
              <a:rPr lang="en-US"/>
              <a:t>		 </a:t>
            </a:r>
            <a:r>
              <a:t>공간 O(log n)</a:t>
            </a:r>
          </a:p>
          <a:p>
            <a:endParaRPr/>
          </a:p>
          <a:p>
            <a:r>
              <a:rPr lang="en-US"/>
              <a:t>insertion</a:t>
            </a:r>
            <a:r>
              <a:t> sort: 시간 </a:t>
            </a:r>
            <a:r>
              <a:rPr lang="ko-KR" altLang="en-US"/>
              <a:t>최선 </a:t>
            </a:r>
            <a:r>
              <a:rPr lang="en-US" altLang="ko-KR"/>
              <a:t>O(n), </a:t>
            </a:r>
            <a:r>
              <a:rPr lang="ko-KR" altLang="en-US"/>
              <a:t>최악 </a:t>
            </a:r>
            <a:r>
              <a:t>O(n</a:t>
            </a:r>
            <a:r>
              <a:rPr lang="ko-KR" altLang="en-US"/>
              <a:t> </a:t>
            </a:r>
            <a:r>
              <a:rPr lang="en-US"/>
              <a:t>log</a:t>
            </a:r>
            <a:r>
              <a:rPr lang="ko-KR" altLang="en-US"/>
              <a:t> </a:t>
            </a:r>
            <a:r>
              <a:rPr lang="en-US"/>
              <a:t>n</a:t>
            </a:r>
            <a:r>
              <a:t>), </a:t>
            </a:r>
            <a:endParaRPr lang="en-US"/>
          </a:p>
          <a:p>
            <a:pPr marL="0" indent="0">
              <a:buNone/>
            </a:pPr>
            <a:r>
              <a:rPr lang="en-US"/>
              <a:t>		        </a:t>
            </a:r>
            <a:r>
              <a:t>공간 O(n)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오늘의 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배열에 저장된 트리 출력하기 (C 코드)</a:t>
            </a:r>
            <a:endParaRPr lang="en-US"/>
          </a:p>
          <a:p>
            <a:r>
              <a:t>heap sort (리눅스 커널의 최초 버전)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0050" y="262442"/>
            <a:ext cx="4442425" cy="607653"/>
          </a:xfrm>
        </p:spPr>
        <p:txBody>
          <a:bodyPr>
            <a:spAutoFit/>
          </a:bodyPr>
          <a:lstStyle/>
          <a:p>
            <a:r>
              <a:t>트리 출력 - printf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printf("Hello");</a:t>
            </a:r>
          </a:p>
          <a:p>
            <a:pPr marL="0" indent="0">
              <a:buNone/>
            </a:pPr>
            <a:r>
              <a:t>	return 0;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0050" y="262442"/>
            <a:ext cx="4442425" cy="607653"/>
          </a:xfrm>
        </p:spPr>
        <p:txBody>
          <a:bodyPr>
            <a:spAutoFit/>
          </a:bodyPr>
          <a:lstStyle/>
          <a:p>
            <a:r>
              <a:t>트리 출력 - printf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printf(const char *format, ...);</a:t>
            </a:r>
          </a:p>
          <a:p>
            <a:r>
              <a:t>char *는 글자 값이 저장된 주소</a:t>
            </a:r>
          </a:p>
          <a:p>
            <a:r>
              <a:t>const char *는 해당 변수를 통해서 글자값을 바꾸지 않겠다는 약속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5770" y="262442"/>
            <a:ext cx="6726705" cy="607653"/>
          </a:xfrm>
        </p:spPr>
        <p:txBody>
          <a:bodyPr>
            <a:spAutoFit/>
          </a:bodyPr>
          <a:lstStyle/>
          <a:p>
            <a:r>
              <a:t>트리 출력 - printf - 글자 배열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char arr[5];</a:t>
            </a:r>
          </a:p>
          <a:p>
            <a:pPr marL="0" indent="0">
              <a:buNone/>
            </a:pPr>
            <a:r>
              <a:t>	arr[0] = 'H';</a:t>
            </a:r>
          </a:p>
          <a:p>
            <a:pPr marL="0" indent="0">
              <a:buNone/>
            </a:pPr>
            <a:r>
              <a:t>	arr[1] = 'i';	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arr[2] = '\0';</a:t>
            </a:r>
          </a:p>
          <a:p>
            <a:pPr marL="0" indent="0">
              <a:buNone/>
            </a:pPr>
            <a:r>
              <a:t>	printf(arr);</a:t>
            </a:r>
          </a:p>
          <a:p>
            <a:pPr marL="0" indent="0">
              <a:buNone/>
            </a:pPr>
            <a:r>
              <a:t>	return 0;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5770" y="262442"/>
            <a:ext cx="6726705" cy="607653"/>
          </a:xfrm>
        </p:spPr>
        <p:txBody>
          <a:bodyPr>
            <a:spAutoFit/>
          </a:bodyPr>
          <a:lstStyle/>
          <a:p>
            <a:r>
              <a:t>트리 출력 - printf - 글자 배열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글자에 해당하는 값은 작은 따옴표로 표시한다.</a:t>
            </a:r>
          </a:p>
          <a:p>
            <a:r>
              <a:t>글자 배열을 문장으로 다룰 때, 마지막 글자는 '\0'라는 특수문자로 쓴다.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574" y="262442"/>
            <a:ext cx="8752901" cy="607653"/>
          </a:xfrm>
        </p:spPr>
        <p:txBody>
          <a:bodyPr>
            <a:spAutoFit/>
          </a:bodyPr>
          <a:lstStyle/>
          <a:p>
            <a:r>
              <a:t>트리 출력 - printf - 글자 배열에 초기값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char arr[5] = {'H', 'i', '\0'};</a:t>
            </a:r>
          </a:p>
          <a:p>
            <a:pPr marL="0" indent="0">
              <a:buNone/>
            </a:pPr>
            <a:r>
              <a:t>	printf(arr);</a:t>
            </a:r>
          </a:p>
          <a:p>
            <a:pPr marL="0" indent="0">
              <a:buNone/>
            </a:pPr>
            <a:r>
              <a:t>	return 0;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574" y="262442"/>
            <a:ext cx="8752901" cy="607653"/>
          </a:xfrm>
        </p:spPr>
        <p:txBody>
          <a:bodyPr>
            <a:spAutoFit/>
          </a:bodyPr>
          <a:lstStyle/>
          <a:p>
            <a:r>
              <a:t>트리 출력 - printf - 글자 배열에 초기값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char arr[5] = "Hi";</a:t>
            </a:r>
          </a:p>
          <a:p>
            <a:pPr marL="0" indent="0">
              <a:buNone/>
            </a:pPr>
            <a:r>
              <a:t>	printf(arr);</a:t>
            </a:r>
          </a:p>
          <a:p>
            <a:pPr marL="0" indent="0">
              <a:buNone/>
            </a:pPr>
            <a:r>
              <a:t>	return 0;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574" y="262442"/>
            <a:ext cx="8752901" cy="607653"/>
          </a:xfrm>
        </p:spPr>
        <p:txBody>
          <a:bodyPr>
            <a:spAutoFit/>
          </a:bodyPr>
          <a:lstStyle/>
          <a:p>
            <a:r>
              <a:t>트리 출력 - printf - 글자 배열에 초기값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배열을 처음 만들 때, 초기값들을 중괄호 { } 안에 적어줄 수 있다.</a:t>
            </a:r>
          </a:p>
          <a:p>
            <a:r>
              <a:t>문자 배열의 경우, 초기값들을 큰 따옴표"" 안에 적어줄 수 있다. </a:t>
            </a:r>
            <a:endParaRPr lang="en-US"/>
          </a:p>
          <a:p>
            <a:r>
              <a:t>공간이 충분하면 마지막에 '\0'도 붙는다.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2965" y="262442"/>
            <a:ext cx="7369510" cy="607653"/>
          </a:xfrm>
        </p:spPr>
        <p:txBody>
          <a:bodyPr>
            <a:spAutoFit/>
          </a:bodyPr>
          <a:lstStyle/>
          <a:p>
            <a:r>
              <a:t>트리 출력 - printf - 특수문자 '\0'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char arr[5] = {"H\0i"};</a:t>
            </a:r>
          </a:p>
          <a:p>
            <a:pPr marL="0" indent="0">
              <a:buNone/>
            </a:pPr>
            <a:r>
              <a:t>	printf(arr);</a:t>
            </a:r>
          </a:p>
          <a:p>
            <a:pPr marL="0" indent="0">
              <a:buNone/>
            </a:pPr>
            <a:r>
              <a:t>	return 0;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2965" y="262442"/>
            <a:ext cx="7369510" cy="607653"/>
          </a:xfrm>
        </p:spPr>
        <p:txBody>
          <a:bodyPr>
            <a:spAutoFit/>
          </a:bodyPr>
          <a:lstStyle/>
          <a:p>
            <a:r>
              <a:t>트리 출력 - printf - 특수문자 '\0'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글자 배열에서 글자를 하나씩 처리하다가 '\0'을 발견하면 문장이 끝났다고 보고 처리를 종료한다.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641" y="262442"/>
            <a:ext cx="8648834" cy="607653"/>
          </a:xfrm>
        </p:spPr>
        <p:txBody>
          <a:bodyPr>
            <a:spAutoFit/>
          </a:bodyPr>
          <a:lstStyle/>
          <a:p>
            <a:r>
              <a:t>트리 출력 - printf - 포맷문자열 %c, %d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char arr[5] = {"H\0i"};</a:t>
            </a:r>
          </a:p>
          <a:p>
            <a:pPr marL="0" indent="0">
              <a:buNone/>
            </a:pPr>
            <a:r>
              <a:t>	for (int i = 0; i &lt; 4; i++)</a:t>
            </a:r>
          </a:p>
          <a:p>
            <a:pPr marL="0" indent="0">
              <a:buNone/>
            </a:pPr>
            <a:r>
              <a:t>		printf("%c[%d]</a:t>
            </a:r>
            <a:r>
              <a:rPr lang="en-US"/>
              <a:t>\n</a:t>
            </a:r>
            <a:r>
              <a:t>", arr[i], arr[i]);</a:t>
            </a:r>
          </a:p>
          <a:p>
            <a:pPr marL="0" indent="0">
              <a:buNone/>
            </a:pPr>
            <a:r>
              <a:t>	return 0;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641" y="262442"/>
            <a:ext cx="8648834" cy="607653"/>
          </a:xfrm>
        </p:spPr>
        <p:txBody>
          <a:bodyPr>
            <a:spAutoFit/>
          </a:bodyPr>
          <a:lstStyle/>
          <a:p>
            <a:r>
              <a:t>트리 출력 - printf - 포맷문자열 %c, %d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%로 표시된 자리에는 다음 매개변수의 값을 적절한 서식에 맞춰 대입한다.</a:t>
            </a:r>
          </a:p>
          <a:p>
            <a:r>
              <a:t>%c는 문자 값을 문자로 나타낸다.</a:t>
            </a:r>
          </a:p>
          <a:p>
            <a:r>
              <a:t>%d는 숫자 값을 숫자로 나타낸다.</a:t>
            </a:r>
          </a:p>
          <a:p>
            <a:r>
              <a:t>\n은 줄바꿈 특수문자를 의미한다.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73987" y="262442"/>
            <a:ext cx="9586462" cy="607653"/>
          </a:xfrm>
        </p:spPr>
        <p:txBody>
          <a:bodyPr>
            <a:spAutoFit/>
          </a:bodyPr>
          <a:lstStyle/>
          <a:p>
            <a:r>
              <a:t>트리 출력 - printf - 포맷문자열의 서식 너비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printf("%5c</a:t>
            </a:r>
            <a:r>
              <a:rPr lang="en-US"/>
              <a:t>\n</a:t>
            </a:r>
            <a:r>
              <a:t>", 'A');</a:t>
            </a:r>
          </a:p>
          <a:p>
            <a:pPr marL="0" indent="0">
              <a:buNone/>
            </a:pPr>
            <a:r>
              <a:t>	printf("%4c</a:t>
            </a:r>
            <a:r>
              <a:rPr lang="en-US" altLang="ko-KR"/>
              <a:t>\n</a:t>
            </a:r>
            <a:r>
              <a:t>", 'B');</a:t>
            </a:r>
          </a:p>
          <a:p>
            <a:pPr marL="0" indent="0">
              <a:buNone/>
            </a:pPr>
            <a:r>
              <a:t>	printf("%3c</a:t>
            </a:r>
            <a:r>
              <a:rPr lang="en-US" altLang="ko-KR"/>
              <a:t>\n</a:t>
            </a:r>
            <a:r>
              <a:t>", 'C');</a:t>
            </a:r>
          </a:p>
          <a:p>
            <a:pPr marL="0" indent="0">
              <a:buNone/>
            </a:pPr>
            <a:r>
              <a:t>	printf("%2c</a:t>
            </a:r>
            <a:r>
              <a:rPr lang="en-US" altLang="ko-KR"/>
              <a:t>\n</a:t>
            </a:r>
            <a:r>
              <a:t>", 'D');</a:t>
            </a:r>
          </a:p>
          <a:p>
            <a:pPr marL="0" indent="0">
              <a:buNone/>
            </a:pPr>
            <a:r>
              <a:t>	printf("%1c</a:t>
            </a:r>
            <a:r>
              <a:rPr lang="en-US" altLang="ko-KR"/>
              <a:t>\n</a:t>
            </a:r>
            <a:r>
              <a:t>", 'E');</a:t>
            </a:r>
          </a:p>
          <a:p>
            <a:pPr marL="0" indent="0">
              <a:buNone/>
            </a:pPr>
            <a:r>
              <a:t>	return 0;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73987" y="262442"/>
            <a:ext cx="9586462" cy="607653"/>
          </a:xfrm>
        </p:spPr>
        <p:txBody>
          <a:bodyPr>
            <a:spAutoFit/>
          </a:bodyPr>
          <a:lstStyle/>
          <a:p>
            <a:r>
              <a:t>트리 출력 - printf - 포맷문자열의 서식 너비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%d와 서식 문자 사이에 숫자를 적으면, 해당 항목의 최소 너비를 정할 수 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687085" y="262442"/>
            <a:ext cx="10599560" cy="607653"/>
          </a:xfrm>
        </p:spPr>
        <p:txBody>
          <a:bodyPr>
            <a:spAutoFit/>
          </a:bodyPr>
          <a:lstStyle/>
          <a:p>
            <a:r>
              <a:t>트리 출력 - printf - 포맷문자열의 가변 서식 너비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for (int i = 1; i &lt;= 5; i++)</a:t>
            </a:r>
          </a:p>
          <a:p>
            <a:pPr marL="0" indent="0">
              <a:buNone/>
            </a:pPr>
            <a:r>
              <a:t>		printf("%*c</a:t>
            </a:r>
            <a:r>
              <a:rPr lang="en-US"/>
              <a:t>\n</a:t>
            </a:r>
            <a:r>
              <a:t>", 'z');</a:t>
            </a:r>
          </a:p>
          <a:p>
            <a:pPr marL="0" indent="0">
              <a:buNone/>
            </a:pPr>
            <a:r>
              <a:t>	return 0;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687085" y="262442"/>
            <a:ext cx="10599560" cy="607653"/>
          </a:xfrm>
        </p:spPr>
        <p:txBody>
          <a:bodyPr>
            <a:spAutoFit/>
          </a:bodyPr>
          <a:lstStyle/>
          <a:p>
            <a:r>
              <a:t>트리 출력 - printf - 포맷문자열의 가변 서식 너비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%d와 서식 문자 사이에 *을 적으면, 해당 항목의 최소 너비를 매개변수로 전달할 수 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4320" y="262442"/>
            <a:ext cx="4298155" cy="607653"/>
          </a:xfrm>
        </p:spPr>
        <p:txBody>
          <a:bodyPr>
            <a:spAutoFit/>
          </a:bodyPr>
          <a:lstStyle/>
          <a:p>
            <a:r>
              <a:t>트리 출력 -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---------------32---------------</a:t>
            </a:r>
          </a:p>
          <a:p>
            <a:pPr marL="0" indent="0">
              <a:buNone/>
            </a:pPr>
            <a:r>
              <a:t>-------16-------A------16-------</a:t>
            </a:r>
          </a:p>
          <a:p>
            <a:pPr marL="0" indent="0">
              <a:buNone/>
            </a:pPr>
            <a:r>
              <a:t>---8----B------16-------C---8---</a:t>
            </a:r>
          </a:p>
          <a:p>
            <a:pPr marL="0" indent="0">
              <a:buNone/>
            </a:pPr>
            <a:r>
              <a:t>-4-D----8---E---8---F---8---G-4-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6945" y="262442"/>
            <a:ext cx="5245530" cy="607653"/>
          </a:xfrm>
        </p:spPr>
        <p:txBody>
          <a:bodyPr>
            <a:spAutoFit/>
          </a:bodyPr>
          <a:lstStyle/>
          <a:p>
            <a:r>
              <a:t>트리 출력 - 계획</a:t>
            </a:r>
            <a:r>
              <a:rPr lang="en-US"/>
              <a:t> 1 / 2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printf("%16c</a:t>
            </a:r>
            <a:r>
              <a:rPr lang="en-US"/>
              <a:t>\n</a:t>
            </a:r>
            <a:r>
              <a:t>", 'A');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	printf("%8c", 'B');</a:t>
            </a:r>
          </a:p>
          <a:p>
            <a:pPr marL="0" indent="0">
              <a:buNone/>
            </a:pPr>
            <a:r>
              <a:t>	printf("%16c</a:t>
            </a:r>
            <a:r>
              <a:rPr lang="en-US"/>
              <a:t>\n</a:t>
            </a:r>
            <a:r>
              <a:t>", 'C');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07DB-55DC-F328-83BE-64C16E91F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5C200-1B2E-BA6D-D4C1-04930DD20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6945" y="262442"/>
            <a:ext cx="5245530" cy="607653"/>
          </a:xfrm>
        </p:spPr>
        <p:txBody>
          <a:bodyPr>
            <a:spAutoFit/>
          </a:bodyPr>
          <a:lstStyle/>
          <a:p>
            <a:r>
              <a:t>트리 출력 - 계획</a:t>
            </a:r>
            <a:r>
              <a:rPr lang="en-US"/>
              <a:t> 2 / 2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83DEC-EC22-3602-58C6-F21406CB1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	printf("%4c", 'D');</a:t>
            </a:r>
          </a:p>
          <a:p>
            <a:pPr marL="0" indent="0">
              <a:buNone/>
            </a:pPr>
            <a:r>
              <a:t>	printf("%8c", 'E');</a:t>
            </a:r>
          </a:p>
          <a:p>
            <a:pPr marL="0" indent="0">
              <a:buNone/>
            </a:pPr>
            <a:r>
              <a:t>	printf("%8c", 'F');</a:t>
            </a:r>
          </a:p>
          <a:p>
            <a:pPr marL="0" indent="0">
              <a:buNone/>
            </a:pPr>
            <a:r>
              <a:t>	printf("%8c</a:t>
            </a:r>
            <a:r>
              <a:rPr lang="en-US"/>
              <a:t>\n</a:t>
            </a:r>
            <a:r>
              <a:t>", 'G');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	return 0;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44670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0749" y="262442"/>
            <a:ext cx="7271726" cy="607653"/>
          </a:xfrm>
        </p:spPr>
        <p:txBody>
          <a:bodyPr>
            <a:spAutoFit/>
          </a:bodyPr>
          <a:lstStyle/>
          <a:p>
            <a:r>
              <a:t>트리 출력 - </a:t>
            </a:r>
            <a:r>
              <a:rPr lang="ko-KR" altLang="en-US"/>
              <a:t>층별 출력 </a:t>
            </a:r>
            <a:r>
              <a:t>계획</a:t>
            </a:r>
            <a:r>
              <a:rPr lang="en-US"/>
              <a:t> 1 / 3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int t</a:t>
            </a:r>
            <a:r>
              <a:rPr lang="en-US"/>
              <a:t>ree</a:t>
            </a:r>
            <a:r>
              <a:t>_width = 32;</a:t>
            </a:r>
          </a:p>
          <a:p>
            <a:pPr marL="0" indent="0">
              <a:buNone/>
            </a:pPr>
            <a:r>
              <a:t>	char data[10] = "ABCDEFG";</a:t>
            </a:r>
          </a:p>
          <a:p>
            <a:pPr marL="0" indent="0">
              <a:buNone/>
            </a:pPr>
            <a:r>
              <a:t>	int level = 1;</a:t>
            </a:r>
          </a:p>
          <a:p>
            <a:pPr marL="0" indent="0">
              <a:buNone/>
            </a:pPr>
            <a:r>
              <a:t>	int level_size = 1;</a:t>
            </a:r>
          </a:p>
          <a:p>
            <a:pPr marL="0" indent="0">
              <a:buNone/>
            </a:pPr>
            <a:r>
              <a:t>	int level_width = t</a:t>
            </a:r>
            <a:r>
              <a:rPr lang="en-US"/>
              <a:t>ree</a:t>
            </a:r>
            <a:r>
              <a:t>_width;</a:t>
            </a:r>
          </a:p>
          <a:p>
            <a:pPr marL="0" indent="0">
              <a:buNone/>
            </a:pPr>
            <a:r>
              <a:t>	int level_start = 0;</a:t>
            </a:r>
          </a:p>
          <a:p>
            <a:pPr marL="0" indent="0">
              <a:buNone/>
            </a:pPr>
            <a:r>
              <a:t>	int level_end = 0;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68566-69F8-1C0E-8427-E467D00FF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4DE9F-1DBD-612B-08C7-D7B20698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749" y="262442"/>
            <a:ext cx="7271726" cy="607653"/>
          </a:xfrm>
        </p:spPr>
        <p:txBody>
          <a:bodyPr>
            <a:spAutoFit/>
          </a:bodyPr>
          <a:lstStyle/>
          <a:p>
            <a:r>
              <a:t>트리 출력 - </a:t>
            </a:r>
            <a:r>
              <a:rPr lang="ko-KR" altLang="en-US"/>
              <a:t>층별 출력 </a:t>
            </a:r>
            <a:r>
              <a:t>계획</a:t>
            </a:r>
            <a:r>
              <a:rPr lang="en-US"/>
              <a:t> 2 / 3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E816C-141C-FEC3-347A-F7DFEEF22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for (int i = 0; i &lt; 7; i++) {</a:t>
            </a:r>
          </a:p>
          <a:p>
            <a:pPr marL="0" indent="0">
              <a:buNone/>
            </a:pPr>
            <a:r>
              <a:t>		int spaces = level_width;</a:t>
            </a:r>
          </a:p>
          <a:p>
            <a:pPr marL="0" indent="0">
              <a:buNone/>
            </a:pPr>
            <a:r>
              <a:t>		if (i == level_start)</a:t>
            </a:r>
          </a:p>
          <a:p>
            <a:pPr marL="0" indent="0">
              <a:buNone/>
            </a:pPr>
            <a:r>
              <a:t>			spaces /= 2;</a:t>
            </a:r>
          </a:p>
          <a:p>
            <a:pPr marL="0" indent="0">
              <a:buNone/>
            </a:pPr>
            <a:r>
              <a:t>		printf("%*c", spaces, data[i]);</a:t>
            </a:r>
          </a:p>
        </p:txBody>
      </p:sp>
    </p:spTree>
    <p:extLst>
      <p:ext uri="{BB962C8B-B14F-4D97-AF65-F5344CB8AC3E}">
        <p14:creationId xmlns:p14="http://schemas.microsoft.com/office/powerpoint/2010/main" val="3495684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7D331-32C3-213E-F964-D39C89776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82288-0411-6EDE-FD0F-6AFB5574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749" y="262442"/>
            <a:ext cx="7271726" cy="607653"/>
          </a:xfrm>
        </p:spPr>
        <p:txBody>
          <a:bodyPr>
            <a:spAutoFit/>
          </a:bodyPr>
          <a:lstStyle/>
          <a:p>
            <a:r>
              <a:t>트리 출력 - </a:t>
            </a:r>
            <a:r>
              <a:rPr lang="ko-KR" altLang="en-US"/>
              <a:t>층별 출력 </a:t>
            </a:r>
            <a:r>
              <a:t>계획</a:t>
            </a:r>
            <a:r>
              <a:rPr lang="en-US"/>
              <a:t> 3 / 3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5F986-A1A3-6F94-A4FC-95B2710A9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	if (i == level_end) {</a:t>
            </a:r>
          </a:p>
          <a:p>
            <a:pPr marL="0" indent="0">
              <a:buNone/>
            </a:pPr>
            <a:r>
              <a:t>			printf("</a:t>
            </a:r>
            <a:r>
              <a:rPr lang="en-US"/>
              <a:t>\n</a:t>
            </a:r>
            <a:r>
              <a:t>");</a:t>
            </a:r>
          </a:p>
          <a:p>
            <a:pPr marL="0" indent="0">
              <a:buNone/>
            </a:pPr>
            <a:r>
              <a:t>			level += 1;			</a:t>
            </a:r>
            <a:endParaRPr lang="en-US"/>
          </a:p>
          <a:p>
            <a:pPr marL="0" indent="0">
              <a:buNone/>
            </a:pPr>
            <a:r>
              <a:rPr lang="en-US"/>
              <a:t>			</a:t>
            </a:r>
            <a:r>
              <a:t>level_size *= 2</a:t>
            </a:r>
          </a:p>
          <a:p>
            <a:pPr marL="0" indent="0">
              <a:buNone/>
            </a:pPr>
            <a:r>
              <a:t>			level_width = t</a:t>
            </a:r>
            <a:r>
              <a:rPr lang="en-US"/>
              <a:t>ree</a:t>
            </a:r>
            <a:r>
              <a:t>_width / level_size;</a:t>
            </a:r>
          </a:p>
          <a:p>
            <a:pPr marL="0" indent="0">
              <a:buNone/>
            </a:pPr>
            <a:r>
              <a:t>			level_start = level_end + 1;</a:t>
            </a:r>
          </a:p>
          <a:p>
            <a:pPr marL="0" indent="0">
              <a:buNone/>
            </a:pPr>
            <a:r>
              <a:t>			level_end += level_size;</a:t>
            </a:r>
          </a:p>
          <a:p>
            <a:pPr marL="0" indent="0">
              <a:buNone/>
            </a:pPr>
            <a:r>
              <a:t>		}</a:t>
            </a:r>
          </a:p>
          <a:p>
            <a:pPr marL="0" indent="0">
              <a:buNone/>
            </a:pPr>
            <a:r>
              <a:t>	}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026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4087" y="262442"/>
            <a:ext cx="6548388" cy="607653"/>
          </a:xfrm>
        </p:spPr>
        <p:txBody>
          <a:bodyPr>
            <a:spAutoFit/>
          </a:bodyPr>
          <a:lstStyle/>
          <a:p>
            <a:r>
              <a:t>트리 출력 - print_tree()</a:t>
            </a:r>
            <a:r>
              <a:rPr lang="en-US"/>
              <a:t> 1 / 3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print_tree(char *data, int tree_size, int tree_width)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int level_size = 1;</a:t>
            </a:r>
          </a:p>
          <a:p>
            <a:pPr marL="0" indent="0">
              <a:buNone/>
            </a:pPr>
            <a:r>
              <a:t>	int node_width = tree_width;</a:t>
            </a:r>
          </a:p>
          <a:p>
            <a:pPr marL="0" indent="0">
              <a:buNone/>
            </a:pPr>
            <a:r>
              <a:t>	int level_start = 0;</a:t>
            </a:r>
          </a:p>
          <a:p>
            <a:pPr marL="0" indent="0">
              <a:buNone/>
            </a:pPr>
            <a:r>
              <a:t>	int level_end = 0;</a:t>
            </a:r>
            <a:endParaRPr lang="en-US"/>
          </a:p>
          <a:p>
            <a:pPr marL="0" indent="0">
              <a:buNone/>
            </a:pPr>
            <a:endParaRPr lang="ko-KR" altLang="en-US"/>
          </a:p>
          <a:p>
            <a:pPr marL="0" indent="0">
              <a:buNone/>
            </a:pPr>
            <a:r>
              <a:rPr lang="en-US"/>
              <a:t>	for (int i = 0; i &lt; tree_size; i++) {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28B25-B31A-EE14-8F26-4999A965B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8A3EA-B434-C9D7-51B9-13AF00087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087" y="262442"/>
            <a:ext cx="6548388" cy="607653"/>
          </a:xfrm>
        </p:spPr>
        <p:txBody>
          <a:bodyPr>
            <a:spAutoFit/>
          </a:bodyPr>
          <a:lstStyle/>
          <a:p>
            <a:r>
              <a:t>트리 출력 - print_tree()</a:t>
            </a:r>
            <a:r>
              <a:rPr lang="en-US"/>
              <a:t> 2 / 3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75714-6AE2-C05D-2DEC-246B96CE2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	int spaces = node_width;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		if (i == level_start)</a:t>
            </a:r>
          </a:p>
          <a:p>
            <a:pPr marL="0" indent="0">
              <a:buNone/>
            </a:pPr>
            <a:r>
              <a:t>			spaces /= 2;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		printf("%*c", spaces, data[i]);</a:t>
            </a:r>
          </a:p>
        </p:txBody>
      </p:sp>
    </p:spTree>
    <p:extLst>
      <p:ext uri="{BB962C8B-B14F-4D97-AF65-F5344CB8AC3E}">
        <p14:creationId xmlns:p14="http://schemas.microsoft.com/office/powerpoint/2010/main" val="19244661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C4A72-97CB-D257-84A2-6B3EA8453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1551-0DA6-7ABE-4AC4-9B9E513F5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087" y="262442"/>
            <a:ext cx="6548388" cy="607653"/>
          </a:xfrm>
        </p:spPr>
        <p:txBody>
          <a:bodyPr>
            <a:spAutoFit/>
          </a:bodyPr>
          <a:lstStyle/>
          <a:p>
            <a:r>
              <a:t>트리 출력 - print_tree()</a:t>
            </a:r>
            <a:r>
              <a:rPr lang="en-US"/>
              <a:t> 3 / 3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3B08F-92C6-6E12-9093-FE4F2A8AB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	if (i == level_end) {</a:t>
            </a:r>
          </a:p>
          <a:p>
            <a:pPr marL="0" indent="0">
              <a:buNone/>
            </a:pPr>
            <a:r>
              <a:t>			printf("\n");</a:t>
            </a:r>
          </a:p>
          <a:p>
            <a:pPr marL="0" indent="0">
              <a:buNone/>
            </a:pPr>
            <a:r>
              <a:t>			level_size *= 2;</a:t>
            </a:r>
          </a:p>
          <a:p>
            <a:pPr marL="0" indent="0">
              <a:buNone/>
            </a:pPr>
            <a:r>
              <a:t>			node_width = tree_width / level_size;</a:t>
            </a:r>
          </a:p>
          <a:p>
            <a:pPr marL="0" indent="0">
              <a:buNone/>
            </a:pPr>
            <a:r>
              <a:t>			level_start = level_end + 1;</a:t>
            </a:r>
          </a:p>
          <a:p>
            <a:pPr marL="0" indent="0">
              <a:buNone/>
            </a:pPr>
            <a:r>
              <a:t>			level_end += level_size;</a:t>
            </a:r>
          </a:p>
          <a:p>
            <a:pPr marL="0" indent="0">
              <a:buNone/>
            </a:pPr>
            <a:r>
              <a:t>		}</a:t>
            </a:r>
          </a:p>
          <a:p>
            <a:pPr marL="0" indent="0">
              <a:buNone/>
            </a:pPr>
            <a:r>
              <a:t>	}</a:t>
            </a:r>
          </a:p>
          <a:p>
            <a:pPr marL="0" indent="0">
              <a:buNone/>
            </a:pPr>
            <a:r>
              <a:t>	printf("\n");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3848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6700" y="262442"/>
            <a:ext cx="7075775" cy="607653"/>
          </a:xfrm>
        </p:spPr>
        <p:txBody>
          <a:bodyPr>
            <a:spAutoFit/>
          </a:bodyPr>
          <a:lstStyle/>
          <a:p>
            <a:r>
              <a:t>트리 출력 - print_tree() 테스트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screen_width = 50;</a:t>
            </a:r>
          </a:p>
          <a:p>
            <a:pPr marL="0" indent="0">
              <a:buNone/>
            </a:pPr>
            <a:r>
              <a:t>	char data[10] = "ABCDEFG";</a:t>
            </a:r>
          </a:p>
          <a:p>
            <a:pPr marL="0" indent="0">
              <a:buNone/>
            </a:pPr>
            <a:r>
              <a:t>	print_tree(data, 7, screen_width);</a:t>
            </a:r>
          </a:p>
          <a:p>
            <a:pPr marL="0" indent="0">
              <a:buNone/>
            </a:pPr>
            <a:r>
              <a:t>	return 0;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212" y="262442"/>
            <a:ext cx="8626263" cy="607653"/>
          </a:xfrm>
        </p:spPr>
        <p:txBody>
          <a:bodyPr>
            <a:spAutoFit/>
          </a:bodyPr>
          <a:lstStyle/>
          <a:p>
            <a:r>
              <a:t>heap sort - 최대힙 만들기 - swap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swap(char *x, char *y)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char t = *x;</a:t>
            </a:r>
          </a:p>
          <a:p>
            <a:pPr marL="0" indent="0">
              <a:buNone/>
            </a:pPr>
            <a:r>
              <a:t>	*x = *y;</a:t>
            </a:r>
          </a:p>
          <a:p>
            <a:pPr marL="0" indent="0">
              <a:buNone/>
            </a:pPr>
            <a:r>
              <a:t>	*y = t;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9E99A-BA1E-F8AB-805F-4F8C84E32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5C3B4-52B4-C70F-FA27-2563EA795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12" y="262442"/>
            <a:ext cx="8626263" cy="607653"/>
          </a:xfrm>
        </p:spPr>
        <p:txBody>
          <a:bodyPr>
            <a:spAutoFit/>
          </a:bodyPr>
          <a:lstStyle/>
          <a:p>
            <a:r>
              <a:t>heap sort - 최대힙 만들기 - swap 함수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84F49-CB49-2081-0D9F-34328CC74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char data[10] = "ABCDEFG";</a:t>
            </a:r>
          </a:p>
          <a:p>
            <a:pPr marL="0" indent="0">
              <a:buNone/>
            </a:pPr>
            <a:r>
              <a:t>	swap(data + 5, data + 6);</a:t>
            </a:r>
          </a:p>
          <a:p>
            <a:pPr marL="0" indent="0">
              <a:buNone/>
            </a:pPr>
            <a:r>
              <a:t>	print_tree(data, 7, 32);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783640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49" y="262442"/>
            <a:ext cx="8864726" cy="607653"/>
          </a:xfrm>
        </p:spPr>
        <p:txBody>
          <a:bodyPr>
            <a:spAutoFit/>
          </a:bodyPr>
          <a:lstStyle/>
          <a:p>
            <a:r>
              <a:t>heap sort - 최대힙 만들기 - parent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parent(int child)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return (child - 1) / 2;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39592-4412-54A2-7E3B-D21A7CB1B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F7EBB-A500-A1B4-5492-5AC58AC86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49" y="262442"/>
            <a:ext cx="8864726" cy="607653"/>
          </a:xfrm>
        </p:spPr>
        <p:txBody>
          <a:bodyPr>
            <a:spAutoFit/>
          </a:bodyPr>
          <a:lstStyle/>
          <a:p>
            <a:r>
              <a:t>heap sort - 최대힙 만들기 - parent 함수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5E4F5-DE9F-EF81-B5FF-92FBB664C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char data[10] = "ABCDEFG";</a:t>
            </a:r>
          </a:p>
          <a:p>
            <a:pPr marL="0" indent="0">
              <a:buNone/>
            </a:pPr>
            <a:r>
              <a:t>	swap(data + parent(6), data + 6);</a:t>
            </a:r>
          </a:p>
          <a:p>
            <a:pPr marL="0" indent="0">
              <a:buNone/>
            </a:pPr>
            <a:r>
              <a:t>	swap(data + parent(3), data + 3);</a:t>
            </a:r>
          </a:p>
          <a:p>
            <a:pPr marL="0" indent="0">
              <a:buNone/>
            </a:pPr>
            <a:r>
              <a:t>	print_tree(data, 7, 32);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047553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27152" y="262442"/>
            <a:ext cx="9439627" cy="607653"/>
          </a:xfrm>
        </p:spPr>
        <p:txBody>
          <a:bodyPr>
            <a:spAutoFit/>
          </a:bodyPr>
          <a:lstStyle/>
          <a:p>
            <a:r>
              <a:t>heap sort - 최대힙 만들기 - left_child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left_child(int parent)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return 2 * parent + 1;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B024B-9815-BE05-0AE5-B0675A8DE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18CB0-E6BD-A23E-AC26-11C9DFD7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27152" y="262442"/>
            <a:ext cx="9439627" cy="607653"/>
          </a:xfrm>
        </p:spPr>
        <p:txBody>
          <a:bodyPr>
            <a:spAutoFit/>
          </a:bodyPr>
          <a:lstStyle/>
          <a:p>
            <a:r>
              <a:t>heap sort - 최대힙 만들기 - left_child 함수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9D47F-5BE6-E719-ECF6-8959A2DAE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  <a:endParaRPr lang="en-US"/>
          </a:p>
          <a:p>
            <a:pPr marL="0" indent="0">
              <a:buNone/>
            </a:pPr>
            <a:r>
              <a:rPr lang="en-US"/>
              <a:t>	char data[10] = "ABCDEFG";</a:t>
            </a:r>
          </a:p>
          <a:p>
            <a:pPr marL="0" indent="0">
              <a:buNone/>
            </a:pPr>
            <a:r>
              <a:t>	swap(data + left_child(2), data + 2);</a:t>
            </a:r>
          </a:p>
          <a:p>
            <a:pPr marL="0" indent="0">
              <a:buNone/>
            </a:pPr>
            <a:r>
              <a:t>	swap(data + left_child(1), data + 1);</a:t>
            </a:r>
          </a:p>
          <a:p>
            <a:pPr marL="0" indent="0">
              <a:buNone/>
            </a:pPr>
            <a:r>
              <a:t>	print_tree(data, 7, 32);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1553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11471" y="262442"/>
            <a:ext cx="9523946" cy="607653"/>
          </a:xfrm>
        </p:spPr>
        <p:txBody>
          <a:bodyPr>
            <a:spAutoFit/>
          </a:bodyPr>
          <a:lstStyle/>
          <a:p>
            <a:r>
              <a:t>heap sort - 최대힙 만들기 - 최대 자식 찾기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main()</a:t>
            </a:r>
            <a:r>
              <a:rPr lang="en-US"/>
              <a:t> </a:t>
            </a:r>
            <a:r>
              <a:t>{</a:t>
            </a:r>
          </a:p>
          <a:p>
            <a:pPr marL="0" indent="0">
              <a:buNone/>
            </a:pPr>
            <a:r>
              <a:t>	char data[10] = "ABCDEFG";</a:t>
            </a:r>
          </a:p>
          <a:p>
            <a:pPr marL="0" indent="0">
              <a:buNone/>
            </a:pPr>
            <a:r>
              <a:t>	int r = parent(6);</a:t>
            </a:r>
          </a:p>
          <a:p>
            <a:pPr marL="0" indent="0">
              <a:buNone/>
            </a:pPr>
            <a:r>
              <a:t>	int c = left_child(r);</a:t>
            </a:r>
          </a:p>
          <a:p>
            <a:pPr marL="0" indent="0">
              <a:buNone/>
            </a:pPr>
            <a:r>
              <a:t>	if (data[c] &lt; data[c + 1])</a:t>
            </a:r>
          </a:p>
          <a:p>
            <a:pPr marL="0" indent="0">
              <a:buNone/>
            </a:pPr>
            <a:r>
              <a:t>		c = c + 1;</a:t>
            </a:r>
          </a:p>
          <a:p>
            <a:pPr marL="0" indent="0">
              <a:buNone/>
            </a:pPr>
            <a:r>
              <a:t>	if (data[r] &lt; data[c])</a:t>
            </a:r>
          </a:p>
          <a:p>
            <a:pPr marL="0" indent="0">
              <a:buNone/>
            </a:pPr>
            <a:r>
              <a:t>		swap(data + r, data + c);</a:t>
            </a:r>
          </a:p>
          <a:p>
            <a:pPr marL="0" indent="0">
              <a:buNone/>
            </a:pPr>
            <a:r>
              <a:t>	print_tree(data, 7, 32);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7439" y="262442"/>
            <a:ext cx="9549914" cy="607653"/>
          </a:xfrm>
        </p:spPr>
        <p:txBody>
          <a:bodyPr>
            <a:spAutoFit/>
          </a:bodyPr>
          <a:lstStyle/>
          <a:p>
            <a:r>
              <a:t>heap sort - 최대힙 만들기 - level 2</a:t>
            </a:r>
            <a:r>
              <a:rPr lang="ko-KR" altLang="en-US"/>
              <a:t> 이하 </a:t>
            </a:r>
            <a:r>
              <a:rPr lang="en-US" altLang="ko-KR"/>
              <a:t>1/2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char data[10] = "ABCDEFG";</a:t>
            </a:r>
          </a:p>
          <a:p>
            <a:pPr marL="0" indent="0">
              <a:buNone/>
            </a:pPr>
            <a:r>
              <a:t>	int r = 2;</a:t>
            </a:r>
          </a:p>
          <a:p>
            <a:pPr marL="0" indent="0">
              <a:buNone/>
            </a:pPr>
            <a:r>
              <a:t>	int c = left_child(r);</a:t>
            </a:r>
          </a:p>
          <a:p>
            <a:pPr marL="0" indent="0">
              <a:buNone/>
            </a:pPr>
            <a:r>
              <a:t>	if (data[c] &lt; data[c + 1])</a:t>
            </a:r>
          </a:p>
          <a:p>
            <a:pPr marL="0" indent="0">
              <a:buNone/>
            </a:pPr>
            <a:r>
              <a:t>		c = c + 1;</a:t>
            </a:r>
          </a:p>
          <a:p>
            <a:pPr marL="0" indent="0">
              <a:buNone/>
            </a:pPr>
            <a:r>
              <a:t>	if (data[r] &lt; data[c])</a:t>
            </a:r>
          </a:p>
          <a:p>
            <a:pPr marL="0" indent="0">
              <a:buNone/>
            </a:pPr>
            <a:r>
              <a:t>		swap(data + r, data + c);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3C13B-FACD-6C4C-EEFC-8DE964B87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6334D-D833-A4C8-4137-54339DBE8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37440" y="262442"/>
            <a:ext cx="9549915" cy="607653"/>
          </a:xfrm>
        </p:spPr>
        <p:txBody>
          <a:bodyPr>
            <a:spAutoFit/>
          </a:bodyPr>
          <a:lstStyle/>
          <a:p>
            <a:r>
              <a:t>heap sort - 최대힙 만들기 - level 2</a:t>
            </a:r>
            <a:r>
              <a:rPr lang="ko-KR" altLang="en-US"/>
              <a:t> 이하 </a:t>
            </a:r>
            <a:r>
              <a:rPr lang="en-US" altLang="ko-KR"/>
              <a:t>2/2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0CECB-99C7-9036-859D-05F85D357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r = 1;</a:t>
            </a:r>
          </a:p>
          <a:p>
            <a:pPr marL="0" indent="0">
              <a:buNone/>
            </a:pPr>
            <a:r>
              <a:t>	c = left_child(r);</a:t>
            </a:r>
          </a:p>
          <a:p>
            <a:pPr marL="0" indent="0">
              <a:buNone/>
            </a:pPr>
            <a:r>
              <a:t>	if (data[c] &lt; data[c + 1])</a:t>
            </a:r>
          </a:p>
          <a:p>
            <a:pPr marL="0" indent="0">
              <a:buNone/>
            </a:pPr>
            <a:r>
              <a:t>		c = c + 1;</a:t>
            </a:r>
          </a:p>
          <a:p>
            <a:pPr marL="0" indent="0">
              <a:buNone/>
            </a:pPr>
            <a:r>
              <a:t>	if (data[r] &lt; data[c])</a:t>
            </a:r>
          </a:p>
          <a:p>
            <a:pPr marL="0" indent="0">
              <a:buNone/>
            </a:pPr>
            <a:r>
              <a:t>		swap(data + r, data + c);</a:t>
            </a:r>
          </a:p>
          <a:p>
            <a:pPr marL="0" indent="0">
              <a:buNone/>
            </a:pPr>
            <a:r>
              <a:t>	print_tree(data, 7, 32);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669255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7672" y="262442"/>
            <a:ext cx="9460147" cy="607653"/>
          </a:xfrm>
        </p:spPr>
        <p:txBody>
          <a:bodyPr>
            <a:spAutoFit/>
          </a:bodyPr>
          <a:lstStyle/>
          <a:p>
            <a:r>
              <a:t>heap sort - 최대힙 만들기 - level2 </a:t>
            </a:r>
            <a:r>
              <a:rPr lang="ko-KR" altLang="en-US"/>
              <a:t>짧게 </a:t>
            </a:r>
            <a:r>
              <a:rPr lang="en-US" altLang="ko-KR"/>
              <a:t>1/2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char data[10] = "ABCDEFG";</a:t>
            </a:r>
          </a:p>
          <a:p>
            <a:pPr marL="0" indent="0">
              <a:buNone/>
            </a:pPr>
            <a:r>
              <a:t>	int i = 2, r, c;</a:t>
            </a:r>
            <a:endParaRPr lang="en-US"/>
          </a:p>
          <a:p>
            <a:pPr marL="0" indent="0">
              <a:buNone/>
            </a:pPr>
            <a:r>
              <a:t>	for ( ; i &gt;= </a:t>
            </a:r>
            <a:r>
              <a:rPr lang="en-US" altLang="ko-KR"/>
              <a:t>1</a:t>
            </a:r>
            <a:r>
              <a:t>; i -= 1) {</a:t>
            </a:r>
          </a:p>
          <a:p>
            <a:pPr marL="0" indent="0">
              <a:buNone/>
            </a:pPr>
            <a:r>
              <a:t>		r = i;</a:t>
            </a:r>
          </a:p>
          <a:p>
            <a:pPr marL="0" indent="0">
              <a:buNone/>
            </a:pPr>
            <a:r>
              <a:t>		c = left_child(r);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7D2C9-13A6-822E-CF2A-510259CFA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5D299-ADDA-9A74-0707-0036CF08A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7672" y="262442"/>
            <a:ext cx="9460147" cy="607653"/>
          </a:xfrm>
        </p:spPr>
        <p:txBody>
          <a:bodyPr>
            <a:spAutoFit/>
          </a:bodyPr>
          <a:lstStyle/>
          <a:p>
            <a:r>
              <a:t>heap sort - 최대힙 만들기 - level2 </a:t>
            </a:r>
            <a:r>
              <a:rPr lang="ko-KR" altLang="en-US"/>
              <a:t>짧게 </a:t>
            </a:r>
            <a:r>
              <a:rPr lang="en-US" altLang="ko-KR"/>
              <a:t>2/2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974D3-4E26-DBAB-13F5-229AD400D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	if (data[c] &lt; data[c + 1])</a:t>
            </a:r>
          </a:p>
          <a:p>
            <a:pPr marL="0" indent="0">
              <a:buNone/>
            </a:pPr>
            <a:r>
              <a:t>			c = c + 1;</a:t>
            </a:r>
          </a:p>
          <a:p>
            <a:pPr marL="0" indent="0">
              <a:buNone/>
            </a:pPr>
            <a:r>
              <a:t>		if (data[r] &lt; data[c])</a:t>
            </a:r>
          </a:p>
          <a:p>
            <a:pPr marL="0" indent="0">
              <a:buNone/>
            </a:pPr>
            <a:r>
              <a:t>			swap(data + r, data + c);</a:t>
            </a:r>
          </a:p>
          <a:p>
            <a:pPr marL="0" indent="0">
              <a:buNone/>
            </a:pPr>
            <a:r>
              <a:t>	}</a:t>
            </a:r>
            <a:endParaRPr lang="en-US"/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784778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658" y="262442"/>
            <a:ext cx="8536817" cy="607653"/>
          </a:xfrm>
        </p:spPr>
        <p:txBody>
          <a:bodyPr>
            <a:spAutoFit/>
          </a:bodyPr>
          <a:lstStyle/>
          <a:p>
            <a:r>
              <a:t>heap sort - 최대힙 만들기 - level 1</a:t>
            </a:r>
            <a:r>
              <a:rPr lang="en-US"/>
              <a:t> 1/3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char data[10] = "ABCDEFG";</a:t>
            </a:r>
          </a:p>
          <a:p>
            <a:pPr marL="0" indent="0">
              <a:buNone/>
            </a:pPr>
            <a:r>
              <a:t>	int i = 2, r, c;	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for ( ; i &gt;= 1; i -= 1) {</a:t>
            </a:r>
          </a:p>
          <a:p>
            <a:pPr marL="0" indent="0">
              <a:buNone/>
            </a:pPr>
            <a:r>
              <a:t>		r = i;</a:t>
            </a:r>
          </a:p>
          <a:p>
            <a:pPr marL="0" indent="0">
              <a:buNone/>
            </a:pPr>
            <a:r>
              <a:t>		c = left_child(r);</a:t>
            </a:r>
          </a:p>
          <a:p>
            <a:pPr marL="0" indent="0">
              <a:buNone/>
            </a:pPr>
            <a:r>
              <a:t>		if (data[c] &lt; data[c + 1])</a:t>
            </a:r>
          </a:p>
          <a:p>
            <a:pPr marL="0" indent="0">
              <a:buNone/>
            </a:pPr>
            <a:r>
              <a:t>			c = c + 1;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E5D08-81A7-8CC4-DFC0-9D7085BA4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6A840-6C38-DD23-285F-85B26CD0C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658" y="262442"/>
            <a:ext cx="8536817" cy="607653"/>
          </a:xfrm>
        </p:spPr>
        <p:txBody>
          <a:bodyPr>
            <a:spAutoFit/>
          </a:bodyPr>
          <a:lstStyle/>
          <a:p>
            <a:r>
              <a:t>heap sort - 최대힙 만들기 - level 1</a:t>
            </a:r>
            <a:r>
              <a:rPr lang="en-US"/>
              <a:t> 2/3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A93F0-944F-BF5B-C0FF-7EAC96AF1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	if (data[r] &lt; data[c])</a:t>
            </a:r>
          </a:p>
          <a:p>
            <a:pPr marL="0" indent="0">
              <a:buNone/>
            </a:pPr>
            <a:r>
              <a:t>			swap(data + r, data + c);</a:t>
            </a:r>
          </a:p>
          <a:p>
            <a:pPr marL="0" indent="0">
              <a:buNone/>
            </a:pPr>
            <a:r>
              <a:t>	}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	r = 0;</a:t>
            </a:r>
          </a:p>
          <a:p>
            <a:pPr marL="0" indent="0">
              <a:buNone/>
            </a:pPr>
            <a:r>
              <a:t>	c = left_child(r);</a:t>
            </a:r>
          </a:p>
          <a:p>
            <a:pPr marL="0" indent="0">
              <a:buNone/>
            </a:pPr>
            <a:r>
              <a:t>	if (data[c] &lt; data[c + 1])</a:t>
            </a:r>
          </a:p>
          <a:p>
            <a:pPr marL="0" indent="0">
              <a:buNone/>
            </a:pPr>
            <a:r>
              <a:t>		c = c + 1;</a:t>
            </a:r>
          </a:p>
          <a:p>
            <a:pPr marL="0" indent="0">
              <a:buNone/>
            </a:pPr>
            <a:r>
              <a:t>	if (data[r] &lt; data[c])</a:t>
            </a:r>
          </a:p>
          <a:p>
            <a:pPr marL="0" indent="0">
              <a:buNone/>
            </a:pPr>
            <a:r>
              <a:t>		swap(data + r, data + c);</a:t>
            </a:r>
          </a:p>
        </p:txBody>
      </p:sp>
    </p:spTree>
    <p:extLst>
      <p:ext uri="{BB962C8B-B14F-4D97-AF65-F5344CB8AC3E}">
        <p14:creationId xmlns:p14="http://schemas.microsoft.com/office/powerpoint/2010/main" val="24712407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CFF4A-AB94-5CF2-BED8-B3F4AD5ED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4E2F-17B4-D0D6-B89E-F4C0D2C0C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658" y="262442"/>
            <a:ext cx="8536817" cy="607653"/>
          </a:xfrm>
        </p:spPr>
        <p:txBody>
          <a:bodyPr>
            <a:spAutoFit/>
          </a:bodyPr>
          <a:lstStyle/>
          <a:p>
            <a:r>
              <a:t>heap sort - 최대힙 만들기 - level 1</a:t>
            </a:r>
            <a:r>
              <a:rPr lang="en-US"/>
              <a:t> 3/3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7E270-B23F-A072-2C66-CFE7A6397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r = c;	c = left_child(r);</a:t>
            </a:r>
          </a:p>
          <a:p>
            <a:pPr marL="0" indent="0">
              <a:buNone/>
            </a:pPr>
            <a:r>
              <a:t>	if (data[c] &lt; data[c + 1])</a:t>
            </a:r>
          </a:p>
          <a:p>
            <a:pPr marL="0" indent="0">
              <a:buNone/>
            </a:pPr>
            <a:r>
              <a:t>		c = c + 1;</a:t>
            </a:r>
          </a:p>
          <a:p>
            <a:pPr marL="0" indent="0">
              <a:buNone/>
            </a:pPr>
            <a:r>
              <a:t>	if (data[r] &lt; data[c])</a:t>
            </a:r>
          </a:p>
          <a:p>
            <a:pPr marL="0" indent="0">
              <a:buNone/>
            </a:pPr>
            <a:r>
              <a:t>		swap(data + r, data + c);</a:t>
            </a:r>
          </a:p>
          <a:p>
            <a:pPr marL="0" indent="0">
              <a:buNone/>
            </a:pPr>
            <a:r>
              <a:t>	print_tree(data, 7, 32);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534870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7440" y="262442"/>
            <a:ext cx="9549915" cy="607653"/>
          </a:xfrm>
        </p:spPr>
        <p:txBody>
          <a:bodyPr>
            <a:spAutoFit/>
          </a:bodyPr>
          <a:lstStyle/>
          <a:p>
            <a:r>
              <a:t>heap sort - 최대힙 만들기 - level 1 짧게</a:t>
            </a:r>
            <a:r>
              <a:rPr lang="en-US"/>
              <a:t> 1/2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char data[10] = "ABCDEFG";</a:t>
            </a:r>
          </a:p>
          <a:p>
            <a:pPr marL="0" indent="0">
              <a:buNone/>
            </a:pPr>
            <a:r>
              <a:t>	int i = 2, r, c;	</a:t>
            </a:r>
            <a:endParaRPr lang="nn-NO"/>
          </a:p>
          <a:p>
            <a:pPr marL="0" indent="0">
              <a:buNone/>
            </a:pPr>
            <a:r>
              <a:rPr lang="nn-NO"/>
              <a:t>	for ( ; i &gt;= 0; i -= 1) {</a:t>
            </a:r>
          </a:p>
          <a:p>
            <a:pPr marL="0" indent="0">
              <a:buNone/>
            </a:pPr>
            <a:r>
              <a:t>		for (r </a:t>
            </a:r>
            <a:r>
              <a:rPr lang="en-US" altLang="ko-KR"/>
              <a:t>=</a:t>
            </a:r>
            <a:r>
              <a:t> i; left_child(r) &lt; 7; r = c) {</a:t>
            </a:r>
          </a:p>
          <a:p>
            <a:pPr marL="0" indent="0">
              <a:buNone/>
            </a:pPr>
            <a:r>
              <a:t>		</a:t>
            </a:r>
            <a:r>
              <a:rPr lang="ko-KR" altLang="en-US"/>
              <a:t>	</a:t>
            </a:r>
            <a:r>
              <a:t>c = left_child(r);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0BCA0-83D8-0094-B398-40D23E565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B3AB-15E0-F860-8145-80B774B32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37440" y="262442"/>
            <a:ext cx="9549915" cy="607653"/>
          </a:xfrm>
        </p:spPr>
        <p:txBody>
          <a:bodyPr>
            <a:spAutoFit/>
          </a:bodyPr>
          <a:lstStyle/>
          <a:p>
            <a:r>
              <a:t>heap sort - 최대힙 만들기 - level 1 짧게</a:t>
            </a:r>
            <a:r>
              <a:rPr lang="en-US"/>
              <a:t> 2/2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26B44-2403-6FEB-9B9B-071E0E79A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		if (data[c] &lt; data[c + 1])</a:t>
            </a:r>
          </a:p>
          <a:p>
            <a:pPr marL="0" indent="0">
              <a:buNone/>
            </a:pPr>
            <a:r>
              <a:t>				c = c + 1;</a:t>
            </a:r>
          </a:p>
          <a:p>
            <a:pPr marL="0" indent="0">
              <a:buNone/>
            </a:pPr>
            <a:r>
              <a:t>			if (data[r] &gt;= data[c])</a:t>
            </a:r>
          </a:p>
          <a:p>
            <a:pPr marL="0" indent="0">
              <a:buNone/>
            </a:pPr>
            <a:r>
              <a:t>				break;</a:t>
            </a:r>
          </a:p>
          <a:p>
            <a:pPr marL="0" indent="0">
              <a:buNone/>
            </a:pPr>
            <a:r>
              <a:t>			swap(data + r, data + c);</a:t>
            </a:r>
          </a:p>
          <a:p>
            <a:pPr marL="0" indent="0">
              <a:buNone/>
            </a:pPr>
            <a:r>
              <a:t>		}</a:t>
            </a:r>
          </a:p>
          <a:p>
            <a:pPr marL="0" indent="0">
              <a:buNone/>
            </a:pPr>
            <a:r>
              <a:t>	}</a:t>
            </a:r>
          </a:p>
          <a:p>
            <a:pPr marL="0" indent="0">
              <a:buNone/>
            </a:pPr>
            <a:r>
              <a:t>	print_tree(data, 7, 32);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736443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54752" y="262442"/>
            <a:ext cx="9567227" cy="607653"/>
          </a:xfrm>
        </p:spPr>
        <p:txBody>
          <a:bodyPr>
            <a:spAutoFit/>
          </a:bodyPr>
          <a:lstStyle/>
          <a:p>
            <a:r>
              <a:t>heap sort - 최대힙 만들기 - right_child </a:t>
            </a:r>
            <a:r>
              <a:rPr lang="ko-KR" altLang="en-US"/>
              <a:t>존재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char data[10] = "ABCDEFG";</a:t>
            </a:r>
          </a:p>
          <a:p>
            <a:pPr marL="0" indent="0">
              <a:buNone/>
            </a:pPr>
            <a:r>
              <a:t>	int i = 2, r, c;	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for ( ; i &gt;= </a:t>
            </a:r>
            <a:r>
              <a:rPr lang="en-US"/>
              <a:t>0</a:t>
            </a:r>
            <a:r>
              <a:t>; i -= 1) {</a:t>
            </a:r>
          </a:p>
          <a:p>
            <a:pPr marL="0" indent="0">
              <a:buNone/>
            </a:pPr>
            <a:r>
              <a:t>		for (r = i; left_child(r) &lt; 7; r = c) {</a:t>
            </a:r>
          </a:p>
          <a:p>
            <a:pPr marL="0" indent="0">
              <a:buNone/>
            </a:pPr>
            <a:r>
              <a:t>			c = left_child(r);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5A3D7-108A-A1BA-1786-487ABD1F0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3E29-87B3-981F-B42B-B2E5D0BF8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54752" y="262442"/>
            <a:ext cx="9567227" cy="607653"/>
          </a:xfrm>
        </p:spPr>
        <p:txBody>
          <a:bodyPr>
            <a:spAutoFit/>
          </a:bodyPr>
          <a:lstStyle/>
          <a:p>
            <a:r>
              <a:t>heap sort - 최대힙 만들기 - right_child </a:t>
            </a:r>
            <a:r>
              <a:rPr lang="ko-KR" altLang="en-US"/>
              <a:t>존재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DCB70-403C-BA81-09AB-75BDA15DD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		if (c + 1 &lt; 7 &amp;&amp; data[c] &lt; data[c + 1])</a:t>
            </a:r>
          </a:p>
          <a:p>
            <a:pPr marL="0" indent="0">
              <a:buNone/>
            </a:pPr>
            <a:r>
              <a:t>				c = c + 1;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		if (data[r] &gt;= data[c])</a:t>
            </a:r>
          </a:p>
          <a:p>
            <a:pPr marL="0" indent="0">
              <a:buNone/>
            </a:pPr>
            <a:r>
              <a:rPr lang="en-US" altLang="ko-KR"/>
              <a:t>				break;</a:t>
            </a:r>
            <a:endParaRPr lang="en-US"/>
          </a:p>
          <a:p>
            <a:pPr marL="0" indent="0">
              <a:buNone/>
            </a:pPr>
            <a:r>
              <a:t>			swap(data + r, data + c);</a:t>
            </a:r>
          </a:p>
          <a:p>
            <a:pPr marL="0" indent="0">
              <a:buNone/>
            </a:pPr>
            <a:r>
              <a:t>		}</a:t>
            </a:r>
          </a:p>
          <a:p>
            <a:pPr marL="0" indent="0">
              <a:buNone/>
            </a:pPr>
            <a:r>
              <a:t>	}</a:t>
            </a:r>
          </a:p>
          <a:p>
            <a:pPr marL="0" indent="0">
              <a:buNone/>
            </a:pPr>
            <a:r>
              <a:t>	print_tree(data, 7, 32);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786140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7836" y="262442"/>
            <a:ext cx="6904639" cy="607653"/>
          </a:xfrm>
        </p:spPr>
        <p:txBody>
          <a:bodyPr>
            <a:spAutoFit/>
          </a:bodyPr>
          <a:lstStyle/>
          <a:p>
            <a:r>
              <a:t>heap sort - 최대힙 만들기</a:t>
            </a:r>
            <a:r>
              <a:rPr lang="en-US"/>
              <a:t> 1/2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char data[10] = "ABCDEFG";</a:t>
            </a:r>
          </a:p>
          <a:p>
            <a:pPr marL="0" indent="0">
              <a:buNone/>
            </a:pPr>
            <a:r>
              <a:t>	int n = 7;</a:t>
            </a:r>
          </a:p>
          <a:p>
            <a:endParaRPr/>
          </a:p>
          <a:p>
            <a:pPr marL="0" indent="0">
              <a:buNone/>
            </a:pPr>
            <a:r>
              <a:t>	int i = parent(n - 1), c, r;</a:t>
            </a:r>
          </a:p>
          <a:p>
            <a:pPr marL="0" indent="0">
              <a:buNone/>
            </a:pPr>
            <a:r>
              <a:t>	for ( ; i &gt;= 0; i -= 1) {</a:t>
            </a:r>
          </a:p>
          <a:p>
            <a:pPr marL="0" indent="0">
              <a:buNone/>
            </a:pPr>
            <a:r>
              <a:t>		for (r = i; r * 2 &lt; n; r = c) {</a:t>
            </a:r>
          </a:p>
          <a:p>
            <a:pPr marL="0" indent="0">
              <a:buNone/>
            </a:pPr>
            <a:r>
              <a:t>			c = left_child(r);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E81A0-73D9-859B-3559-EDD27D074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D7D77-ED2E-CBB3-BE06-F2A386379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7836" y="262442"/>
            <a:ext cx="6904639" cy="607653"/>
          </a:xfrm>
        </p:spPr>
        <p:txBody>
          <a:bodyPr>
            <a:spAutoFit/>
          </a:bodyPr>
          <a:lstStyle/>
          <a:p>
            <a:r>
              <a:t>heap sort - 최대힙 만들기</a:t>
            </a:r>
            <a:r>
              <a:rPr lang="en-US"/>
              <a:t> 2/2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4D1F9-09BB-5509-9152-C5D14CB92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		if (c &lt; n - 1 &amp;&amp; data[c] &lt; data[c + 1])</a:t>
            </a:r>
          </a:p>
          <a:p>
            <a:pPr marL="0" indent="0">
              <a:buNone/>
            </a:pPr>
            <a:r>
              <a:t>				child += 1;			</a:t>
            </a:r>
            <a:endParaRPr lang="en-US"/>
          </a:p>
          <a:p>
            <a:pPr marL="0" indent="0">
              <a:buNone/>
            </a:pPr>
            <a:r>
              <a:rPr lang="en-US"/>
              <a:t>			</a:t>
            </a:r>
            <a:r>
              <a:t>if (data[r] &gt;= data[c])</a:t>
            </a:r>
          </a:p>
          <a:p>
            <a:pPr marL="0" indent="0">
              <a:buNone/>
            </a:pPr>
            <a:r>
              <a:t>				break;</a:t>
            </a:r>
          </a:p>
          <a:p>
            <a:pPr marL="0" indent="0">
              <a:buNone/>
            </a:pPr>
            <a:r>
              <a:t>			swap(data + r, data + c);</a:t>
            </a:r>
          </a:p>
          <a:p>
            <a:pPr marL="0" indent="0">
              <a:buNone/>
            </a:pPr>
            <a:r>
              <a:t>		}</a:t>
            </a:r>
          </a:p>
          <a:p>
            <a:pPr marL="0" indent="0">
              <a:buNone/>
            </a:pPr>
            <a:r>
              <a:t>	}</a:t>
            </a:r>
          </a:p>
          <a:p>
            <a:pPr marL="0" indent="0">
              <a:buNone/>
            </a:pPr>
            <a:r>
              <a:t>	print_tree(data, 7, 32);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741421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193" y="262442"/>
            <a:ext cx="7568282" cy="607653"/>
          </a:xfrm>
        </p:spPr>
        <p:txBody>
          <a:bodyPr>
            <a:spAutoFit/>
          </a:bodyPr>
          <a:lstStyle/>
          <a:p>
            <a:r>
              <a:t>heap sort - 정렬하기 - G 처리</a:t>
            </a:r>
            <a:r>
              <a:rPr lang="en-US"/>
              <a:t> 1/3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char data[10] = "GEFDBAC";</a:t>
            </a:r>
          </a:p>
          <a:p>
            <a:pPr marL="0" indent="0">
              <a:buNone/>
            </a:pPr>
            <a:r>
              <a:t>	int n = 7;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	swap(data, data + 6);</a:t>
            </a:r>
          </a:p>
          <a:p>
            <a:pPr marL="0" indent="0">
              <a:buNone/>
            </a:pPr>
            <a:r>
              <a:t>	n = 6;</a:t>
            </a:r>
            <a:endParaRPr lang="en-US"/>
          </a:p>
          <a:p>
            <a:pPr marL="0" indent="0">
              <a:buNone/>
            </a:pPr>
            <a:r>
              <a:rPr lang="en-US"/>
              <a:t>	int r = 0;</a:t>
            </a:r>
          </a:p>
          <a:p>
            <a:pPr marL="0" indent="0">
              <a:buNone/>
            </a:pPr>
            <a:r>
              <a:rPr lang="en-US"/>
              <a:t>	int c </a:t>
            </a:r>
            <a:r>
              <a:rPr lang="en-US" altLang="ko-KR"/>
              <a:t>=</a:t>
            </a:r>
            <a:r>
              <a:rPr lang="en-US"/>
              <a:t> left_child(r);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9AE54-107C-B594-29C8-F79F82E3F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1DF34-13FC-AA77-B2E6-C82968B58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193" y="262442"/>
            <a:ext cx="7568282" cy="607653"/>
          </a:xfrm>
        </p:spPr>
        <p:txBody>
          <a:bodyPr>
            <a:spAutoFit/>
          </a:bodyPr>
          <a:lstStyle/>
          <a:p>
            <a:r>
              <a:t>heap sort - 정렬하기 - G 처리</a:t>
            </a:r>
            <a:r>
              <a:rPr lang="en-US"/>
              <a:t> 2/3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D3E01-FF2B-6D6E-BE50-15D97EE36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if (c &lt; n - 1 &amp;&amp; data[c] &lt; data[c + 1])</a:t>
            </a:r>
          </a:p>
          <a:p>
            <a:pPr marL="0" indent="0">
              <a:buNone/>
            </a:pPr>
            <a:r>
              <a:t>		</a:t>
            </a:r>
            <a:r>
              <a:rPr lang="en-US"/>
              <a:t>c</a:t>
            </a:r>
            <a:r>
              <a:t> += 1;</a:t>
            </a:r>
            <a:endParaRPr lang="en-US"/>
          </a:p>
          <a:p>
            <a:pPr marL="0" indent="0">
              <a:buNone/>
            </a:pPr>
            <a:r>
              <a:t>	if (data[r] &lt; data[c])</a:t>
            </a:r>
          </a:p>
          <a:p>
            <a:pPr marL="0" indent="0">
              <a:buNone/>
            </a:pPr>
            <a:r>
              <a:t>		swap(data + r, data + c);</a:t>
            </a:r>
          </a:p>
          <a:p>
            <a:pPr marL="0" indent="0">
              <a:buNone/>
            </a:pPr>
            <a:r>
              <a:t>	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r = c;</a:t>
            </a:r>
          </a:p>
          <a:p>
            <a:pPr marL="0" indent="0">
              <a:buNone/>
            </a:pPr>
            <a:r>
              <a:t>	c = left_child(r);</a:t>
            </a:r>
          </a:p>
        </p:txBody>
      </p:sp>
    </p:spTree>
    <p:extLst>
      <p:ext uri="{BB962C8B-B14F-4D97-AF65-F5344CB8AC3E}">
        <p14:creationId xmlns:p14="http://schemas.microsoft.com/office/powerpoint/2010/main" val="32394408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C6C93-42DE-0885-3F20-C1A0AF8EF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8027-DDA7-B9E7-D2BD-CC6E3351B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193" y="262442"/>
            <a:ext cx="7568282" cy="607653"/>
          </a:xfrm>
        </p:spPr>
        <p:txBody>
          <a:bodyPr>
            <a:spAutoFit/>
          </a:bodyPr>
          <a:lstStyle/>
          <a:p>
            <a:r>
              <a:t>heap sort - 정렬하기 - G 처리</a:t>
            </a:r>
            <a:r>
              <a:rPr lang="en-US"/>
              <a:t> 3/3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7B8B9-2B12-4498-9F6D-8292B493F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if (c &lt; n - 1 &amp;&amp; data[c] &lt; data[c + 1])</a:t>
            </a:r>
          </a:p>
          <a:p>
            <a:pPr marL="0" indent="0">
              <a:buNone/>
            </a:pPr>
            <a:r>
              <a:t>		child += 1;	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if (data[r] &lt; data[c])</a:t>
            </a:r>
          </a:p>
          <a:p>
            <a:pPr marL="0" indent="0">
              <a:buNone/>
            </a:pPr>
            <a:r>
              <a:t>		swap(data + r, data + c);</a:t>
            </a:r>
          </a:p>
          <a:p>
            <a:pPr marL="0" indent="0">
              <a:buNone/>
            </a:pPr>
            <a:r>
              <a:t>	print_tree(data, 7, 32);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75095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095" y="262442"/>
            <a:ext cx="8581380" cy="607653"/>
          </a:xfrm>
        </p:spPr>
        <p:txBody>
          <a:bodyPr>
            <a:spAutoFit/>
          </a:bodyPr>
          <a:lstStyle/>
          <a:p>
            <a:r>
              <a:t>heap sort - 정렬하기 - G 처리</a:t>
            </a:r>
            <a:r>
              <a:rPr lang="en-US"/>
              <a:t> </a:t>
            </a:r>
            <a:r>
              <a:t>짧게</a:t>
            </a:r>
            <a:r>
              <a:rPr lang="en-US"/>
              <a:t> 1/2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char data[10] = "GEFDBAC";</a:t>
            </a:r>
          </a:p>
          <a:p>
            <a:pPr marL="0" indent="0">
              <a:buNone/>
            </a:pPr>
            <a:r>
              <a:t>	int n = 7;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	swap(data, data + 6);</a:t>
            </a:r>
          </a:p>
          <a:p>
            <a:pPr marL="0" indent="0">
              <a:buNone/>
            </a:pPr>
            <a:r>
              <a:t>	n = 6;</a:t>
            </a:r>
            <a:endParaRPr lang="en-US"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	int c, r;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C16E5-2F52-B634-CFFF-9424473DE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6BF57-B0BC-AB7B-C730-59B216333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095" y="262442"/>
            <a:ext cx="8581380" cy="607653"/>
          </a:xfrm>
        </p:spPr>
        <p:txBody>
          <a:bodyPr>
            <a:spAutoFit/>
          </a:bodyPr>
          <a:lstStyle/>
          <a:p>
            <a:r>
              <a:t>heap sort - 정렬하기 - G 처리 짧게</a:t>
            </a:r>
            <a:r>
              <a:rPr lang="en-US"/>
              <a:t> 2/2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A4E64-B8DC-EC25-1315-9C4FE830A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for (r = 0; left_child(r) &lt; n; r = c) {</a:t>
            </a:r>
            <a:endParaRPr lang="en-US"/>
          </a:p>
          <a:p>
            <a:pPr marL="0" indent="0">
              <a:buNone/>
            </a:pPr>
            <a:r>
              <a:t>		c = left_child(r);</a:t>
            </a:r>
          </a:p>
          <a:p>
            <a:pPr marL="0" indent="0">
              <a:buNone/>
            </a:pPr>
            <a:r>
              <a:t>		if (c &lt; n - 1 &amp;&amp; data[c] &lt; data[c + 1])</a:t>
            </a:r>
          </a:p>
          <a:p>
            <a:pPr marL="0" indent="0">
              <a:buNone/>
            </a:pPr>
            <a:r>
              <a:t>			child += 1;</a:t>
            </a:r>
            <a:endParaRPr lang="en-US"/>
          </a:p>
          <a:p>
            <a:pPr marL="0" indent="0">
              <a:buNone/>
            </a:pPr>
            <a:r>
              <a:t>		if (data[r] &gt;= data[c])</a:t>
            </a:r>
          </a:p>
          <a:p>
            <a:pPr marL="0" indent="0">
              <a:buNone/>
            </a:pPr>
            <a:r>
              <a:t>			break;</a:t>
            </a:r>
          </a:p>
          <a:p>
            <a:pPr marL="0" indent="0">
              <a:buNone/>
            </a:pPr>
            <a:r>
              <a:t>		swap(data + r, data + c);</a:t>
            </a:r>
          </a:p>
          <a:p>
            <a:pPr marL="0" indent="0">
              <a:buNone/>
            </a:pPr>
            <a:r>
              <a:t>	}</a:t>
            </a:r>
          </a:p>
          <a:p>
            <a:pPr marL="0" indent="0">
              <a:buNone/>
            </a:pPr>
            <a:r>
              <a:t>	print_tree(data, 7, 32);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92187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1137" y="262442"/>
            <a:ext cx="7491338" cy="607653"/>
          </a:xfrm>
        </p:spPr>
        <p:txBody>
          <a:bodyPr>
            <a:spAutoFit/>
          </a:bodyPr>
          <a:lstStyle/>
          <a:p>
            <a:r>
              <a:t>heap sort - 정렬하기 - F 처리</a:t>
            </a:r>
            <a:r>
              <a:rPr lang="en-US"/>
              <a:t> 1/3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char data[10] = "GEFDBAC";</a:t>
            </a:r>
          </a:p>
          <a:p>
            <a:pPr marL="0" indent="0">
              <a:buNone/>
            </a:pPr>
            <a:r>
              <a:t>	int n = 7;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	swap(data, data + 6);</a:t>
            </a:r>
          </a:p>
          <a:p>
            <a:pPr marL="0" indent="0">
              <a:buNone/>
            </a:pPr>
            <a:r>
              <a:t>	n = 6;</a:t>
            </a:r>
          </a:p>
          <a:p>
            <a:pPr marL="0" indent="0">
              <a:buNone/>
            </a:pPr>
            <a:r>
              <a:t>	int c, r;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E7AB6-6060-A052-AC8A-393362921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ED51-CA21-7F8C-F07B-0A9A63F59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137" y="262442"/>
            <a:ext cx="7491338" cy="607653"/>
          </a:xfrm>
        </p:spPr>
        <p:txBody>
          <a:bodyPr>
            <a:spAutoFit/>
          </a:bodyPr>
          <a:lstStyle/>
          <a:p>
            <a:r>
              <a:t>heap sort - 정렬하기 - F 처리</a:t>
            </a:r>
            <a:r>
              <a:rPr lang="en-US"/>
              <a:t> 2/3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8CDEF-F21D-B244-E999-F02082C49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for (r = 0; left_child(r) &lt; n; r = c) {</a:t>
            </a:r>
            <a:endParaRPr lang="en-US"/>
          </a:p>
          <a:p>
            <a:pPr marL="0" indent="0">
              <a:buNone/>
            </a:pPr>
            <a:r>
              <a:t>		c = left_child(r);</a:t>
            </a:r>
          </a:p>
          <a:p>
            <a:pPr marL="0" indent="0">
              <a:buNone/>
            </a:pPr>
            <a:r>
              <a:t>		if (c &lt; n - 1 &amp;&amp; data[c] &lt; data[c + 1])</a:t>
            </a:r>
          </a:p>
          <a:p>
            <a:pPr marL="0" indent="0">
              <a:buNone/>
            </a:pPr>
            <a:r>
              <a:t>			child += 1;</a:t>
            </a:r>
            <a:endParaRPr lang="en-US"/>
          </a:p>
          <a:p>
            <a:pPr marL="0" indent="0">
              <a:buNone/>
            </a:pPr>
            <a:r>
              <a:t>		if (data[r] &gt;= data[c])</a:t>
            </a:r>
          </a:p>
          <a:p>
            <a:pPr marL="0" indent="0">
              <a:buNone/>
            </a:pPr>
            <a:r>
              <a:t>			break;</a:t>
            </a:r>
          </a:p>
          <a:p>
            <a:pPr marL="0" indent="0">
              <a:buNone/>
            </a:pPr>
            <a:r>
              <a:t>		swap(data + r, data + c);</a:t>
            </a:r>
          </a:p>
          <a:p>
            <a:pPr marL="0" indent="0">
              <a:buNone/>
            </a:pPr>
            <a:r>
              <a:t>	}</a:t>
            </a:r>
            <a:endParaRPr lang="en-US"/>
          </a:p>
          <a:p>
            <a:pPr marL="0" indent="0">
              <a:buNone/>
            </a:pPr>
            <a:r>
              <a:rPr lang="pt-BR" altLang="ko-KR"/>
              <a:t>	swap(data, data + 5);</a:t>
            </a:r>
          </a:p>
          <a:p>
            <a:pPr marL="0" indent="0">
              <a:buNone/>
            </a:pPr>
            <a:r>
              <a:rPr lang="pt-BR" altLang="ko-KR"/>
              <a:t>	n = 5;</a:t>
            </a:r>
          </a:p>
        </p:txBody>
      </p:sp>
    </p:spTree>
    <p:extLst>
      <p:ext uri="{BB962C8B-B14F-4D97-AF65-F5344CB8AC3E}">
        <p14:creationId xmlns:p14="http://schemas.microsoft.com/office/powerpoint/2010/main" val="12660168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F9CF8-2E50-55AF-FDCA-0C6C19DB7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70DE7-D159-514B-5BC7-5966AD720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137" y="262442"/>
            <a:ext cx="7491338" cy="607653"/>
          </a:xfrm>
        </p:spPr>
        <p:txBody>
          <a:bodyPr>
            <a:spAutoFit/>
          </a:bodyPr>
          <a:lstStyle/>
          <a:p>
            <a:r>
              <a:t>heap sort - 정렬하기 - F 처리</a:t>
            </a:r>
            <a:r>
              <a:rPr lang="en-US"/>
              <a:t> 3/3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2362F-C7B4-8002-3896-7450FEEF2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for (r = 0; left_child(r) &lt; n; r = c) {</a:t>
            </a:r>
            <a:endParaRPr lang="en-US"/>
          </a:p>
          <a:p>
            <a:pPr marL="0" indent="0">
              <a:buNone/>
            </a:pPr>
            <a:r>
              <a:t>		c = left_child(r);</a:t>
            </a:r>
          </a:p>
          <a:p>
            <a:pPr marL="0" indent="0">
              <a:buNone/>
            </a:pPr>
            <a:r>
              <a:t>		if (c &lt; n - 1 &amp;&amp; data[c] &lt; data[c + 1])</a:t>
            </a:r>
          </a:p>
          <a:p>
            <a:pPr marL="0" indent="0">
              <a:buNone/>
            </a:pPr>
            <a:r>
              <a:t>			child += 1;</a:t>
            </a:r>
            <a:endParaRPr lang="en-US"/>
          </a:p>
          <a:p>
            <a:pPr marL="0" indent="0">
              <a:buNone/>
            </a:pPr>
            <a:r>
              <a:t>		if (data[r] &gt;= data[c])</a:t>
            </a:r>
          </a:p>
          <a:p>
            <a:pPr marL="0" indent="0">
              <a:buNone/>
            </a:pPr>
            <a:r>
              <a:t>			break;</a:t>
            </a:r>
          </a:p>
          <a:p>
            <a:pPr marL="0" indent="0">
              <a:buNone/>
            </a:pPr>
            <a:r>
              <a:t>		swap(data + r, data + c);</a:t>
            </a:r>
          </a:p>
          <a:p>
            <a:pPr marL="0" indent="0">
              <a:buNone/>
            </a:pPr>
            <a:r>
              <a:t>	}</a:t>
            </a:r>
          </a:p>
          <a:p>
            <a:pPr marL="0" indent="0">
              <a:buNone/>
            </a:pPr>
            <a:r>
              <a:t>	print_tree(data, 7, 32);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887502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039" y="262442"/>
            <a:ext cx="8504436" cy="607653"/>
          </a:xfrm>
        </p:spPr>
        <p:txBody>
          <a:bodyPr>
            <a:spAutoFit/>
          </a:bodyPr>
          <a:lstStyle/>
          <a:p>
            <a:r>
              <a:t>heap sort - 정렬하기 - F 처리 짧게</a:t>
            </a:r>
            <a:r>
              <a:rPr lang="en-US"/>
              <a:t> 1/2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char data[10] = "GEFDBAC";</a:t>
            </a:r>
          </a:p>
          <a:p>
            <a:pPr marL="0" indent="0">
              <a:buNone/>
            </a:pPr>
            <a:r>
              <a:t>	int n = 7;</a:t>
            </a:r>
          </a:p>
          <a:p>
            <a:endParaRPr/>
          </a:p>
          <a:p>
            <a:pPr marL="0" indent="0">
              <a:buNone/>
            </a:pPr>
            <a:r>
              <a:t>	int i, c, r;</a:t>
            </a:r>
            <a:endParaRPr lang="en-US"/>
          </a:p>
          <a:p>
            <a:pPr marL="0" indent="0">
              <a:buNone/>
            </a:pPr>
            <a:r>
              <a:t>	for (i = n - 1; i &gt;= 0; i -= 1) {</a:t>
            </a:r>
          </a:p>
          <a:p>
            <a:pPr marL="0" indent="0">
              <a:buNone/>
            </a:pPr>
            <a:r>
              <a:t>		swap(data, data + i);</a:t>
            </a:r>
          </a:p>
          <a:p>
            <a:pPr marL="0" indent="0">
              <a:buNone/>
            </a:pPr>
            <a:r>
              <a:t>		for (r = 0; left_child(r) &lt; i; r = c) {</a:t>
            </a:r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92B7E-237B-1A9F-D0F9-8262B4D5E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9B5D-8BCD-F955-D8FB-6F060AE1D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39" y="262442"/>
            <a:ext cx="8504436" cy="607653"/>
          </a:xfrm>
        </p:spPr>
        <p:txBody>
          <a:bodyPr>
            <a:spAutoFit/>
          </a:bodyPr>
          <a:lstStyle/>
          <a:p>
            <a:r>
              <a:t>heap sort - 정렬하기 - F 처리 짧게</a:t>
            </a:r>
            <a:r>
              <a:rPr lang="en-US"/>
              <a:t> 2/2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0217D-5289-3944-82E1-9A46FED11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		c = left_child(r);</a:t>
            </a:r>
          </a:p>
          <a:p>
            <a:pPr marL="0" indent="0">
              <a:buNone/>
            </a:pPr>
            <a:r>
              <a:t>			if (c &lt; i - 1 &amp;&amp; data[c] &lt; data[c + 1])</a:t>
            </a:r>
          </a:p>
          <a:p>
            <a:pPr marL="0" indent="0">
              <a:buNone/>
            </a:pPr>
            <a:r>
              <a:t>				c = c + 1;</a:t>
            </a:r>
            <a:endParaRPr lang="en-US"/>
          </a:p>
          <a:p>
            <a:pPr marL="0" indent="0">
              <a:buNone/>
            </a:pPr>
            <a:r>
              <a:t>			if (data[r] &gt;= data[c])</a:t>
            </a:r>
          </a:p>
          <a:p>
            <a:pPr marL="0" indent="0">
              <a:buNone/>
            </a:pPr>
            <a:r>
              <a:t>				break;</a:t>
            </a:r>
          </a:p>
          <a:p>
            <a:pPr marL="0" indent="0">
              <a:buNone/>
            </a:pPr>
            <a:r>
              <a:t>			swap(data + r, data + c);</a:t>
            </a:r>
          </a:p>
          <a:p>
            <a:pPr marL="0" indent="0">
              <a:buNone/>
            </a:pPr>
            <a:r>
              <a:t>		}</a:t>
            </a:r>
          </a:p>
          <a:p>
            <a:pPr marL="0" indent="0">
              <a:buNone/>
            </a:pPr>
            <a:r>
              <a:t>	}</a:t>
            </a:r>
          </a:p>
          <a:p>
            <a:pPr marL="0" indent="0">
              <a:buNone/>
            </a:pPr>
            <a:r>
              <a:t>	print_tree(data, 7, 32);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843921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1629" y="262442"/>
            <a:ext cx="6160846" cy="607653"/>
          </a:xfrm>
        </p:spPr>
        <p:txBody>
          <a:bodyPr>
            <a:spAutoFit/>
          </a:bodyPr>
          <a:lstStyle/>
          <a:p>
            <a:r>
              <a:t>heap sort - 정렬 함수</a:t>
            </a:r>
            <a:r>
              <a:rPr lang="en-US"/>
              <a:t> 1 / 3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sort(char *data, int n)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int i = parent(n - 1), c, r;</a:t>
            </a:r>
          </a:p>
          <a:p>
            <a:pPr marL="0" indent="0">
              <a:buNone/>
            </a:pPr>
            <a:r>
              <a:t>	/* heapify */</a:t>
            </a:r>
          </a:p>
          <a:p>
            <a:pPr marL="0" indent="0">
              <a:buNone/>
            </a:pPr>
            <a:r>
              <a:t>	for ( ; i &gt;= 0; i -= 1) {</a:t>
            </a:r>
          </a:p>
          <a:p>
            <a:pPr marL="0" indent="0">
              <a:buNone/>
            </a:pPr>
            <a:r>
              <a:t>		for (r = i; left_child(r) &lt; n; r = c) {</a:t>
            </a:r>
          </a:p>
          <a:p>
            <a:pPr marL="0" indent="0">
              <a:buNone/>
            </a:pPr>
            <a:r>
              <a:t>			c = left_child(r);</a:t>
            </a:r>
          </a:p>
          <a:p>
            <a:pPr marL="0" indent="0">
              <a:buNone/>
            </a:pPr>
            <a:r>
              <a:t>			if (c &lt; n - 1 &amp;&amp; data[c] &lt; data[c + 1])</a:t>
            </a:r>
          </a:p>
          <a:p>
            <a:pPr marL="0" indent="0">
              <a:buNone/>
            </a:pPr>
            <a:r>
              <a:t>				c += 1;</a:t>
            </a:r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6DA86-3220-6D90-5DC3-D9507328B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D2E9-4D87-F231-900E-99ED92020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629" y="262442"/>
            <a:ext cx="6160846" cy="607653"/>
          </a:xfrm>
        </p:spPr>
        <p:txBody>
          <a:bodyPr>
            <a:spAutoFit/>
          </a:bodyPr>
          <a:lstStyle/>
          <a:p>
            <a:r>
              <a:t>heap sort - 정렬 함수</a:t>
            </a:r>
            <a:r>
              <a:rPr lang="en-US"/>
              <a:t> 2 / 3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9B599-F2DE-A5D4-0729-0CBCE6EDA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		if (data[r] &gt;= data[c])</a:t>
            </a:r>
          </a:p>
          <a:p>
            <a:pPr marL="0" indent="0">
              <a:buNone/>
            </a:pPr>
            <a:r>
              <a:t>				break;</a:t>
            </a:r>
          </a:p>
          <a:p>
            <a:pPr marL="0" indent="0">
              <a:buNone/>
            </a:pPr>
            <a:r>
              <a:t>			swap(data + r, data + c);</a:t>
            </a:r>
            <a:endParaRPr lang="en-US"/>
          </a:p>
          <a:p>
            <a:pPr marL="0" indent="0">
              <a:buNone/>
            </a:pPr>
            <a:r>
              <a:rPr lang="en-US"/>
              <a:t>		}</a:t>
            </a:r>
            <a:endParaRPr/>
          </a:p>
          <a:p>
            <a:pPr marL="0" indent="0">
              <a:buNone/>
            </a:pPr>
            <a:r>
              <a:rPr lang="en-US"/>
              <a:t>	}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	/* sort */</a:t>
            </a:r>
          </a:p>
          <a:p>
            <a:pPr marL="0" indent="0">
              <a:buNone/>
            </a:pPr>
            <a:r>
              <a:t>	for (i = n - 1; i &gt;= 0; i -= 1) {</a:t>
            </a:r>
            <a:endParaRPr lang="en-US"/>
          </a:p>
          <a:p>
            <a:pPr marL="0" indent="0">
              <a:buNone/>
            </a:pPr>
            <a:r>
              <a:rPr lang="en-US" altLang="ko-KR"/>
              <a:t>		swap(data, data + i);</a:t>
            </a:r>
          </a:p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4484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032D5-27C2-6971-834B-7AEF73C48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09D4B-9242-E7C6-DB17-51E90EB7B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629" y="262442"/>
            <a:ext cx="6160846" cy="607653"/>
          </a:xfrm>
        </p:spPr>
        <p:txBody>
          <a:bodyPr>
            <a:spAutoFit/>
          </a:bodyPr>
          <a:lstStyle/>
          <a:p>
            <a:r>
              <a:t>heap sort - 정렬 함수</a:t>
            </a:r>
            <a:r>
              <a:rPr lang="en-US"/>
              <a:t> 3 / 3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BD8C9-AD9B-B2D1-F74E-B8D594BC5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	for (r = 0; left_child(r) &lt; i; r = c) {</a:t>
            </a:r>
          </a:p>
          <a:p>
            <a:pPr marL="0" indent="0">
              <a:buNone/>
            </a:pPr>
            <a:r>
              <a:t>			c = left_child(r);</a:t>
            </a:r>
          </a:p>
          <a:p>
            <a:pPr marL="0" indent="0">
              <a:buNone/>
            </a:pPr>
            <a:r>
              <a:t>			if (c &lt; i - 1 &amp;&amp; data[c] &lt; data[c + 1])</a:t>
            </a:r>
          </a:p>
          <a:p>
            <a:pPr marL="0" indent="0">
              <a:buNone/>
            </a:pPr>
            <a:r>
              <a:t>				c += 1;</a:t>
            </a:r>
          </a:p>
          <a:p>
            <a:pPr marL="0" indent="0">
              <a:buNone/>
            </a:pPr>
            <a:r>
              <a:t>			if (data[r] &gt;= data[c])</a:t>
            </a:r>
          </a:p>
          <a:p>
            <a:pPr marL="0" indent="0">
              <a:buNone/>
            </a:pPr>
            <a:r>
              <a:t>				break;</a:t>
            </a:r>
          </a:p>
          <a:p>
            <a:pPr marL="0" indent="0">
              <a:buNone/>
            </a:pPr>
            <a:r>
              <a:t>			swap(data + r, data + c);</a:t>
            </a:r>
          </a:p>
          <a:p>
            <a:pPr marL="0" indent="0">
              <a:buNone/>
            </a:pPr>
            <a:r>
              <a:t>		}</a:t>
            </a:r>
          </a:p>
          <a:p>
            <a:pPr marL="0" indent="0">
              <a:buNone/>
            </a:pPr>
            <a:r>
              <a:t>	}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597577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4872F-C03F-02EE-A5FA-517BE5C88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3EE38-C896-0E11-638D-102F820D3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4241" y="262442"/>
            <a:ext cx="6688234" cy="607653"/>
          </a:xfrm>
        </p:spPr>
        <p:txBody>
          <a:bodyPr>
            <a:spAutoFit/>
          </a:bodyPr>
          <a:lstStyle/>
          <a:p>
            <a:r>
              <a:t>heap sort - 정렬 함수</a:t>
            </a:r>
            <a:r>
              <a:rPr lang="en-US"/>
              <a:t> </a:t>
            </a:r>
            <a:r>
              <a:rPr lang="ko-KR" altLang="en-US"/>
              <a:t>테스트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6B303-D891-5378-8C90-F378ED594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char data[10] = "GFEDCBA";</a:t>
            </a:r>
          </a:p>
          <a:p>
            <a:pPr marL="0" indent="0">
              <a:buNone/>
            </a:pPr>
            <a:r>
              <a:t>	int n = 7;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	sort(data, n);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	print_tree(data, 7, 32);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34547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8598" y="262442"/>
            <a:ext cx="2013877" cy="607653"/>
          </a:xfrm>
        </p:spPr>
        <p:txBody>
          <a:bodyPr>
            <a:spAutoFit/>
          </a:bodyPr>
          <a:lstStyle/>
          <a:p>
            <a:r>
              <a:t>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heap sort</a:t>
            </a:r>
            <a:r>
              <a:rPr lang="ko-KR" altLang="en-US"/>
              <a:t>를 </a:t>
            </a:r>
            <a:r>
              <a:rPr lang="en-US" altLang="ko-KR"/>
              <a:t>C</a:t>
            </a:r>
            <a:r>
              <a:rPr lang="ko-KR" altLang="en-US"/>
              <a:t>로 구현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7170" y="260839"/>
            <a:ext cx="4655305" cy="610859"/>
          </a:xfrm>
        </p:spPr>
        <p:txBody>
          <a:bodyPr>
            <a:spAutoFit/>
          </a:bodyPr>
          <a:lstStyle/>
          <a:p>
            <a:r>
              <a:rPr lang="en-US"/>
              <a:t>COUNTING_SORT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데이터의 개수를 세어 정렬하는 방법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4072" y="262442"/>
            <a:ext cx="5668403" cy="607653"/>
          </a:xfrm>
        </p:spPr>
        <p:txBody>
          <a:bodyPr>
            <a:spAutoFit/>
          </a:bodyPr>
          <a:lstStyle/>
          <a:p>
            <a:r>
              <a:rPr lang="en-US" altLang="ko-KR"/>
              <a:t>COUNTING_SORT</a:t>
            </a:r>
            <a:r>
              <a:t> 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1. 데이터 개수를 세는 배열 생성 및 초기화</a:t>
            </a:r>
          </a:p>
          <a:p>
            <a:endParaRPr/>
          </a:p>
          <a:p>
            <a:pPr marL="0" indent="0">
              <a:buNone/>
            </a:pPr>
            <a:r>
              <a:t>2. 각 원소의 개수 세기</a:t>
            </a:r>
          </a:p>
          <a:p>
            <a:endParaRPr/>
          </a:p>
          <a:p>
            <a:pPr marL="0" indent="0">
              <a:buNone/>
            </a:pPr>
            <a:r>
              <a:t>3. 출력 배열에 정렬된 원소 배치</a:t>
            </a:r>
          </a:p>
          <a:p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2407" y="262442"/>
            <a:ext cx="6130068" cy="607653"/>
          </a:xfrm>
        </p:spPr>
        <p:txBody>
          <a:bodyPr>
            <a:spAutoFit/>
          </a:bodyPr>
          <a:lstStyle/>
          <a:p>
            <a:r>
              <a:rPr lang="en-US" altLang="ko-KR"/>
              <a:t>COUNTING_SORT</a:t>
            </a:r>
            <a:r>
              <a:t> 시각화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예시: [5, 5, 2, 2, 1] 정렬 과정</a:t>
            </a:r>
          </a:p>
          <a:p>
            <a:endParaRPr/>
          </a:p>
          <a:p>
            <a:r>
              <a:t>최대값: 5</a:t>
            </a:r>
          </a:p>
          <a:p>
            <a:endParaRPr/>
          </a:p>
          <a:p>
            <a:r>
              <a:t>카운트 배열: [0, 1, 2, 0, 0, 2]</a:t>
            </a:r>
          </a:p>
          <a:p>
            <a:endParaRPr/>
          </a:p>
          <a:p>
            <a:r>
              <a:t>최종 정렬 결과: [1, 2, 2, 5, 5]</a:t>
            </a:r>
          </a:p>
          <a:p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7171" y="260839"/>
            <a:ext cx="4655304" cy="610859"/>
          </a:xfrm>
        </p:spPr>
        <p:txBody>
          <a:bodyPr>
            <a:spAutoFit/>
          </a:bodyPr>
          <a:lstStyle/>
          <a:p>
            <a:r>
              <a:t>COUNTING_SORT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COUNTING_SORT(리스트 </a:t>
            </a:r>
            <a:r>
              <a:rPr lang="en-US"/>
              <a:t>L</a:t>
            </a:r>
            <a:r>
              <a:t>, 정수 max_value):</a:t>
            </a:r>
          </a:p>
          <a:p>
            <a:r>
              <a:t>count = 새로운 </a:t>
            </a:r>
            <a:r>
              <a:rPr lang="ko-KR" altLang="en-US"/>
              <a:t>배열</a:t>
            </a:r>
            <a:r>
              <a:t>(max_value + 1) // 0으로 초기화</a:t>
            </a:r>
          </a:p>
          <a:p>
            <a:r>
              <a:t>반복: </a:t>
            </a:r>
            <a:r>
              <a:rPr lang="en-US"/>
              <a:t>value</a:t>
            </a:r>
            <a:r>
              <a:t>는 </a:t>
            </a:r>
            <a:r>
              <a:rPr lang="en-US"/>
              <a:t>L</a:t>
            </a:r>
            <a:r>
              <a:t>의 </a:t>
            </a:r>
            <a:r>
              <a:rPr lang="ko-KR" altLang="en-US"/>
              <a:t>모든 데이터</a:t>
            </a:r>
            <a:endParaRPr/>
          </a:p>
          <a:p>
            <a:pPr marL="0" indent="0">
              <a:buNone/>
            </a:pPr>
            <a:r>
              <a:t>	 count[</a:t>
            </a:r>
            <a:r>
              <a:rPr lang="en-US"/>
              <a:t>value</a:t>
            </a:r>
            <a:r>
              <a:t>]</a:t>
            </a:r>
            <a:r>
              <a:rPr lang="en-US"/>
              <a:t> </a:t>
            </a:r>
            <a:r>
              <a:t>+</a:t>
            </a:r>
            <a:r>
              <a:rPr lang="en-US"/>
              <a:t>= 1</a:t>
            </a:r>
            <a:endParaRPr/>
          </a:p>
          <a:p>
            <a:endParaRPr lang="en-US"/>
          </a:p>
          <a:p>
            <a:r>
              <a:rPr lang="en-US"/>
              <a:t>sorted = </a:t>
            </a:r>
            <a:r>
              <a:rPr lang="ko-KR" altLang="en-US"/>
              <a:t>새로운 리스트</a:t>
            </a:r>
            <a:r>
              <a:rPr lang="en-US" altLang="ko-KR"/>
              <a:t>(L-&gt;data, 0)</a:t>
            </a:r>
            <a:endParaRPr/>
          </a:p>
          <a:p>
            <a:r>
              <a:t>반복: value는 0부터 max_value까지</a:t>
            </a:r>
          </a:p>
          <a:p>
            <a:pPr marL="0" indent="0">
              <a:buNone/>
            </a:pPr>
            <a:r>
              <a:t>	 반복: count[value]</a:t>
            </a:r>
            <a:r>
              <a:rPr lang="ko-KR" altLang="en-US"/>
              <a:t>번</a:t>
            </a:r>
            <a:endParaRPr/>
          </a:p>
          <a:p>
            <a:pPr marL="0" indent="0">
              <a:buNone/>
            </a:pPr>
            <a:r>
              <a:t>		 </a:t>
            </a:r>
            <a:r>
              <a:rPr lang="en-US"/>
              <a:t>ALIST_PUSH(sorted, value)</a:t>
            </a:r>
            <a:endParaRPr/>
          </a:p>
          <a:p>
            <a:r>
              <a:t>삭제: </a:t>
            </a:r>
            <a:r>
              <a:rPr lang="en-US"/>
              <a:t>count, sorted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AF674-E81A-F32E-C37D-ADF75477C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4404A-BC3C-D4BD-A62F-C217A7B66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644" y="262442"/>
            <a:ext cx="7604831" cy="607653"/>
          </a:xfrm>
        </p:spPr>
        <p:txBody>
          <a:bodyPr>
            <a:spAutoFit/>
          </a:bodyPr>
          <a:lstStyle/>
          <a:p>
            <a:r>
              <a:rPr lang="en-US" altLang="ko-KR"/>
              <a:t>COUNTING_SORT</a:t>
            </a:r>
            <a:r>
              <a:rPr lang="ko-KR" altLang="en-US"/>
              <a:t>의 시간 복잡도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8B4A5-D7C7-1125-BD77-070E2159D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/>
              <a:t>개수 배열 초기화의 시간복잡도</a:t>
            </a:r>
            <a:r>
              <a:rPr lang="en-US" altLang="ko-KR"/>
              <a:t>:</a:t>
            </a:r>
            <a:endParaRPr lang="ko-KR" altLang="en-US"/>
          </a:p>
          <a:p>
            <a:pPr>
              <a:lnSpc>
                <a:spcPct val="100000"/>
              </a:lnSpc>
            </a:pPr>
            <a:r>
              <a:rPr lang="en-US" altLang="ko-KR"/>
              <a:t>O(k)</a:t>
            </a:r>
            <a:endParaRPr lang="en-US" altLang="ko-KR">
              <a:ea typeface="Cambria Math" panose="020405030504060302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/>
              <a:t>데이터 개수 세기</a:t>
            </a:r>
            <a:r>
              <a:rPr lang="en-US" altLang="ko-KR"/>
              <a:t>:</a:t>
            </a:r>
            <a:endParaRPr lang="ko-KR" altLang="en-US"/>
          </a:p>
          <a:p>
            <a:pPr>
              <a:lnSpc>
                <a:spcPct val="100000"/>
              </a:lnSpc>
            </a:pPr>
            <a:r>
              <a:rPr lang="en-US" altLang="ko-KR"/>
              <a:t>O(n)</a:t>
            </a:r>
            <a:endParaRPr lang="en-US" altLang="ko-KR">
              <a:ea typeface="Cambria Math" panose="020405030504060302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/>
              <a:t>총 </a:t>
            </a:r>
            <a:r>
              <a:rPr lang="en-US" altLang="ko-KR"/>
              <a:t>O(n + k)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95404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12761</TotalTime>
  <Words>4167</Words>
  <Application>Microsoft Office PowerPoint</Application>
  <PresentationFormat>화면 슬라이드 쇼(4:3)</PresentationFormat>
  <Paragraphs>540</Paragraphs>
  <Slides>68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68</vt:i4>
      </vt:variant>
    </vt:vector>
  </HeadingPairs>
  <TitlesOfParts>
    <vt:vector size="74" baseType="lpstr">
      <vt:lpstr>맑은 고딕</vt:lpstr>
      <vt:lpstr>Aptos</vt:lpstr>
      <vt:lpstr>Aptos Display</vt:lpstr>
      <vt:lpstr>Arial</vt:lpstr>
      <vt:lpstr>Cambria Math</vt:lpstr>
      <vt:lpstr>Office 테마</vt:lpstr>
      <vt:lpstr>자료구조 (Data Structure) 7주차: 정렬</vt:lpstr>
      <vt:lpstr>지난 시간 요약</vt:lpstr>
      <vt:lpstr>오늘의 목차</vt:lpstr>
      <vt:lpstr>트리 출력 - printf</vt:lpstr>
      <vt:lpstr>트리 출력 - printf</vt:lpstr>
      <vt:lpstr>트리 출력 - printf - 글자 배열</vt:lpstr>
      <vt:lpstr>트리 출력 - printf - 글자 배열</vt:lpstr>
      <vt:lpstr>트리 출력 - printf - 글자 배열에 초기값</vt:lpstr>
      <vt:lpstr>트리 출력 - printf - 글자 배열에 초기값</vt:lpstr>
      <vt:lpstr>트리 출력 - printf - 글자 배열에 초기값</vt:lpstr>
      <vt:lpstr>트리 출력 - printf - 특수문자 '\0'</vt:lpstr>
      <vt:lpstr>트리 출력 - printf - 특수문자 '\0'</vt:lpstr>
      <vt:lpstr>트리 출력 - printf - 포맷문자열 %c, %d</vt:lpstr>
      <vt:lpstr>트리 출력 - printf - 포맷문자열 %c, %d</vt:lpstr>
      <vt:lpstr>트리 출력 - printf - 포맷문자열의 서식 너비</vt:lpstr>
      <vt:lpstr>트리 출력 - printf - 포맷문자열의 서식 너비</vt:lpstr>
      <vt:lpstr>트리 출력 - printf - 포맷문자열의 가변 서식 너비</vt:lpstr>
      <vt:lpstr>트리 출력 - printf - 포맷문자열의 가변 서식 너비</vt:lpstr>
      <vt:lpstr>트리 출력 - 계획</vt:lpstr>
      <vt:lpstr>트리 출력 - 계획 1 / 2</vt:lpstr>
      <vt:lpstr>트리 출력 - 계획 2 / 2</vt:lpstr>
      <vt:lpstr>트리 출력 - 층별 출력 계획 1 / 3</vt:lpstr>
      <vt:lpstr>트리 출력 - 층별 출력 계획 2 / 3</vt:lpstr>
      <vt:lpstr>트리 출력 - 층별 출력 계획 3 / 3</vt:lpstr>
      <vt:lpstr>트리 출력 - print_tree() 1 / 3</vt:lpstr>
      <vt:lpstr>트리 출력 - print_tree() 2 / 3</vt:lpstr>
      <vt:lpstr>트리 출력 - print_tree() 3 / 3</vt:lpstr>
      <vt:lpstr>트리 출력 - print_tree() 테스트</vt:lpstr>
      <vt:lpstr>heap sort - 최대힙 만들기 - swap 함수</vt:lpstr>
      <vt:lpstr>heap sort - 최대힙 만들기 - swap 함수</vt:lpstr>
      <vt:lpstr>heap sort - 최대힙 만들기 - parent 함수</vt:lpstr>
      <vt:lpstr>heap sort - 최대힙 만들기 - parent 함수</vt:lpstr>
      <vt:lpstr>heap sort - 최대힙 만들기 - left_child 함수</vt:lpstr>
      <vt:lpstr>heap sort - 최대힙 만들기 - left_child 함수</vt:lpstr>
      <vt:lpstr>heap sort - 최대힙 만들기 - 최대 자식 찾기</vt:lpstr>
      <vt:lpstr>heap sort - 최대힙 만들기 - level 2 이하 1/2</vt:lpstr>
      <vt:lpstr>heap sort - 최대힙 만들기 - level 2 이하 2/2</vt:lpstr>
      <vt:lpstr>heap sort - 최대힙 만들기 - level2 짧게 1/2</vt:lpstr>
      <vt:lpstr>heap sort - 최대힙 만들기 - level2 짧게 2/2</vt:lpstr>
      <vt:lpstr>heap sort - 최대힙 만들기 - level 1 1/3</vt:lpstr>
      <vt:lpstr>heap sort - 최대힙 만들기 - level 1 2/3</vt:lpstr>
      <vt:lpstr>heap sort - 최대힙 만들기 - level 1 3/3</vt:lpstr>
      <vt:lpstr>heap sort - 최대힙 만들기 - level 1 짧게 1/2</vt:lpstr>
      <vt:lpstr>heap sort - 최대힙 만들기 - level 1 짧게 2/2</vt:lpstr>
      <vt:lpstr>heap sort - 최대힙 만들기 - right_child 존재</vt:lpstr>
      <vt:lpstr>heap sort - 최대힙 만들기 - right_child 존재</vt:lpstr>
      <vt:lpstr>heap sort - 최대힙 만들기 1/2</vt:lpstr>
      <vt:lpstr>heap sort - 최대힙 만들기 2/2</vt:lpstr>
      <vt:lpstr>heap sort - 정렬하기 - G 처리 1/3</vt:lpstr>
      <vt:lpstr>heap sort - 정렬하기 - G 처리 2/3</vt:lpstr>
      <vt:lpstr>heap sort - 정렬하기 - G 처리 3/3</vt:lpstr>
      <vt:lpstr>heap sort - 정렬하기 - G 처리 짧게 1/2</vt:lpstr>
      <vt:lpstr>heap sort - 정렬하기 - G 처리 짧게 2/2</vt:lpstr>
      <vt:lpstr>heap sort - 정렬하기 - F 처리 1/3</vt:lpstr>
      <vt:lpstr>heap sort - 정렬하기 - F 처리 2/3</vt:lpstr>
      <vt:lpstr>heap sort - 정렬하기 - F 처리 3/3</vt:lpstr>
      <vt:lpstr>heap sort - 정렬하기 - F 처리 짧게 1/2</vt:lpstr>
      <vt:lpstr>heap sort - 정렬하기 - F 처리 짧게 2/2</vt:lpstr>
      <vt:lpstr>heap sort - 정렬 함수 1 / 3</vt:lpstr>
      <vt:lpstr>heap sort - 정렬 함수 2 / 3</vt:lpstr>
      <vt:lpstr>heap sort - 정렬 함수 3 / 3</vt:lpstr>
      <vt:lpstr>heap sort - 정렬 함수 테스트</vt:lpstr>
      <vt:lpstr>요약</vt:lpstr>
      <vt:lpstr>COUNTING_SORT</vt:lpstr>
      <vt:lpstr>COUNTING_SORT 과정</vt:lpstr>
      <vt:lpstr>COUNTING_SORT 시각화</vt:lpstr>
      <vt:lpstr>COUNTING_SORT</vt:lpstr>
      <vt:lpstr>COUNTING_SORT의 시간 복잡도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16</cp:revision>
  <dcterms:created xsi:type="dcterms:W3CDTF">2025-07-28T15:04:23Z</dcterms:created>
  <dcterms:modified xsi:type="dcterms:W3CDTF">2025-10-30T22:54:14Z</dcterms:modified>
</cp:coreProperties>
</file>