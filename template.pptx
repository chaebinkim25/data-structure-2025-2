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"/>
  </p:notes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12625</TotalTime>
  <Words>0</Words>
  <Application>Microsoft Office PowerPoint</Application>
  <PresentationFormat>화면 슬라이드 쇼(4:3)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5" baseType="lpstr">
      <vt:lpstr>맑은 고딕</vt:lpstr>
      <vt:lpstr>Aptos</vt:lpstr>
      <vt:lpstr>Aptos Display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13</cp:revision>
  <dcterms:created xsi:type="dcterms:W3CDTF">2025-07-28T15:04:23Z</dcterms:created>
  <dcterms:modified xsi:type="dcterms:W3CDTF">2025-09-01T13:28:01Z</dcterms:modified>
</cp:coreProperties>
</file>