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30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9" r:id="rId45"/>
    <p:sldId id="298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2주차: 링크드 리스트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8847" y="262442"/>
            <a:ext cx="5083628" cy="607653"/>
          </a:xfrm>
        </p:spPr>
        <p:txBody>
          <a:bodyPr>
            <a:spAutoFit/>
          </a:bodyPr>
          <a:lstStyle/>
          <a:p>
            <a:r>
              <a:rPr lang="ko-KR" altLang="en-US"/>
              <a:t>지난주 복습</a:t>
            </a:r>
            <a:r>
              <a:rPr lang="en-US" altLang="ko-KR"/>
              <a:t>: </a:t>
            </a:r>
            <a:r>
              <a:t>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정의: 데이터들에 순서를 붙여서 관리</a:t>
            </a:r>
          </a:p>
          <a:p>
            <a:endParaRPr/>
          </a:p>
          <a:p>
            <a:r>
              <a:t>특징: 순서에 따라 모든 데이터에 방문할 수 있다</a:t>
            </a:r>
          </a:p>
          <a:p>
            <a:endParaRPr/>
          </a:p>
          <a:p>
            <a:r>
              <a:t>기능: 데이터 추가, 삭제, 탐색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5749" y="262442"/>
            <a:ext cx="6096726" cy="607653"/>
          </a:xfrm>
        </p:spPr>
        <p:txBody>
          <a:bodyPr>
            <a:spAutoFit/>
          </a:bodyPr>
          <a:lstStyle/>
          <a:p>
            <a:r>
              <a:rPr lang="ko-KR" altLang="en-US"/>
              <a:t>지난주 복습</a:t>
            </a:r>
            <a:r>
              <a:rPr lang="en-US" altLang="ko-KR"/>
              <a:t>: </a:t>
            </a:r>
            <a:r>
              <a:t>배열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커다란 메모리</a:t>
            </a:r>
            <a:r>
              <a:rPr lang="ko-KR" altLang="en-US"/>
              <a:t>에</a:t>
            </a:r>
            <a:r>
              <a:t> 데이터를 왼쪽부터 이어서 저장</a:t>
            </a:r>
          </a:p>
          <a:p>
            <a:endParaRPr/>
          </a:p>
          <a:p>
            <a:r>
              <a:rPr lang="ko-KR" altLang="en-US"/>
              <a:t>빅</a:t>
            </a:r>
            <a:r>
              <a:t>데이터</a:t>
            </a:r>
            <a:r>
              <a:rPr lang="ko-KR" altLang="en-US"/>
              <a:t>는</a:t>
            </a:r>
            <a:r>
              <a:t> 메모리 확보 어려움</a:t>
            </a:r>
          </a:p>
          <a:p>
            <a:endParaRPr/>
          </a:p>
          <a:p>
            <a:r>
              <a:t>가변 크기 RESIZE</a:t>
            </a:r>
            <a:r>
              <a:rPr lang="ko-KR" altLang="en-US"/>
              <a:t>에서</a:t>
            </a:r>
            <a:r>
              <a:t> 쓰지 않는 메모리를 점유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4085" y="262442"/>
            <a:ext cx="6558390" cy="607653"/>
          </a:xfrm>
        </p:spPr>
        <p:txBody>
          <a:bodyPr>
            <a:spAutoFit/>
          </a:bodyPr>
          <a:lstStyle/>
          <a:p>
            <a:r>
              <a:rPr lang="ko-KR" altLang="en-US"/>
              <a:t>이번주 주제</a:t>
            </a:r>
            <a:r>
              <a:rPr lang="en-US" altLang="ko-KR"/>
              <a:t>: </a:t>
            </a:r>
            <a:r>
              <a:t>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순서</a:t>
            </a:r>
            <a:r>
              <a:rPr lang="ko-KR" altLang="en-US"/>
              <a:t>의</a:t>
            </a:r>
            <a:r>
              <a:t> 최소 정보는 각 데이터의 다음 데이터</a:t>
            </a:r>
          </a:p>
          <a:p>
            <a:endParaRPr/>
          </a:p>
          <a:p>
            <a:r>
              <a:t>데이터마다 </a:t>
            </a:r>
            <a:r>
              <a:rPr lang="ko-KR" altLang="en-US"/>
              <a:t>별도로</a:t>
            </a:r>
            <a:r>
              <a:t> 메모리 할당</a:t>
            </a:r>
            <a:endParaRPr lang="en-US"/>
          </a:p>
          <a:p>
            <a:endParaRPr lang="en-US"/>
          </a:p>
          <a:p>
            <a:r>
              <a:rPr lang="ko-KR" altLang="en-US"/>
              <a:t>첫번째 노드만 알면 모든 노드 방문 가능</a:t>
            </a:r>
            <a:endParaRPr/>
          </a:p>
          <a:p>
            <a:endParaRPr/>
          </a:p>
          <a:p>
            <a:r>
              <a:t>메모리 사용량은 가변 크기 배열 리스트와 비슷하다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A0058-8561-1599-C9F0-6E976E95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84BC-520C-F0C1-3B7E-41A87C7A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rPr lang="ko-KR" altLang="en-US"/>
              <a:t>이번 시간 목차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620C-BC6D-C9AE-9EE9-761F18D1F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링크드 리스트의 데이터를 저장할 구조체</a:t>
            </a:r>
            <a:endParaRPr lang="en-US" altLang="ko-KR"/>
          </a:p>
          <a:p>
            <a:endParaRPr/>
          </a:p>
          <a:p>
            <a:r>
              <a:rPr lang="ko-KR" altLang="en-US"/>
              <a:t>링크드 리스트에 데이터 추가 </a:t>
            </a:r>
            <a:r>
              <a:rPr lang="en-US" altLang="ko-KR"/>
              <a:t>/ </a:t>
            </a:r>
            <a:r>
              <a:rPr lang="ko-KR" altLang="en-US"/>
              <a:t>삭제 기능</a:t>
            </a:r>
            <a:endParaRPr lang="en-US" altLang="ko-KR"/>
          </a:p>
          <a:p>
            <a:endParaRPr lang="en-US"/>
          </a:p>
          <a:p>
            <a:r>
              <a:rPr lang="ko-KR" altLang="en-US"/>
              <a:t>특수한 링크드 리스트 방식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원형 양방향 링크드 리스트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479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데이터와 다음 데이터 정보</a:t>
            </a:r>
            <a:r>
              <a:rPr lang="ko-KR" altLang="en-US"/>
              <a:t>의</a:t>
            </a:r>
            <a:r>
              <a:t> 묶</a:t>
            </a:r>
            <a:r>
              <a:rPr lang="ko-KR" altLang="en-US"/>
              <a:t>음</a:t>
            </a:r>
            <a:endParaRPr/>
          </a:p>
          <a:p>
            <a:endParaRPr/>
          </a:p>
          <a:p>
            <a:r>
              <a:t>val: 저장된 데이터</a:t>
            </a:r>
          </a:p>
          <a:p>
            <a:endParaRPr/>
          </a:p>
          <a:p>
            <a:r>
              <a:t>next: 다음 노드 정보</a:t>
            </a:r>
          </a:p>
          <a:p>
            <a:endParaRPr/>
          </a:p>
          <a:p>
            <a:r>
              <a:t>마지막 데이터는 next가 비어있다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INSERT - 제일 뒤에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직관적으로 봤을 때, 노드를 가장 쉽게 추가하려면</a:t>
            </a:r>
          </a:p>
          <a:p>
            <a:endParaRPr/>
          </a:p>
          <a:p>
            <a:r>
              <a:t>기존의 가장 마지막 노드의 next에 </a:t>
            </a:r>
            <a:r>
              <a:rPr lang="ko-KR" altLang="en-US"/>
              <a:t>연결</a:t>
            </a:r>
            <a:endParaRPr/>
          </a:p>
          <a:p>
            <a:endParaRPr/>
          </a:p>
          <a:p>
            <a:r>
              <a:t>마지막 노드</a:t>
            </a:r>
            <a:r>
              <a:rPr lang="ko-KR" altLang="en-US"/>
              <a:t>를 찾는 비용 있음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INSERT - 제일 앞에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가장 </a:t>
            </a:r>
            <a:r>
              <a:rPr lang="ko-KR" altLang="en-US"/>
              <a:t>빠르게</a:t>
            </a:r>
            <a:r>
              <a:t> 리스트에 노드를 추가하는 방법</a:t>
            </a:r>
          </a:p>
          <a:p>
            <a:endParaRPr/>
          </a:p>
          <a:p>
            <a:r>
              <a:rPr lang="ko-KR" altLang="en-US"/>
              <a:t>새 </a:t>
            </a:r>
            <a:r>
              <a:t>노드</a:t>
            </a:r>
            <a:r>
              <a:rPr lang="ko-KR" altLang="en-US"/>
              <a:t>의</a:t>
            </a:r>
            <a:r>
              <a:t> next에 기존의 첫번째 노드 </a:t>
            </a:r>
            <a:r>
              <a:rPr lang="ko-KR" altLang="en-US"/>
              <a:t>연결</a:t>
            </a:r>
            <a:endParaRPr/>
          </a:p>
          <a:p>
            <a:endParaRPr/>
          </a:p>
          <a:p>
            <a:r>
              <a:t>새 노드를 첫번째 노드로 </a:t>
            </a:r>
            <a:r>
              <a:rPr lang="ko-KR" altLang="en-US"/>
              <a:t>변경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2782" y="262442"/>
            <a:ext cx="6869693" cy="607653"/>
          </a:xfrm>
        </p:spPr>
        <p:txBody>
          <a:bodyPr>
            <a:spAutoFit/>
          </a:bodyPr>
          <a:lstStyle/>
          <a:p>
            <a:r>
              <a:t>INSERT - 특정 노드 뒤에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추가할</a:t>
            </a:r>
            <a:r>
              <a:rPr lang="en-US"/>
              <a:t> </a:t>
            </a:r>
            <a:r>
              <a:rPr lang="ko-KR" altLang="en-US"/>
              <a:t>위치를</a:t>
            </a:r>
            <a:r>
              <a:t> 알면 빠</a:t>
            </a:r>
            <a:r>
              <a:rPr lang="ko-KR" altLang="en-US"/>
              <a:t>른</a:t>
            </a:r>
            <a:r>
              <a:t> 추가 가능</a:t>
            </a:r>
          </a:p>
          <a:p>
            <a:endParaRPr/>
          </a:p>
          <a:p>
            <a:r>
              <a:t>다음 노드 정보를 잃지 않게 주의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3024" y="260839"/>
            <a:ext cx="5049451" cy="610859"/>
          </a:xfrm>
        </p:spPr>
        <p:txBody>
          <a:bodyPr>
            <a:spAutoFit/>
          </a:bodyPr>
          <a:lstStyle/>
          <a:p>
            <a:r>
              <a:t>INSERT_AFTER(p, 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노드 p 뒤에 노드 x를 추가한다.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x.next ← p.next</a:t>
            </a:r>
            <a:br/>
            <a:r>
              <a:t>            p.next ← x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163" y="262442"/>
            <a:ext cx="7537312" cy="607653"/>
          </a:xfrm>
        </p:spPr>
        <p:txBody>
          <a:bodyPr>
            <a:spAutoFit/>
          </a:bodyPr>
          <a:lstStyle/>
          <a:p>
            <a:r>
              <a:t>INSERT_AFTER(p, x)의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p와 x의 next만 대입해서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DELETE - 제일 뒤를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제일 뒤에 있는 노드를 삭제하려면</a:t>
            </a:r>
          </a:p>
          <a:p>
            <a:endParaRPr/>
          </a:p>
          <a:p>
            <a:r>
              <a:t>prev(마지막 직전)를 찾아 prev.next ← NULL로 만든 후</a:t>
            </a:r>
          </a:p>
          <a:p>
            <a:endParaRPr/>
          </a:p>
          <a:p>
            <a:r>
              <a:t>마지막 노드를 free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DELETE - 제일 앞을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제일 앞에 있는 노드는 다른 노드</a:t>
            </a:r>
            <a:r>
              <a:rPr lang="ko-KR" altLang="en-US"/>
              <a:t>의</a:t>
            </a:r>
            <a:r>
              <a:rPr lang="en-US"/>
              <a:t> next</a:t>
            </a:r>
            <a:r>
              <a:t>에 </a:t>
            </a:r>
            <a:r>
              <a:rPr lang="ko-KR" altLang="en-US"/>
              <a:t>연결</a:t>
            </a:r>
            <a:r>
              <a:t> 없</a:t>
            </a:r>
            <a:r>
              <a:rPr lang="ko-KR" altLang="en-US"/>
              <a:t>음</a:t>
            </a:r>
            <a:endParaRPr/>
          </a:p>
          <a:p>
            <a:endParaRPr/>
          </a:p>
          <a:p>
            <a:r>
              <a:t>삭제 하기 전 </a:t>
            </a:r>
            <a:r>
              <a:rPr lang="ko-KR" altLang="en-US"/>
              <a:t>다음 노드 정보만 저장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585" y="262442"/>
            <a:ext cx="6931890" cy="607653"/>
          </a:xfrm>
        </p:spPr>
        <p:txBody>
          <a:bodyPr>
            <a:spAutoFit/>
          </a:bodyPr>
          <a:lstStyle/>
          <a:p>
            <a:r>
              <a:t>DELETE - 특정 노드 뒤를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삭제할 때 next 정보를 잃지 않게 주의</a:t>
            </a:r>
          </a:p>
          <a:p>
            <a:endParaRPr/>
          </a:p>
          <a:p>
            <a:r>
              <a:t>삭제 하기 전 next 정보를 먼저 업데이트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7354" y="260839"/>
            <a:ext cx="4685121" cy="610859"/>
          </a:xfrm>
        </p:spPr>
        <p:txBody>
          <a:bodyPr>
            <a:spAutoFit/>
          </a:bodyPr>
          <a:lstStyle/>
          <a:p>
            <a:r>
              <a:t>DELETE_AFTER(p)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노드 p의 다음 노드를 삭제한다.</a:t>
            </a:r>
          </a:p>
          <a:p>
            <a:endParaRPr/>
          </a:p>
          <a:p>
            <a:r>
              <a:t>조건: p.next != NULL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tmp ← p.next</a:t>
            </a:r>
            <a:br/>
            <a:r>
              <a:t>            p.next ← tmp.next</a:t>
            </a:r>
            <a:br/>
            <a:r>
              <a:t>            free(tmp)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494" y="262442"/>
            <a:ext cx="7172981" cy="607653"/>
          </a:xfrm>
        </p:spPr>
        <p:txBody>
          <a:bodyPr>
            <a:spAutoFit/>
          </a:bodyPr>
          <a:lstStyle/>
          <a:p>
            <a:r>
              <a:t>DELETE_AFTER(p)의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p.next만 바꾸고, 삭제해서 상수 시간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7589" y="260839"/>
            <a:ext cx="4764886" cy="610859"/>
          </a:xfrm>
        </p:spPr>
        <p:txBody>
          <a:bodyPr>
            <a:spAutoFit/>
          </a:bodyPr>
          <a:lstStyle/>
          <a:p>
            <a:r>
              <a:t>RETRIEVE(head,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head로부터 k</a:t>
            </a:r>
            <a:r>
              <a:rPr lang="ko-KR" altLang="en-US"/>
              <a:t> ≥ </a:t>
            </a:r>
            <a:r>
              <a:rPr lang="en-US" altLang="ko-KR"/>
              <a:t>1</a:t>
            </a:r>
            <a:r>
              <a:t>번째</a:t>
            </a:r>
            <a:r>
              <a:rPr lang="en-US"/>
              <a:t> </a:t>
            </a:r>
            <a:r>
              <a:rPr lang="ko-KR" altLang="en-US"/>
              <a:t>노드 반환</a:t>
            </a:r>
            <a:r>
              <a:t>(head가 1번째)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동작: node ← head</a:t>
            </a:r>
            <a:br/>
            <a:r>
              <a:t>        </a:t>
            </a:r>
            <a:r>
              <a:rPr lang="en-US"/>
              <a:t>            </a:t>
            </a:r>
            <a:r>
              <a:t>반복: node != NULL이고, k &gt; 1인 동안</a:t>
            </a:r>
            <a:br/>
            <a:r>
              <a:t>                </a:t>
            </a:r>
            <a:r>
              <a:rPr lang="en-US"/>
              <a:t>            </a:t>
            </a:r>
            <a:r>
              <a:t>node ← node.next</a:t>
            </a:r>
            <a:br/>
            <a:r>
              <a:t>                </a:t>
            </a:r>
            <a:r>
              <a:rPr lang="en-US"/>
              <a:t>            </a:t>
            </a:r>
            <a:r>
              <a:t>k ← k</a:t>
            </a:r>
            <a:r>
              <a:rPr lang="en-US"/>
              <a:t> </a:t>
            </a:r>
            <a:r>
              <a:t>-</a:t>
            </a:r>
            <a:r>
              <a:rPr lang="en-US"/>
              <a:t> </a:t>
            </a:r>
            <a:r>
              <a:t>1</a:t>
            </a:r>
          </a:p>
          <a:p>
            <a:endParaRPr/>
          </a:p>
          <a:p>
            <a:r>
              <a:t>반환: node (없으면 NULL)</a:t>
            </a:r>
          </a:p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728" y="262442"/>
            <a:ext cx="7252747" cy="607653"/>
          </a:xfrm>
        </p:spPr>
        <p:txBody>
          <a:bodyPr>
            <a:spAutoFit/>
          </a:bodyPr>
          <a:lstStyle/>
          <a:p>
            <a:r>
              <a:t>RETRIEVE(head, k)의 시간 효율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특정 k에 대해 ~ k, 최악(끝까지 가면) ~ n</a:t>
            </a:r>
          </a:p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제일 앞에 더미 추가하기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모든 </a:t>
            </a:r>
            <a:r>
              <a:t>데이터 노드들</a:t>
            </a:r>
            <a:r>
              <a:rPr lang="ko-KR" altLang="en-US"/>
              <a:t>이 다른 노드 뒤에 있음</a:t>
            </a:r>
            <a:endParaRPr/>
          </a:p>
          <a:p>
            <a:endParaRPr/>
          </a:p>
          <a:p>
            <a:r>
              <a:t>더미에 저장된 데이터는 의미가 없고 next만 쓰인다</a:t>
            </a:r>
          </a:p>
          <a:p>
            <a:endParaRPr/>
          </a:p>
          <a:p>
            <a:r>
              <a:t>데이터가 없으면 head.next ← NULL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6468" y="262442"/>
            <a:ext cx="4646007" cy="607653"/>
          </a:xfrm>
        </p:spPr>
        <p:txBody>
          <a:bodyPr>
            <a:spAutoFit/>
          </a:bodyPr>
          <a:lstStyle/>
          <a:p>
            <a:r>
              <a:t>원형 + 더미(head)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원형: 마지막.next ← head </a:t>
            </a:r>
            <a:endParaRPr lang="en-US"/>
          </a:p>
          <a:p>
            <a:endParaRPr lang="en-US"/>
          </a:p>
          <a:p>
            <a:r>
              <a:t>데이터 없으면: head.next ← head</a:t>
            </a:r>
          </a:p>
          <a:p>
            <a:endParaRPr/>
          </a:p>
          <a:p>
            <a:r>
              <a:t>연결을 </a:t>
            </a:r>
            <a:r>
              <a:rPr lang="ko-KR" altLang="en-US"/>
              <a:t>하나 </a:t>
            </a:r>
            <a:r>
              <a:t>끊어도 노드들이 모두 이어져 있다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삭제된 노드들의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노드를 삭제할 때 free를 하지말고 따로 모아둔다</a:t>
            </a:r>
          </a:p>
          <a:p>
            <a:endParaRPr/>
          </a:p>
          <a:p>
            <a:r>
              <a:t>노드를 새로 만들 때 모아둔 노드</a:t>
            </a:r>
            <a:r>
              <a:rPr lang="ko-KR" altLang="en-US"/>
              <a:t>에서</a:t>
            </a:r>
            <a:r>
              <a:t> 가져다 쓴다</a:t>
            </a:r>
          </a:p>
          <a:p>
            <a:endParaRPr/>
          </a:p>
          <a:p>
            <a:r>
              <a:t>모아둔 노드가 없을 때만 메모리를 할당받는다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PUSH_FREE(avail,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삭제 노드를 free list(원형+더미) </a:t>
            </a:r>
            <a:r>
              <a:rPr lang="ko-KR" altLang="en-US"/>
              <a:t>제일 앞에 추가</a:t>
            </a:r>
            <a:endParaRPr lang="en-US" altLang="ko-KR"/>
          </a:p>
          <a:p>
            <a:endParaRPr/>
          </a:p>
          <a:p>
            <a:pPr>
              <a:lnSpc>
                <a:spcPct val="150000"/>
              </a:lnSpc>
            </a:pPr>
            <a:r>
              <a:t>동작: node.next ← avail.next</a:t>
            </a:r>
            <a:br/>
            <a:r>
              <a:t>            avail.next ← node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8407" y="260839"/>
            <a:ext cx="4824068" cy="610859"/>
          </a:xfrm>
        </p:spPr>
        <p:txBody>
          <a:bodyPr>
            <a:spAutoFit/>
          </a:bodyPr>
          <a:lstStyle/>
          <a:p>
            <a:r>
              <a:t>CREATE_DUMMY()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head ← 새로운 노드</a:t>
            </a:r>
          </a:p>
          <a:p>
            <a:pPr>
              <a:lnSpc>
                <a:spcPct val="150000"/>
              </a:lnSpc>
            </a:pPr>
            <a:r>
              <a:t>head.val ← 0</a:t>
            </a:r>
          </a:p>
          <a:p>
            <a:pPr>
              <a:lnSpc>
                <a:spcPct val="150000"/>
              </a:lnSpc>
            </a:pPr>
            <a:r>
              <a:t>head.next ← head</a:t>
            </a:r>
          </a:p>
          <a:p>
            <a:pPr>
              <a:lnSpc>
                <a:spcPct val="150000"/>
              </a:lnSpc>
            </a:pPr>
            <a:r>
              <a:t>반환: head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9451" y="260839"/>
            <a:ext cx="5693024" cy="610859"/>
          </a:xfrm>
        </p:spPr>
        <p:txBody>
          <a:bodyPr>
            <a:spAutoFit/>
          </a:bodyPr>
          <a:lstStyle/>
          <a:p>
            <a:r>
              <a:t>RETRIEVE_CIR(head,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← head.next</a:t>
            </a:r>
          </a:p>
          <a:p>
            <a:endParaRPr lang="en-US"/>
          </a:p>
          <a:p>
            <a:pPr>
              <a:lnSpc>
                <a:spcPct val="150000"/>
              </a:lnSpc>
            </a:pPr>
            <a:r>
              <a:t>반복: node != head이고, k &gt; 1인 </a:t>
            </a:r>
            <a:r>
              <a:rPr lang="ko-KR" altLang="en-US"/>
              <a:t>동</a:t>
            </a:r>
            <a:r>
              <a:t>안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node ← node.next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k ← k-1</a:t>
            </a:r>
          </a:p>
          <a:p>
            <a:endParaRPr/>
          </a:p>
          <a:p>
            <a:r>
              <a:t>반환: node  // node == head면 NOT_FOUND(없음)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509" y="260839"/>
            <a:ext cx="7911966" cy="610859"/>
          </a:xfrm>
        </p:spPr>
        <p:txBody>
          <a:bodyPr>
            <a:spAutoFit/>
          </a:bodyPr>
          <a:lstStyle/>
          <a:p>
            <a:r>
              <a:t>DELETE_AFTER_CIR(head, p, 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p.next == head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함수 종료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tmp ← p.next</a:t>
            </a:r>
          </a:p>
          <a:p>
            <a:pPr>
              <a:lnSpc>
                <a:spcPct val="150000"/>
              </a:lnSpc>
            </a:pPr>
            <a:r>
              <a:t>p.next ← p.next.next</a:t>
            </a:r>
          </a:p>
          <a:p>
            <a:pPr>
              <a:lnSpc>
                <a:spcPct val="150000"/>
              </a:lnSpc>
            </a:pPr>
            <a:r>
              <a:t>PUSH_FREE(avail, tmp)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715" y="260839"/>
            <a:ext cx="5333760" cy="610859"/>
          </a:xfrm>
        </p:spPr>
        <p:txBody>
          <a:bodyPr>
            <a:spAutoFit/>
          </a:bodyPr>
          <a:lstStyle/>
          <a:p>
            <a:r>
              <a:t>CREATE_NODE(avail)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avail.next == avail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node ← 새로운 노드</a:t>
            </a:r>
          </a:p>
          <a:p>
            <a:pPr>
              <a:lnSpc>
                <a:spcPct val="150000"/>
              </a:lnSpc>
            </a:pPr>
            <a:r>
              <a:t>그외: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node ← avail.next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avail.next ← avail.next.next</a:t>
            </a:r>
          </a:p>
          <a:p>
            <a:pPr>
              <a:lnSpc>
                <a:spcPct val="150000"/>
              </a:lnSpc>
            </a:pPr>
            <a:r>
              <a:t>반환: node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DELETE_CIR(head, 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first ← head.next</a:t>
            </a:r>
          </a:p>
          <a:p>
            <a:pPr>
              <a:lnSpc>
                <a:spcPct val="150000"/>
              </a:lnSpc>
            </a:pPr>
            <a:r>
              <a:t>last ← head</a:t>
            </a:r>
          </a:p>
          <a:p>
            <a:pPr>
              <a:lnSpc>
                <a:spcPct val="150000"/>
              </a:lnSpc>
            </a:pPr>
            <a:r>
              <a:t>last.next ← avail.next</a:t>
            </a:r>
          </a:p>
          <a:p>
            <a:pPr>
              <a:lnSpc>
                <a:spcPct val="150000"/>
              </a:lnSpc>
            </a:pPr>
            <a:r>
              <a:t>avail.next ← first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4310" y="262442"/>
            <a:ext cx="6438165" cy="607653"/>
          </a:xfrm>
        </p:spPr>
        <p:txBody>
          <a:bodyPr>
            <a:spAutoFit/>
          </a:bodyPr>
          <a:lstStyle/>
          <a:p>
            <a:r>
              <a:t>원형 양방향 링크드 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양방향 이동 가능</a:t>
            </a:r>
          </a:p>
          <a:p>
            <a:endParaRPr/>
          </a:p>
          <a:p>
            <a:r>
              <a:t>파라미터로 받은 노드를 삭제 가능</a:t>
            </a:r>
          </a:p>
          <a:p>
            <a:endParaRPr/>
          </a:p>
          <a:p>
            <a:r>
              <a:t>val: 저장된 데이터</a:t>
            </a:r>
          </a:p>
          <a:p>
            <a:endParaRPr/>
          </a:p>
          <a:p>
            <a:r>
              <a:t>prev: 이전 노드 정보</a:t>
            </a:r>
          </a:p>
          <a:p>
            <a:endParaRPr/>
          </a:p>
          <a:p>
            <a:r>
              <a:t>next: 다음 노드 정보</a:t>
            </a:r>
          </a:p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909" y="260839"/>
            <a:ext cx="7292566" cy="610859"/>
          </a:xfrm>
        </p:spPr>
        <p:txBody>
          <a:bodyPr>
            <a:spAutoFit/>
          </a:bodyPr>
          <a:lstStyle/>
          <a:p>
            <a:r>
              <a:t>DELETE_NODE_CD(node, avail)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조건: node ≠ head(더미)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node.prev.next ← node.next</a:t>
            </a:r>
          </a:p>
          <a:p>
            <a:pPr>
              <a:lnSpc>
                <a:spcPct val="150000"/>
              </a:lnSpc>
            </a:pPr>
            <a:r>
              <a:t>node.next.prev ← node.prev</a:t>
            </a:r>
          </a:p>
          <a:p>
            <a:pPr>
              <a:lnSpc>
                <a:spcPct val="150000"/>
              </a:lnSpc>
            </a:pPr>
            <a:r>
              <a:t>PUSH_FREE(avail, node)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83" y="262442"/>
            <a:ext cx="5545292" cy="607653"/>
          </a:xfrm>
        </p:spPr>
        <p:txBody>
          <a:bodyPr>
            <a:spAutoFit/>
          </a:bodyPr>
          <a:lstStyle/>
          <a:p>
            <a:r>
              <a:t>예제: 다항식 저장하기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2x</a:t>
            </a:r>
            <a:r>
              <a:rPr baseline="30000"/>
              <a:t>2</a:t>
            </a:r>
            <a:r>
              <a:t> + 3x를 저장하려면,</a:t>
            </a:r>
          </a:p>
          <a:p>
            <a:endParaRPr/>
          </a:p>
          <a:p>
            <a:r>
              <a:t>1. 항 노드를 만든다 (계수 3, 지수 1, 다음 없음)</a:t>
            </a:r>
          </a:p>
          <a:p>
            <a:endParaRPr/>
          </a:p>
          <a:p>
            <a:r>
              <a:t>2. 항 노드를 만든다 (계수 2, 지수 2, 다음 3x)</a:t>
            </a:r>
          </a:p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7165" y="262442"/>
            <a:ext cx="2565310" cy="607653"/>
          </a:xfrm>
        </p:spPr>
        <p:txBody>
          <a:bodyPr>
            <a:spAutoFit/>
          </a:bodyPr>
          <a:lstStyle/>
          <a:p>
            <a:r>
              <a:t>항 노드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coeff: 계수</a:t>
            </a:r>
          </a:p>
          <a:p>
            <a:endParaRPr/>
          </a:p>
          <a:p>
            <a:r>
              <a:t>exp: 지수</a:t>
            </a:r>
          </a:p>
          <a:p>
            <a:endParaRPr/>
          </a:p>
          <a:p>
            <a:r>
              <a:t>next: 다음 항</a:t>
            </a:r>
          </a:p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8617" y="260839"/>
            <a:ext cx="9401092" cy="610859"/>
          </a:xfrm>
        </p:spPr>
        <p:txBody>
          <a:bodyPr>
            <a:spAutoFit/>
          </a:bodyPr>
          <a:lstStyle/>
          <a:p>
            <a:r>
              <a:t>CREATE(c</a:t>
            </a:r>
            <a:r>
              <a:rPr lang="en-US"/>
              <a:t>oefficient</a:t>
            </a:r>
            <a:r>
              <a:t>, e</a:t>
            </a:r>
            <a:r>
              <a:rPr lang="en-US"/>
              <a:t>xponent</a:t>
            </a:r>
            <a:r>
              <a:t>, n</a:t>
            </a:r>
            <a:r>
              <a:rPr lang="en-US"/>
              <a:t>ext_node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node ← 새로운 항 노드</a:t>
            </a:r>
          </a:p>
          <a:p>
            <a:pPr>
              <a:lnSpc>
                <a:spcPct val="150000"/>
              </a:lnSpc>
            </a:pPr>
            <a:r>
              <a:t>node.coeff ← c</a:t>
            </a:r>
            <a:r>
              <a:rPr lang="en-US"/>
              <a:t>oefficient</a:t>
            </a:r>
            <a:endParaRPr/>
          </a:p>
          <a:p>
            <a:pPr>
              <a:lnSpc>
                <a:spcPct val="150000"/>
              </a:lnSpc>
            </a:pPr>
            <a:r>
              <a:t>node.exp  ← e</a:t>
            </a:r>
            <a:r>
              <a:rPr lang="en-US"/>
              <a:t>xponent</a:t>
            </a:r>
            <a:endParaRPr/>
          </a:p>
          <a:p>
            <a:pPr>
              <a:lnSpc>
                <a:spcPct val="150000"/>
              </a:lnSpc>
            </a:pPr>
            <a:r>
              <a:t>node.next ← n</a:t>
            </a:r>
            <a:r>
              <a:rPr lang="en-US"/>
              <a:t>ext_node</a:t>
            </a:r>
            <a:endParaRPr/>
          </a:p>
          <a:p>
            <a:pPr>
              <a:lnSpc>
                <a:spcPct val="150000"/>
              </a:lnSpc>
            </a:pPr>
            <a:r>
              <a:t>반환: node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9" y="260839"/>
            <a:ext cx="8910766" cy="610859"/>
          </a:xfrm>
        </p:spPr>
        <p:txBody>
          <a:bodyPr>
            <a:spAutoFit/>
          </a:bodyPr>
          <a:lstStyle/>
          <a:p>
            <a:r>
              <a:t>INSERT_TAIL(tail, </a:t>
            </a:r>
            <a:r>
              <a:rPr lang="en-US" altLang="ko-KR"/>
              <a:t>coefficient, exponent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32882"/>
            <a:ext cx="8515350" cy="4351338"/>
          </a:xfrm>
        </p:spPr>
        <p:txBody>
          <a:bodyPr/>
          <a:lstStyle/>
          <a:p>
            <a:r>
              <a:t>tail.next ← CREATE(c</a:t>
            </a:r>
            <a:r>
              <a:rPr lang="en-US"/>
              <a:t>oefficient</a:t>
            </a:r>
            <a:r>
              <a:t>, e</a:t>
            </a:r>
            <a:r>
              <a:rPr lang="en-US"/>
              <a:t>xponent</a:t>
            </a:r>
            <a:r>
              <a:t>, NULL)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X, Y는 (exp 내림차순, 동차 지수 없음) 리스트로 가정</a:t>
            </a:r>
          </a:p>
          <a:p>
            <a:endParaRPr/>
          </a:p>
          <a:p>
            <a:pPr>
              <a:lnSpc>
                <a:spcPct val="150000"/>
              </a:lnSpc>
            </a:pPr>
            <a:r>
              <a:t>dummy ← 항 노드</a:t>
            </a:r>
          </a:p>
          <a:p>
            <a:pPr>
              <a:lnSpc>
                <a:spcPct val="150000"/>
              </a:lnSpc>
            </a:pPr>
            <a:r>
              <a:t>dummy.next ← NULL</a:t>
            </a:r>
          </a:p>
          <a:p>
            <a:pPr>
              <a:lnSpc>
                <a:spcPct val="150000"/>
              </a:lnSpc>
            </a:pPr>
            <a:r>
              <a:t>tail ← dummy</a:t>
            </a:r>
          </a:p>
          <a:p>
            <a:pPr>
              <a:lnSpc>
                <a:spcPct val="150000"/>
              </a:lnSpc>
            </a:pPr>
            <a:r>
              <a:t>반복: X != NULL 그리고 Y != NULL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만약: X.exp &gt; Y.exp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 X.coeff, X.exp)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X ← X.next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만약: X.exp &lt; Y.exp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 Y.coeff, Y.exp)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Y ← Y.next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sum ← X.coeff + Y.coeff</a:t>
            </a:r>
          </a:p>
          <a:p>
            <a:pPr>
              <a:lnSpc>
                <a:spcPct val="150000"/>
              </a:lnSpc>
            </a:pPr>
            <a:r>
              <a:t>        만약: sum !=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 </a:t>
            </a:r>
            <a:r>
              <a:rPr lang="en-US"/>
              <a:t>sum</a:t>
            </a:r>
            <a:r>
              <a:t>, Y.exp)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pPr>
              <a:lnSpc>
                <a:spcPct val="150000"/>
              </a:lnSpc>
            </a:pPr>
            <a:r>
              <a:t>        X ← X.next</a:t>
            </a:r>
          </a:p>
          <a:p>
            <a:pPr>
              <a:lnSpc>
                <a:spcPct val="150000"/>
              </a:lnSpc>
            </a:pPr>
            <a:r>
              <a:t>        Y ← Y.next</a:t>
            </a:r>
          </a:p>
          <a:p>
            <a:pPr>
              <a:lnSpc>
                <a:spcPct val="150000"/>
              </a:lnSpc>
            </a:pPr>
            <a:r>
              <a:t>        다음 반복으로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3437" y="260839"/>
            <a:ext cx="4009038" cy="610859"/>
          </a:xfrm>
        </p:spPr>
        <p:txBody>
          <a:bodyPr>
            <a:spAutoFit/>
          </a:bodyPr>
          <a:lstStyle/>
          <a:p>
            <a:r>
              <a:t>ADD(X, Y)  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X !=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tail.next ← X</a:t>
            </a:r>
          </a:p>
          <a:p>
            <a:pPr>
              <a:lnSpc>
                <a:spcPct val="150000"/>
              </a:lnSpc>
            </a:pPr>
            <a:r>
              <a:t>그외: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tail.next ← Y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r>
              <a:t>반환: dummy.next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링크드 리스트에서 데이터 추가/삭제</a:t>
            </a:r>
          </a:p>
          <a:p>
            <a:endParaRPr/>
          </a:p>
          <a:p>
            <a:r>
              <a:t>더미</a:t>
            </a:r>
            <a:r>
              <a:rPr lang="en-US"/>
              <a:t>, </a:t>
            </a:r>
            <a:r>
              <a:rPr lang="ko-KR" altLang="en-US"/>
              <a:t>원형구조</a:t>
            </a:r>
            <a:r>
              <a:rPr lang="en-US" altLang="ko-KR"/>
              <a:t>,</a:t>
            </a:r>
            <a:r>
              <a:t> 삭제 노드 리스트 활용</a:t>
            </a:r>
          </a:p>
          <a:p>
            <a:endParaRPr/>
          </a:p>
          <a:p>
            <a:r>
              <a:t>다항식 예제</a:t>
            </a:r>
          </a:p>
          <a:p>
            <a:endParaRPr/>
          </a:p>
          <a:p>
            <a:r>
              <a:t>다음 시간: 링크드 리스트를 C 언어로 구현해 본다</a:t>
            </a:r>
          </a:p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6643" y="260839"/>
            <a:ext cx="4005832" cy="610859"/>
          </a:xfrm>
        </p:spPr>
        <p:txBody>
          <a:bodyPr>
            <a:spAutoFit/>
          </a:bodyPr>
          <a:lstStyle/>
          <a:p>
            <a:r>
              <a:t>MUL(X, Y)   1/2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t>A ← NULL</a:t>
            </a:r>
            <a:endParaRPr lang="en-US"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50000"/>
              </a:lnSpc>
            </a:pPr>
            <a:r>
              <a:t>반복: px ← X부터 끝까지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 </a:t>
            </a:r>
            <a:r>
              <a:t>       dummy ← 항 노드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dummy.next ←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 ← dummy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6643" y="260839"/>
            <a:ext cx="4005832" cy="610859"/>
          </a:xfrm>
        </p:spPr>
        <p:txBody>
          <a:bodyPr>
            <a:spAutoFit/>
          </a:bodyPr>
          <a:lstStyle/>
          <a:p>
            <a:r>
              <a:t>MUL(X, Y)  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        반복: py ← Y부터 끝까지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INSERT_TAIL(tail,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            </a:t>
            </a:r>
            <a:r>
              <a:rPr lang="en-US"/>
              <a:t>                </a:t>
            </a:r>
            <a:r>
              <a:t>px.coeff * py.coeff,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            </a:t>
            </a:r>
            <a:r>
              <a:rPr lang="en-US" altLang="ko-KR"/>
              <a:t>                </a:t>
            </a:r>
            <a:r>
              <a:t>px.exp + py.exp)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        tail ← tail.next</a:t>
            </a:r>
          </a:p>
          <a:p>
            <a:r>
              <a:t>        A ← ADD(A, dummy.next)</a:t>
            </a:r>
          </a:p>
          <a:p>
            <a:r>
              <a:t>반환: 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1237" y="260839"/>
            <a:ext cx="3851238" cy="610859"/>
          </a:xfrm>
        </p:spPr>
        <p:txBody>
          <a:bodyPr>
            <a:spAutoFit/>
          </a:bodyPr>
          <a:lstStyle/>
          <a:p>
            <a:r>
              <a:t>INVERT(head)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포인터 방향을 모두 뒤집어 head↔tail을 바꾼다</a:t>
            </a:r>
          </a:p>
          <a:p>
            <a:endParaRPr/>
          </a:p>
          <a:p>
            <a:r>
              <a:t>(prev, cur, nxt) 3포인터로 순차 갱신: cur.next ← prev</a:t>
            </a:r>
          </a:p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3862" y="260839"/>
            <a:ext cx="4798613" cy="610859"/>
          </a:xfrm>
        </p:spPr>
        <p:txBody>
          <a:bodyPr>
            <a:spAutoFit/>
          </a:bodyPr>
          <a:lstStyle/>
          <a:p>
            <a:r>
              <a:t>INVERT(head)</a:t>
            </a:r>
            <a:r>
              <a:rPr lang="en-US"/>
              <a:t>   1/2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만약: head.next ==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반환: head</a:t>
            </a:r>
          </a:p>
          <a:p>
            <a:pPr>
              <a:lnSpc>
                <a:spcPct val="150000"/>
              </a:lnSpc>
            </a:pPr>
            <a:r>
              <a:t>prev ← head</a:t>
            </a:r>
          </a:p>
          <a:p>
            <a:pPr>
              <a:lnSpc>
                <a:spcPct val="150000"/>
              </a:lnSpc>
            </a:pPr>
            <a:r>
              <a:t>cur ← head.next</a:t>
            </a:r>
          </a:p>
          <a:p>
            <a:pPr>
              <a:lnSpc>
                <a:spcPct val="150000"/>
              </a:lnSpc>
            </a:pPr>
            <a:r>
              <a:t>prev.next ← NULL  // 첫 링크를 먼저 끊어 순환 방지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F96D-A26B-C97E-5C8B-655D37BE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1E3B-81AE-33A7-8E51-842F822D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862" y="260839"/>
            <a:ext cx="4798613" cy="610859"/>
          </a:xfrm>
        </p:spPr>
        <p:txBody>
          <a:bodyPr>
            <a:spAutoFit/>
          </a:bodyPr>
          <a:lstStyle/>
          <a:p>
            <a:r>
              <a:t>INVERT(head)</a:t>
            </a:r>
            <a:r>
              <a:rPr lang="en-US"/>
              <a:t>   2/2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28B2-949B-C0D9-CBDF-F81B158F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반복: cur != NULL인 동안</a:t>
            </a:r>
            <a:br/>
            <a:r>
              <a:t>        nxt ← cur.next</a:t>
            </a:r>
            <a:br/>
            <a:r>
              <a:t>        cur.next ← prev</a:t>
            </a:r>
            <a:br/>
            <a:r>
              <a:t>        prev ← cur</a:t>
            </a:r>
            <a:br/>
            <a:r>
              <a:t>        cur  ← nxt</a:t>
            </a:r>
          </a:p>
          <a:p>
            <a:endParaRPr/>
          </a:p>
          <a:p>
            <a:r>
              <a:t>반환: prev</a:t>
            </a:r>
          </a:p>
        </p:txBody>
      </p:sp>
    </p:spTree>
    <p:extLst>
      <p:ext uri="{BB962C8B-B14F-4D97-AF65-F5344CB8AC3E}">
        <p14:creationId xmlns:p14="http://schemas.microsoft.com/office/powerpoint/2010/main" val="333321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578" y="260839"/>
            <a:ext cx="5227897" cy="610859"/>
          </a:xfrm>
        </p:spPr>
        <p:txBody>
          <a:bodyPr>
            <a:spAutoFit/>
          </a:bodyPr>
          <a:lstStyle/>
          <a:p>
            <a:r>
              <a:t>CONCATENATE(X, 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Y의 모든 노드를 X의 끝에 붙인다</a:t>
            </a:r>
          </a:p>
          <a:p>
            <a:endParaRPr lang="en-US"/>
          </a:p>
          <a:p>
            <a:endParaRPr/>
          </a:p>
          <a:p>
            <a:r>
              <a:t>만약: X == NULL → 반환: Y</a:t>
            </a:r>
          </a:p>
          <a:p>
            <a:pPr>
              <a:lnSpc>
                <a:spcPct val="150000"/>
              </a:lnSpc>
            </a:pPr>
            <a:r>
              <a:t>tail ← X</a:t>
            </a:r>
          </a:p>
          <a:p>
            <a:pPr>
              <a:lnSpc>
                <a:spcPct val="150000"/>
              </a:lnSpc>
            </a:pPr>
            <a:r>
              <a:t>반복: tail.next != NULL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/>
              <a:t>   </a:t>
            </a:r>
            <a:r>
              <a:t>        tail ← tail.next</a:t>
            </a:r>
          </a:p>
          <a:p>
            <a:pPr>
              <a:lnSpc>
                <a:spcPct val="150000"/>
              </a:lnSpc>
            </a:pPr>
            <a:r>
              <a:t>tail.next ← 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13084</TotalTime>
  <Words>1453</Words>
  <Application>Microsoft Office PowerPoint</Application>
  <PresentationFormat>화면 슬라이드 쇼(4:3)</PresentationFormat>
  <Paragraphs>260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0" baseType="lpstr">
      <vt:lpstr>맑은 고딕</vt:lpstr>
      <vt:lpstr>Aptos</vt:lpstr>
      <vt:lpstr>Aptos Display</vt:lpstr>
      <vt:lpstr>Arial</vt:lpstr>
      <vt:lpstr>Office 테마</vt:lpstr>
      <vt:lpstr>자료구조 (Data Structure) 2주차: 링크드 리스트</vt:lpstr>
      <vt:lpstr>지난주 복습: 리스트</vt:lpstr>
      <vt:lpstr>지난주 복습: 배열 리스트</vt:lpstr>
      <vt:lpstr>이번주 주제: 링크드 리스트</vt:lpstr>
      <vt:lpstr>이번 시간 목차</vt:lpstr>
      <vt:lpstr>노드</vt:lpstr>
      <vt:lpstr>INSERT - 제일 뒤에 추가</vt:lpstr>
      <vt:lpstr>INSERT - 제일 앞에 추가</vt:lpstr>
      <vt:lpstr>INSERT - 특정 노드 뒤에 추가</vt:lpstr>
      <vt:lpstr>INSERT_AFTER(p, x)</vt:lpstr>
      <vt:lpstr>INSERT_AFTER(p, x)의 시간 효율</vt:lpstr>
      <vt:lpstr>DELETE - 제일 뒤를 삭제</vt:lpstr>
      <vt:lpstr>DELETE - 제일 앞을 삭제</vt:lpstr>
      <vt:lpstr>DELETE - 특정 노드 뒤를 삭제</vt:lpstr>
      <vt:lpstr>DELETE_AFTER(p)</vt:lpstr>
      <vt:lpstr>DELETE_AFTER(p)의 시간 효율</vt:lpstr>
      <vt:lpstr>RETRIEVE(head, k)</vt:lpstr>
      <vt:lpstr>RETRIEVE(head, k)의 시간 효율</vt:lpstr>
      <vt:lpstr>제일 앞에 더미 추가하기</vt:lpstr>
      <vt:lpstr>원형 + 더미(head)</vt:lpstr>
      <vt:lpstr>삭제된 노드들의 리스트</vt:lpstr>
      <vt:lpstr>PUSH_FREE(avail, node)</vt:lpstr>
      <vt:lpstr>CREATE_DUMMY()</vt:lpstr>
      <vt:lpstr>RETRIEVE_CIR(head, k)</vt:lpstr>
      <vt:lpstr>DELETE_AFTER_CIR(head, p, avail)</vt:lpstr>
      <vt:lpstr>CREATE_NODE(avail)</vt:lpstr>
      <vt:lpstr>DELETE_CIR(head, avail)</vt:lpstr>
      <vt:lpstr>원형 양방향 링크드 리스트</vt:lpstr>
      <vt:lpstr>DELETE_NODE_CD(node, avail)</vt:lpstr>
      <vt:lpstr>예제: 다항식 저장하기</vt:lpstr>
      <vt:lpstr>항 노드</vt:lpstr>
      <vt:lpstr>CREATE(coefficient, exponent, next_node)</vt:lpstr>
      <vt:lpstr>INSERT_TAIL(tail, coefficient, exponent)</vt:lpstr>
      <vt:lpstr>ADD(X, Y)   1/5</vt:lpstr>
      <vt:lpstr>ADD(X, Y)   2/5</vt:lpstr>
      <vt:lpstr>ADD(X, Y)   3/5</vt:lpstr>
      <vt:lpstr>ADD(X, Y)   4/5</vt:lpstr>
      <vt:lpstr>ADD(X, Y)   5/5</vt:lpstr>
      <vt:lpstr>요약</vt:lpstr>
      <vt:lpstr>MUL(X, Y)   1/2</vt:lpstr>
      <vt:lpstr>MUL(X, Y)   2/2</vt:lpstr>
      <vt:lpstr>INVERT(head)</vt:lpstr>
      <vt:lpstr>INVERT(head)   1/2</vt:lpstr>
      <vt:lpstr>INVERT(head)   2/2</vt:lpstr>
      <vt:lpstr>CONCATENATE(X, 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20</cp:revision>
  <dcterms:created xsi:type="dcterms:W3CDTF">2025-07-28T15:04:23Z</dcterms:created>
  <dcterms:modified xsi:type="dcterms:W3CDTF">2025-10-17T11:13:42Z</dcterms:modified>
</cp:coreProperties>
</file>