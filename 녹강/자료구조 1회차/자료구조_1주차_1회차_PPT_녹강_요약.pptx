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"/>
  </p:notesMasterIdLst>
  <p:sldIdLst>
    <p:sldId id="289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10" autoAdjust="0"/>
  </p:normalViewPr>
  <p:slideViewPr>
    <p:cSldViewPr snapToGrid="0">
      <p:cViewPr varScale="1">
        <p:scale>
          <a:sx n="83" d="100"/>
          <a:sy n="83" d="100"/>
        </p:scale>
        <p:origin x="13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070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2650 6236 23314,'-7'0'-802,"2"0"797,5 0 5,-5 0 0,4 0 0,-4 0 0,5 0 0,5 0 0,-4 0 0,4 0 0,-5 0 0,4-1-630,0-3-906,0 2 528,-4-3 1,1 5 1007,3 0 0,-3 0 0,4 0 0,-5 0 0,5 0 0,-4-1-906,3-3 906,-3 3 478,-1-4-2617,0 5 2139,0-5-2128,6 4 1662,-5-4-2082,4 5 4226,-5 0-92,5 0 8,-4 0 630,4 0-2125,-5 0 2113,5 0-1665,-3 0 772,3 0 0,-4 0-1261,3 0 3,-3 0 10,4 0-35,0 0 0,-2 0 19,4 0 6,-4 0-135,7 0 101,-4 0 0,2 0-46,0 0 0,-5 0 17,5 0-6,-5 0 25,7 0-5,-4 0 22,6 0-14,-1 0 1,-3 0 41,-1 0 1,-3 0-45,4 0 1,-5 0 18,5 0-28,-5 0-2,7 0 11,-4 0-7,5 0-4,1 0-9,-1 0 0,-3 0-18,0 0 1,-5 0 21,5 0 0,-4 0-11,3 0 1,-3 0 32,4 0 1,-4 0 1,3 0 0,-3 0 18,4 0-19,-6 0 0,8 0 79,-2 0 1,-2 0-85,2 0 1,-4 0 40,3 0 0,-3 0-25,4 0 1,-4 0-19,3 0 0,-3 0 23,4 0 1,-5 0-43,5 0 0,-4 0 7,3 0 0,-3 0-5,4 0 0,-4 0-9,3 0 1,-3 0-27,4 0 14,-1 0 31,5 0-2,-1 0 1,1 0-4,-1 0 0,-3 0 3,-1 0-11,1 0 1,3 0 0,1 0 1,-5 0 3,1 0 0,0 0-1,3 0 0,-3 0 6,-1 0 1,1 0-6,3 0 1,1 0 21,-1 0 0,-3 0-24,-1 0 1,1 0 2,3 0 1,1 0 10,-1 0-6,1 0 0,-1 0-5,0 0 0,1 0 3,-1 0 0,1 0 3,-1 0 1,1 0-6,-1 0 1,0 0 2,1 0 0,-1 0-1,1 0 1,-1 0-18,0 0 0,1 0 7,-1 0 1,-3 0-4,0 0 5,4 0 1,1 0-1,2 0 1,-2 0 24,-2 0 0,1 0-16,-1 0 1,1 3 149,-1 1 0,0 0 18,1-4 0,-1 0-160,1 0 1,-1 1 213,0 3 1,2-3-38,2 3 1,-2-3-140,2-1 1,-2 0-35,-2 0 0,5 4 166,-1 0 1,0 0-163,-3-4 1,0 0-171,3 0 0,-2 0 164,2 0 0,-1 0-213,2 0 1,-4 0 31,3 0 0,-2 0 131,-1 0 0,-1 0 15,0 0 0,1 0-141,-1 0 0,4 0-5,1 0 1,-1 0 174,-4 0 0,5 0-36,-1 0 0,0 0 19,-4 0 1,1 0 0,-1 0 1,1 0 16,-1 0 0,1 0 1,-1 0 1,4 0 5,0 0 1,1 0 2,-5 0 0,4 0-54,1 0 1,0 0 37,-1 0 0,-2 0 7,2 0 0,2 0-10,-2 0 0,1 0-12,0 0 1,-4 0 20,4 0 1,0 0 1,-1 0 1,2 0 12,-2 0 1,-2 0 7,2 0 1,-2 0 12,-2 0 0,4 0-26,0 0 0,1 0 16,-5 0 0,1 1 0,-1 3 1,0-3-8,1 3 0,-1-3 36,1-1 0,-1 0-59,1 0 1,-1 0 0,0 0 1,1 0 6,-1 0 1,1 0-23,-1 0 1,0 0 18,1 0 1,-5 0 2,1 0 1,0 0-7,3 0 1,1 0-45,-1 0 1,0 0 24,1 0 0,-1 0-18,1 0 49,-1 0 0,0 0-14,1 0 1,-1 0 27,1 0 0,-5 0-11,1 0 46,0 0-32,3 0 6,0 0-17,1 0 0,-5 0-4,1 0 0,-4 0 17,4 0-23,-6 0 0,8 0-1,-2 0 0,-2 0 18,2 0-19,-1 0 0,5-4-315,-1 1 0,-3-1-577,-1 4 877,1 0 0,3 0-2,1 0 1,-4 0-25,-1 0 0,-3 0 37,4 0 4,-1 0 0,5-4-328,-1 0 0,-3 0 358,-1 4 1,-3 0 790,4 0-877,-1 0 1,5 0 4,-1 0 0,-3 0-41,-1 0-176,1 0 183,3 0 719,1 0-684,-6 0 0,4-5 1,-3-1-1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07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9753 2547 6047,'7'0'-246,"-2"0"320,-5 0 11,5 0 13,-4 0-64,4 0 60,-5 0-102,5 0 25,-3 0-17,3 0-2,-5 0 0,0-5 0,1 4 45,3-3-37,-3 2 1,4 2 14,-5 0-10,5 0 0,-4-1 18,3-3 2,-2 3-17,-2-4-2,5 5-2,-4 0 1,5 0 8,-2 0 19,-3 0-11,4 0 1,-1-1 26,0-3 32,0 3 13,1-4-38,-4 5 4,4 0-114,0 0 97,-3 0-116,3 0 101,0 0-63,-4 0 0,5 0 31,-2 0-2,-3 0 16,4 0 10,-5 0 25,6 0 6,-5 0-38,4 0 1,-4 0 21,3 0-20,-3 0-9,4 0 0,-3 0 8,1 0 14,-1 0 2,3 0-8,0 0-14,-4 0 0,5 0 55,-2 0-58,-3 0 0,6 0 7,-3 0-4,-3 0 0,5 0-3,-2 0 1,-1 0 7,4 0-12,-4 0 1,3 0 15,-2 0 0,-2 0-2,6 0-3,-5 0 30,7 0-23,-4 0 1,2 0 2,-1 0 2,-4 0-2,7 0 0,-4 0-63,6 0 60,-1 0-44,1 0 0,-1 0 13,0 0 1,1 0-5,-1 0 1,-3 0 7,0 0 1,-1 0-2,5 0 1,-1 0-1,0 0 0,1-4 0,-1 0 0,2 0-8,2 4 1,-2 0 9,2 0 0,-2-1 1,-2-3 0,1 3 0,-1-3 0,0 3 0,1 1 1,-1-2 0,1-1 0,-1 1 0,1-1 1,-1 1 0,0 2 0,1 0 1,-1 0 1,1-1 31,-1-3-32,1 3 0,-1-4 5,0 5 0,1 0-7,-1 0 1,1-1 0,-1-3-2,0 3 1,1-5-1,-1 6 8,1 0 1,-1 0 7,1 0 30,-1-5 0,0 4-38,1-3 0,-5 3-10,1 1 4,0 0-2,3 0 1,1 0 4,-1 0 1,-3 0-3,-1 0-2,1 0 0,3 0-4,1 0 0,-5 0 32,1 0 1,-4 0-20,3 0 12,1 0 0,3 0-5,1 0 0,-5 0 19,1 0-29,0 0 1,3 0-2,0 0 1,-3 4-9,0 0 13,-1-1 0,5-3-26,-1 0 0,-1 2 20,-2 2 0,2-3-25,-2 3 22,2-3 0,1 0 37,1 3 1,-1-3-16,0 3 0,-3-3 5,0-1 0,-1 0-24,5 0 1,-1 4 2,1 0 1,-1 0 0,0-4 0,-3 0 7,0 0 0,-1 0-11,5 0 1,-1 0-8,1 0 1,-5 0-5,1 0 0,-1 0 3,5 0 1,-1 4-7,1-1 8,-1 1 0,0-4 0,1 0 0,-1 0-2,1 0 3,-1 0 0,1 0-2,-1 0 1,0 0 2,1 0 0,-5 0 0,1 0 0,0 0-8,3 0 0,0 0-1,1 0 1,-4-1-1,-1-3 0,1 3-3,3-3 1,-3 3 10,-1 1 0,1 0-5,3 0 1,-3 0 9,0 0 0,-1 0 18,5 0-8,-1 0 0,1 0-11,-1 0 1,0 0 3,1 0-5,-1 0 0,1 0-1,-1 0 0,0 0-2,1 0 1,-4 0-1,-1 0 0,1 0-2,3 0 1,1 0 0,-1 0 0,-3 0 2,-1 0 0,1 0 22,3 0-10,1 0 1,-1 1 24,1 3 1,-1-3-31,0 3 0,1-3 36,-1-1 1,1 0-31,-1 0 1,0 0 5,1 0 1,-1 4-10,1 0 0,-1 0-2,1-4 1,3 0-11,0 0 1,2 0-6,-2 0 0,-3 1 1,4 3 1,1-3-2,2 3 0,-2-3-5,-2-1 1,2 0 11,-2 0 1,5 0-4,-1 0 0,-1 0 1,1 0 1,-4 0 0,4 0 0,-3 0 1,3 0 0,-2 0 0,2 0 0,3 0 16,-3 0 1,-1 0 1,1 0 1,-1 0 10,1 0 0,1 0-22,-5 0 1,5 0 4,-1 0 1,3 0-11,1 0 0,0 0-1,0 0 0,-3-4-1,3 0 0,-4 1-5,4 3 0,-1-2 0,-3-1 1,3 1-3,1-2 0,0 2 2,0-2 0,-1 3 4,1-3 1,0 1-1,0 0 0,0 1 23,0-1 0,-1 1 3,1 2 0,1 0-18,3 0 0,-3-3 1,3-1 1,-3 0 12,-1 4 1,3 0 1,1 0 0,0 0 12,-4 0 0,-1-1-19,1-3 0,4 3 68,0-3 1,-1 2-74,-3 2 1,4-1 2,-1-3 0,5 3-12,-5-3 1,2 3-6,-1 1 0,-2-4-7,6 0 0,-2 1 27,1 3 1,0-2-91,-4-1 0,-2 1 74,3-2 1,1 3-74,-1 1 1,1-4 61,-2 1 0,-2-1-1,3 4 1,1-4 6,-1 0 0,-1 0 3,-3 4 0,4-1 7,-1-3 1,1 3 11,-4-3 0,0 3 15,0 1 0,-1-4-26,1 0 0,3 1-47,-4 3 0,4 0 33,-7 0 0,1 0-3,-1 0 0,3 0 2,-3 0 0,1 0-3,-1 0 0,3 0 5,-3 0 0,1 0 1,-1 0 0,3 0 15,-3 0 0,-2 0-16,2 0 0,-3 0 18,3 0 0,-4 0-9,4 0 1,-4 0-2,4 0 0,-4 0-14,5 0 1,-7 0-3,3 0 1,0 0 11,-1 0 1,2 0-1,-2 0 0,-2 0 4,2 0 1,-1 0-8,1 0 0,-2 0-6,2 0 1,-2 0 9,-2 0 0,5 0 0,-1 0 1,0 0-7,-4 0 1,2 0-1,2 0 1,-2 0-19,2 0 1,-2 0 16,-2 0 1,5 0 13,-1 0 1,0 0-15,-4 0 0,1 0 16,-1 0 0,1 0-7,-1 0 0,1 0 1,-1 0 0,0 0-3,1 0 0,-1 0 2,1 0 0,0 3-29,4 1 1,-4 0 21,3-4 0,-2 0-22,-1 0 0,-1 1 19,0 3 1,2-3 13,2 3 1,-2-3-6,2-1 0,-1 0 1,1 0 0,-2 0-3,2 0 1,-2 0 2,-2 0 1,5 2 2,-1 1 0,1-1 1,0 2 0,-4-3 45,4-1 0,-2 0-46,1 0 0,-3 0 8,4 0 0,-2 0-3,1 0 0,-2 0 4,2 0 0,-3 1-13,0 3 1,3-3-2,0 3 1,1-3-2,-5-1 0,0 0 7,1 0 1,-1 1-96,1 3 1,-1-2 82,1 1 1,-1-1-87,0-2 0,1 0 70,-1 0 1,-3 1-36,-1 3 28,1-3 12,3 4 0,1-5-31,-1 0 8,-4 5-141,3-4 138,-4 4-342,6-5 223,-1 0 0,-3 0-338,-1 0 221,-4 0-178,2 0 458,-5 0 0,5 0 0,1 0 0</inkml:trace>
  <inkml:trace contextRef="#ctx0" brushRef="#br0" timeOffset="1">9753 2593 5753,'7'1'0,"-3"3"0,-3-3 0,-1 4 133,0-5-142,0-5 19,0 4-12,0-4 221,0 5-207,0-6-9,0 5-24,0-4 84,0 5-74,-5 0 13,3 0-7,-3 0 573,5 0-547,0 5-1,0-4-8,0 5 11,0-1-36,0-4 26,0 9-8,0-4 0,0 2 5,0 0 1,0-5 0,0 5 1,0-4 8,0 3 1,0-3-5,0 4 7,0-1 0,0 5-11,0-1 0,0-3 19,0 0-23,0-1-6,0 5 1,0-1 1,0 0 0,0-3 2,0 0-24,0-1 25,0 5-5,0-1 1,0 1 33,0-1-22,0 0 2,0 1-8,0-1 0,0-3 10,0-1-17,0 1 0,0 0 6,0-1 0,0-3 7,0 4 0,0-4-8,0 3 0,0-3-15,0 4 1,0-5 8,0 5 1,0-4-4,0 3 12,-5-4 0,4 7 13,-4-4 1,5 2-20,0 0 1,0-5 29,0 5 0,0-4-23,0 3 0,0-3 3,0 4 0,0-4 1,0 3 1,0-3-29,0 4 0,-4-4 14,0 3 1,1-3-4,3 4 3,0-1-4,0 5 0,0-1 13,0 0 0,0-3-6,0 0 26,0-1 1,-2 5-29,-1-1 1,1-3-1,-2-1 0,3-3-1,1 4 0,0-4-2,0 3-13,0 1 17,0 3 1,0-3-6,0-1 1,0-3 0,0 4-4,0-6 5,0 9 1,0-9 0,0 6 0,0-6 0,0 3 0,0-5 0,0 5 0,0-3 0,0 3 0,0-5 0,0 5 0,0-4 3,0 4 8,0-5 0,0 5-10,0-3 0,0 3 135,0-5-121,0 5-12,0-4 1,0 5 19,0-2-15,0-3 0,0 6 14,0-3-16,0-3 1,0 5 13,0-2-13,0-3 1,0 6-27,0-4 25,0-1 1,0 4-24,0-2 26,0-3-12,0 4-3,0 0-1,0-3 2,0 8 3,0-9 0,0 5 2,0-2 0,0-3 4,0 4 0,0-3-3,0 1-1,0-1 1,0 4 5,0-2 0,0-3-3,0 4 1,0 0-4,0-3 0,0 4 0,0-2-4,0-3 5,0 4 0,0-4-2,0 3 1,1-3-1,3 3-1,-2-2 34,3-2 5,-5 5-25,0-4 0,0 4-21,0-5 20,5 0-12,-4 0 22,4 0 1,-4 1 24,3 3-26,-3-3 7,4 4 58,0-5-55,-3 0 2,8 0 0,-9 0 16,9 0 0,-8 0-21,8 0 1,-8 0 44,6 0-35,-6 0 0,5 0-34,-3 0 22,-3 0 1,5 0-72,-2 0 83,-3 0-64,9 0 0,-7 0 28,5 0-5,-6 0 0,4 0-12,-2 0 9,-2 0 0,4-1-3,-2-3 8,-3 3 76,9-4-66,-9 5 4,10 0-5,-10 0 1,9 0 3,-9 0-4,9 0 4,-8-5-2,8 4 11,-9-4-15,9 5 1,-7 0 10,4 0-6,-4 0 0,3 0 12,-2 0-2,-3 0-11,9 0 1,-7 0 12,5 0 0,-5 0 1,5 0 0,-4 0-32,3 0 0,-3 0 22,4 0 0,-4 0-27,3 0 0,-3 0 10,4 0 0,-1-6 0,5 5 4,-1-3-2,1 3 1,-1 1-7,0 0 0,1 0 7,-1 0 0,1-4 1,-1 0 0,-3 1 0,-1 3 0,1 0 18,3 0 1,1-4-19,-1 0 1,1 0 0,-1 4 1,1 0-1,-1 0 1,-3 0 0,-1 0 0,1-4 7,3 1 0,1-1-5,-1 4 0,-3 0-6,-1 0 0,1 0 4,3 0 1,1 0 25,-1 0 1,-3 0-23,-1 0 1,1 0 2,3 0 0,-3 0 4,0 0 0,-1 0 0,5 0 1,-5 4-22,1-1 1,0 1 16,3-4 1,0 0-18,1 0 13,-1 0 0,1 0 47,-1 0 1,0 2-25,1 1 1,-5-1 6,1 1 0,0-1 6,3-2 0,-3 1 7,-1 3 0,1-3 17,3 3-33,1-3 1,-1 3-48,1 0 0,-2 1 45,-3-1 0,4-3-72,-4 3 1,3-2 34,2 2 1,-5-3-6,1 3 0,0-3-2,3-1 4,0 5 0,1-3 10,-1 2 1,1-2-4,-1 2 63,1-3 0,-1 4-53,0-5 0,1 1 75,-1 3-71,1-2 0,-1 3 3,1-5 1,-1 0-15,0 0 0,1 0-2,-1 0 1,1 3 6,-1 1 1,0 0-9,1-4-17,-1 0 0,1 0 21,-1 0 1,1 0-12,-1 0 0,0 0 5,1 0 1,-1 1 0,1 3 0,-1-3-4,1 3 1,-1-3-11,0-1-6,1 0 1,3 0 18,0 0 0,-3 0-1,-5 0 1,1 0-4,3 0 1,1 0 15,-1 0 0,1 4-6,-1 0 0,0 0 1,1-4 0,-1 0-9,1 0 0,-1 0 0,0 0 1,1 1-20,-1 3 1,1-3 21,-1 3 1,4-3-65,1-1 0,-1 0 52,-4 0 0,1 0 23,-1 0 1,2 0-9,2 0 1,-2 0 0,2 0 1,-2 0 8,-2 0 1,0 0 5,1 0 1,3 0 8,0 0 1,1 0-22,-5 0 0,0 0 2,1 0 1,1 0-5,2 0 0,-3 0-1,4 0 1,-4 0-13,0 0 0,0 0-3,4 0 0,-4 0 12,4 0 0,0 0-3,-1 0 1,2 0 5,-2 0 1,-2 0-5,2 0 1,-1 0 3,1 0 1,-1 0-4,5 0 1,-4 0 8,4 0 0,-3 0-5,3 0 0,-4-3 1,4-1 0,-4 0-2,4 4 1,-4 0-1,5 0 0,-5-1 0,4-3 0,-4 3 0,4-3 0,-4 2 22,4 2 0,-3-3-8,3-1 0,-2 0 8,2 4 0,2 0-7,-6 0 0,5-4 5,-1 0 1,-1 1-19,1 3 0,-1 0-2,1 0 0,2 0-13,-2 0 1,3 0 18,1 0 1,-4 0-13,0 0 0,0-4 5,4 0 0,-2 0-8,-2 4 0,3-1 5,-3-3 0,-1 3 2,1-3 1,-1 2 21,1-2 1,1 2 3,-5-1 0,5 1 12,-1 2 1,-2-3-29,-2-1 1,2 0 20,-2 4 1,5 0-22,-1 0 1,-1 0-1,1 0 1,-4-1-9,4-3 1,-3 3-6,3-3 1,-4 3-4,4 1 0,-5 0-3,1 0 0,2 0-2,-2 0 1,4 0 10,-4 0 0,2 0 3,-2 0 1,-3 0-4,4 0 0,0 0 2,-1 0 1,2 0-1,-2 0 1,-2 0-1,2 0 1,2 0-1,-2 0 1,4 0-1,-4 0 1,4 0 17,-4 0 1,4 0 0,-3 0 1,3 0 71,-4 0 0,4-4-83,-4 0 0,4 0 4,-4 4 0,4 0-1,-3 0 1,4 0-4,-1 0 0,-1-1-9,1-3 1,-1 3-6,1-3 0,2 3-19,-2 1 0,-1 0 27,1 0 0,-4-4-39,4 0 0,-1 0 32,1 4 1,3-1 1,-3-3 1,-2 3 0,2-3 0,0 3 2,4 1 1,-4 0-2,0 0 1,-1 0 0,1 0 1,3 0 2,-3 0 0,-1 0-4,1 0 0,-2 0 3,2 0 0,3 0-3,-3 0 1,1 0-1,-1 0 1,3-1 0,-3-3 0,1 2-1,-1-1 1,3 1 37,-3 2 1,2 0 4,2 0 1,0 0 61,0 0 0,-4 0-84,0 0 0,0 0-73,4 0 0,0 0 76,0 0 0,-4 0-84,0 0 0,0 0 64,4 0 0,-1 0-9,1 0 0,0 0-10,0 0 0,-4-3-2,0-1 1,3 0 28,0 4 1,4 0-20,-7 0 0,2 0 64,2 0 0,0-4-11,0 0 0,0 1 1,0 3 1,-1 0-17,1 0 1,0-4 3,0 0 0,0 0-29,0 4 0,-4 0 0,0 0 1,0 0-35,4 0 1,-1 0 43,1 0 0,0 0-53,0 0 1,0 0 45,0 0 1,-1 0-35,1 0 0,0 0 20,0 0 1,0 0 0,0 0 1,-4 0 2,0 0 1,0 0 0,4 0 0,-1 0 2,1 0 0,-4 0-2,0 0 0,0 0 22,4 0 1,-1 0-21,-3 0 0,2 0 0,-2 0 1,-1 0 4,1 0 0,0 0-1,4 0 1,-4 0-4,0 0 0,-1 0-1,1 0 0,1 0-58,-4 0 0,3 4 52,-4 0 1,1 0-29,0-4 0,-4 0 21,3 0 1,-2 0 14,-1 0 1,-1 0-6,0 0 0,1 3 2,-1 1-5,1 0 1,-1-4-5,1 0-271,-6 0 158,4 0-361,-9 0 228,4 0-1918,-5 0 2173,0-5 0,-5-6 0,-1-7 0</inkml:trace>
  <inkml:trace contextRef="#ctx0" brushRef="#br1" timeOffset="2">10484 2672 12406,'7'0'-2734,"-2"0"2731,0 0 2,-4 0 0,5 0 0,-2 0 0,-2 0 1,3 0-1,-5 0 148,5 0 0,-4-5 0,4-1 0</inkml:trace>
  <inkml:trace contextRef="#ctx0" brushRef="#br1" timeOffset="3">10519 2661 9455,'6'0'0,"-1"0"0,-5 0 0,0-5 421,0 4-1332,0-4 1005,0 5-336,-5 0-35,4 0 11,-4 5 58,5-4-30,0 4-326,-5-5 586,3 5 1,-4-4-18,2 3 1,3-1 63,-3 1 1,2-3 14,-2 3-14,2 2 1,-6-3-54,4 4 0,-4-3 65,4 4 6,-5-1-19,3 5 0,-5-1-29,-1 0 1,5 0-10,-1-4 1,2 3 34,-2-2 1,-2 1-34,2-2 1,2 4 10,-2-4 1,2 0 10,-2 0 0,-2 0-131,3 0 94,-4 3 0,0-3-60,0 4 1,0-3 34,4-1 1,-2-3-5,5 4 0,-5-4 5,2 3 1,0-1 1,0 2 0,0-2 23,0-2 0,-3-1-12,2 4 1,2-3-4,-2 4 1,4-4 15,-3 3 0,0-3-32,0 4 1,-4-5 6,4 5 0,1-4 13,-2 3 1,4-3-14,-3 4 0,0-4-1,0 3 1,-2-3 8,5 4 1,-1-4 2,1 3 0,1-3-5,-4 4 0,3-5 4,-4 5 0,6-4 41,-2 3-96,-2-4 0,3 6-89,-4-5 92,4 5 1,-6-7-26,5 6 0,-1-4-25,1 3 0,3-3-17,-3 4 0,2-5-72,-2 5 0,3-4 180,-3 3 1,-2-4 0,-1 2 0</inkml:trace>
  <inkml:trace contextRef="#ctx0" brushRef="#br0" timeOffset="4">11135 2741 5765,'0'6'0,"0"-1"0,0-5 0,0 0 0</inkml:trace>
  <inkml:trace contextRef="#ctx0" brushRef="#br0" timeOffset="5">11135 2741 6819,'-6'0'-1054,"1"0"1054,5 0 0,0 5 0,0-4 0,0 4 0,0-5 0,-5 0 0,-1 0 0</inkml:trace>
  <inkml:trace contextRef="#ctx0" brushRef="#br0" timeOffset="6">11147 2730 6292,'-7'0'-527,"2"0"527,5 0 0,0-5 0,0 3 0,0-3 28,0 5-29,5 0 36,-3 0-32,3 0 166,-5 0-175,0 5 10,0-3 0,-2 3 6,-1-5-8,1 0 0,-3 1 1,5 3 12,0-3-13,0 4 1,-1-4 51,-3 3 8,3-3 8,-4 4-55,5 1 1,-1-5 19,-3 3-33,3-3 37,-4 4-82,5-4 65,-6 9-43,5-8 0,-8 4 31,5-2-5,1-3 8,-2 9 1,2-7 17,-5 4 8,6-4-15,-8 7 0,7-7-28,-4 4 0,3-3 17,-4 4 0,4-6-6,-3 2 1,3 1-2,-4-1 1,5 3-4,-5-3 1,4 4 11,-4-4 1,2 5-2,-1-2 0,-2 0-17,5 0 0,-4-3 12,4 4 1,-4-5-11,0 5 1,2-2 14,-2 2-7,0 2 0,-3-4-7,0 6 1,0-5-3,4 1 1,-3 0 3,2 3-1,-2 1 0,-2-1 2,1 0 0,1-3 1,2 0 0,-2-1-4,2 5 0,0-5 3,0 1 0,-2-1-9,2 5 0,-1-4-28,2-1 15,-3 1 1,3 3-63,-4 1 0,3-6-7,1-2 0,3 2 17,-4 2 1,4-3 34,-3-1 0,3 1-56,-4-2 34,6 6 58,-3-7 0,0 8 0,-2-4 0</inkml:trace>
  <inkml:trace contextRef="#ctx0" brushRef="#br1" timeOffset="7">11923 2741 6915,'0'6'287,"0"-1"-710,0-5 191,5 0 92,-3 0 47,3 0 901,-5 0-894,0 6 39,-5-5 0,3 5-117,-1-2 225,-4-3 10,1 9 39,-5-3 0,0 4-76,4 1 1,-2-5 28,5 1 0,-5-2-19,2 2 1,0 2 20,0-3 0,0 0-28,0 0 1,-3 0-1,2 0 0,2 2 1,-2-5 1,2 5-11,-2-1 0,-1-2-26,5 2 0,-5-5-5,2 5 0,0-2-29,0 2 1,3 1 50,-4-5 1,2 5 9,-2-2 0,0-1-7,4 2 1,-5-4-2,1 3 0,2-3-2,-2 4 1,5-2 38,-5 2-8,0 2 1,-3-5-2,-1 3 0,5 1-32,-1-6 0,4 5 52,-3-4-31,-1 5 0,-2-3-8,2 5 1,0-3 4,4 0 0,-5-4-18,1 3 1,2-1 0,-2 2 1,2 2-19,-2-2 0,-1-2-17,6 2-25,-6-1 73,2 5 70,-4-1-84,0 1 101,-1-1-101,1 1 8,-1-1-16,1 0 0,3 0-13,1-4 0,3 2-229,-4-5 219,6 5-248,-8-3 190,3 5 1,1-3-294,2 0 257,-2-6 1,4 5-152,-1-4-130,1-1-139,-3 3 527,4-5 1,-4 0 0,5 0 0</inkml:trace>
  <inkml:trace contextRef="#ctx0" brushRef="#br0" timeOffset="8">12609 2615 5750,'6'0'0,"-1"0"0,-5 0 0,0-5 0,0 4 0,0-4 350,0 5-344,-5 0 1,4 0 5,-4 0 181,5 0-146,0 5 5,0-4 11,0 4 18,0 0-67,0-3 0,0 4 21,0-2-49,0-3 1,0 5 47,0-2-29,0-2 0,0 4 37,0-2 1,0-3-39,0 9 0,0-7 9,0 4-8,0-4 1,0 3 19,0-2-51,0-3 36,0 9 0,0-7-43,0 5 43,0-6 0,0 8 17,0-8 5,0 8 26,0-9-38,0 9 19,0-9-14,0 10 0,0-10-12,0 9 0,3-8 8,1 6-8,0-5 1,-4 3 16,0-2 0,0-3-19,0 9 1,0-7 6,0 4 0,0-3 10,0 4 12,0-6-15,0 8 1,0-7 26,0 5-36,0-6-6,0 8 1,0-7-34,0 4 1,0-3 46,0 4-30,0-6 48,0 9 119,0-5-44,0 5 18,0 1-111,0-1 17,0 1-42,0-1 1,0-3 36,0-1 0,0-3-84,0 4 0,0-5 62,0 5 1,0-4-102,0 3 143,0-4-27,0 7 0,0-7 21,0 4 16,0-4-45,0 7 20,0-4-74,0 1 29,0 3-2,0-4 0,0 2 16,0-1-11,0-4 1,0 3 20,0-2 0,0-1 27,0 4-45,0-4 1,0 3 7,0-2 1,1-1 103,3 4-95,-3-4 0,4 3 2,-5-2 1,0-2 40,0 6 1,0-5-29,0 7 1,0-8 38,0 6-36,0-6 15,0 8-86,0-3 36,0 4 0,0-3-5,0-1 1,2-3 10,2 4-11,-3-6 7,4 9-4,-5-5-7,0 5 1,0-3 12,0 0 0,0-5 28,0 5 14,0-5-21,0 7 0,0-8-14,0 6-7,0-6 1,0 5-14,0-3 0,0-3-189,0 9 194,0-9-45,0 9 0,0-7-69,0 5 42,0-6 1,0 4-70,0-2 15,0-2-81,0 8-27,0-9-43,0 4-28,0 0-102,0-4 110,0 4-20,5-5 319,-4 0 0,9 0 0,-8 0 0,8-5 0,-4-1 0</inkml:trace>
  <inkml:trace contextRef="#ctx0" brushRef="#br1" timeOffset="9">10199 1953 6232,'0'6'81,"0"-1"-68,0-5-41,0 5 79,0-3-37,0 3 66,0-5-39,-5 0-24,3 0-22,-3 0 105,5 0-42,5 0-12,-3 0-49,3 0 3,0 0 1,-3 0-34,6 0 61,-5 0-37,7 0 17,-4 0 1,2 0 24,-1 0 1,-3 0-16,4 0 0,-4 0 29,3 0-42,-4 0-3,7 0 1,-8 0-32,6 0 52,-5 0-33,2 0 16,0 0-43,-4 0-47,4 0-281,-5 0 298,-5 0-25,4 0 92,-9 0 7,8 0 0,-8 5 1,4 1-1</inkml:trace>
  <inkml:trace contextRef="#ctx0" brushRef="#br1" timeOffset="10">10210 1976 6169,'0'6'85,"0"-1"346,0-5-439,-5 0-5,4 0 1,-4 0 145,5 0-1,0 5-56,0-3-14,0 3 48,0-5-61,0 5-59,0-4 61,0 9 5,0-9-3,0 10-22,0-5-19,0 5 0,0 1 0,0-1 1,0-3 100,0-1-94,0 1 0,0 3 94,0 1-101,0-1 0,0 1 1,0-1 0,1 1-11,3-1 1,-3-3 0,3-1 16,-3 1 0,-1 3 10,0 1 1,0-5 19,0 1 1,0-4-30,0 3 1,0-3-18,0 4 0,0-4-5,0 3 7,0-4 0,0 3-23,0-2-5,0-3 8,0 4-30,0-5 26,5-5 62,-3 4-44,3-4 1,-4 5-68,3 0 85,-3-5 0,5 3-37,-2-1 223,-3-4-192,10 6 1,-6-5 55,2 2 0,0 3-76,-4-3 1,0 1 7,5-1 0,-5 3 33,5-3-50,0 3 0,-1 0-4,1-3 0,-4 3 7,3-3 0,-3 3-130,4 1 1,-6-2-4,2-1-44,2 1 0,-3-3-24,5 5-370,-6 0 580,3 0 0,-5 0 0,0 0 0</inkml:trace>
  <inkml:trace contextRef="#ctx0" brushRef="#br1" timeOffset="11">10393 2101 8239,'0'7'-701,"0"-2"851,0-5-270,0 5 189,0-4-14,0 4 56,0-5-182,5 0 62,-4 0-135,4 0-4,-5 0 201,5 0 1,-3-5-1,3-1 1</inkml:trace>
  <inkml:trace contextRef="#ctx0" brushRef="#br1" timeOffset="12">10450 2021 7111,'6'0'2,"0"0"0,-5 0-3,3 0 3,-3 0-2,4 0 1,-5 0-1,0 6 91,0-5-1,0 4 95,0-5-186,0 5 90,0-4-6,0 4 86,0-5-162,0 5-5,0-3-5,0 3-7,0-5-1,0 5 12,0-4-2,0 4 0,0-4 48,0 3 98,0-2-95,0 3 9,0 0-25,0-4 1,0 5 95,0-2-166,0-3 51,0 10 1,0-9-25,0 6 1,0-5-17,0 5-9,0-5 3,0 7 15,0-4 1,4 2-59,0-1 0,-1-3 22,-3 4 1,0-4 23,0 3 2,0-4-39,0 7 0,0-8-13,0 6-10,0-5 39,0 2 38,0-5 0,5 5 0,2 1 0</inkml:trace>
  <inkml:trace contextRef="#ctx0" brushRef="#br1" timeOffset="13">10576 1907 6255,'0'-6'147,"0"1"1,0 4-39,0-3-75,0 3-7,0-5-30,0 6-68,0-5 74,0 4 20,0-4 84,0 5-127,0 5 3,0-4 24,0 4 73,0-5-45,0 6 8,0-5-27,0 9 1,0-8 22,0 6 45,0-5-47,0 7 53,0-4-48,0 6 24,0-1 0,0 0-56,0 1 0,0-5 4,0 1 1,4-4-36,-1 3 0,1-3 10,-4 4 0,0-4 48,0 3-25,0 1 1,0 3-9,0 1 1,4-5-27,0 1-10,0 0 1,-4 3 47,0 0 1,0 1 29,0-1 1,0-3-3,0 0 1,0-1-14,0 5 1,0-1-24,0 0 1,0 1 6,0-1 1,0-3 27,0-1 1,0 1-2,0 3 1,0 1-86,0-1 45,0 1 1,0-1-6,0 1 1,0-5-7,0 1-5,0-1 1,0 5-3,0-1-171,0-4 75,0 3 0,1-9-182,3 3-24,-3 2-23,4-5 323,-5 5 0,5-12 0,1 0 0</inkml:trace>
  <inkml:trace contextRef="#ctx0" brushRef="#br0" timeOffset="14">10804 1976 7831,'5'6'-2060,"-4"-1"2056,5-5 0,-5 0 2,3 0 3,-3 0-1,4 0 1,-5 0-1,0 5 1,0-3 0,0 3 310,0-5-279,-5 0 18,4 0 9,-4 0-80,5 0 10,-6 0 1,5 0 10,-4 0 289,5 0-294,-5 0-35,4 0 48,-4 0-11,5 0 5,0 5 1,-5-4 16,3 4 2,-3-5 155,5 0-167,0 5-23,0-4 30,0 4-33,-5-5 21,4 0-14,-4 6 22,5-5-2,0 4 1,0 0-4,0-4 0,-1 4 26,-3-5-19,3 5-20,-5-3 1,6 4 4,0-2-1,0-3-1,0 4-3,0 0 5,0-3-4,0 8 2,0-9 3,0 9 0,0-7 2,0 4 37,0-4 1,0 3 47,0-2 9,0-3 17,0 9-40,0-8 11,0 8-75,6-9 69,-5 9-109,4-9 0,-4 8 76,3-5 30,-3 0 0,4-3-21,-5 3 5,5-3-14,-3 4 3,8-5-49,-9 5 36,9-3 0,-7 3-44,4-5 39,-4 0 0,3 0 23,-2 0-25,-3 0 0,6-1 38,-4-3-19,-1 2 11,8-3-86,-9 0 0,8 3 52,-5-6 1,1 4-100,-1-3 85,-3 4 0,5-6-68,-2 6 46,-3-6-3,5 2 9,-1-4 0,-4 3 0,3 1 1,-3 3-80,-1-4 77,5 6 5,-4-8 1,4 7 12,-5-5-1,0 6 33,0-8 1,0 7 56,0-4-51,0 4 0,0-3 62,0 2-93,0 3 0,0-6 44,0 3-61,0 3 0,-1-4 54,-3 5-125,3-5 0,-5 4-75,2-3-12,3 3 40,-10 1 1,9-4-130,-6 0-170,6 0 285,-8 4 0,7 0-141,-5 0-63,6 0 45,-8 0 291,8 0 0,-8 0 0,4 0 0</inkml:trace>
  <inkml:trace contextRef="#ctx0" brushRef="#br0" timeOffset="15">11021 1862 5751,'6'0'0,"0"0"46,-6 0-39,5 0 33,-4 0-28,4 0 270,-5 0-206,0 5-48,0-4-5,0 4 8,0-5 5,0 5-39,0-4 1,0 6 20,0-3 0,0-2 140,0 6-93,0-6 4,0 8-15,0-3-27,0 4 0,0 1-11,0-1 0,0-3 52,0-1-48,0 1 1,0 3 29,0 1-73,0-1 1,1 0 44,3 1 1,-3-4-3,3-1 0,-3 1-21,-1 3 0,0-3-7,0-1-13,0 1 1,0 3 42,0 1-32,0-1 16,0 1 1,0-1-39,0 1 1,0-5 1,0 1 0,0-4-8,0 3 0,0-3 3,0 4 0,0-5-39,0 5 56,0-5 0,0 3-33,0-2-90,0-3 82,0 9-79,0-9-38,0 10 7,0-10 169,0 4 0,0 0 0,0 1 0</inkml:trace>
  <inkml:trace contextRef="#ctx0" brushRef="#br0" timeOffset="16">11318 1930 5755,'6'5'0,"-1"-4"0,-5 5 0,0-6 0,-5 0 0,4 0 0,-4 0 0,5 0 0,-4-2 0,0-2 0,1 3 0,3-4 0,0 5 0,0-5 0,0 4 0,0-4 0,0 5 9,-5 0-9,3 0 1,-3-2 243,5-1-188,0 1 15,0-3 312,0 5-331,0-5-76,0 4 1,-1-4 95,-3 5-60,3 0 75,-4 0 879,5 0-1000,0 5 58,0-4-16,0 4 57,0-5 8,5 0 50,-4 0-47,9 0 1,-7 0-21,4 0 0,-3 0-12,4 0 1,-4 0-33,3 0 0,-3 0 55,4 0-40,-1 0 1,5 0 34,-1 0-33,1 0 0,-1 0-76,0 0 70,1 0 1,-1 0-102,1 0 1,-5 0 92,1 0 1,-4 0-217,3 0 1,-3 0-127,4 0-239,-6 0 275,3 0-376,0 0 383,-3 0 284,3 0 0,-5 0 0,0 5 0,0 2 0</inkml:trace>
  <inkml:trace contextRef="#ctx0" brushRef="#br0" timeOffset="17">11352 2044 5771,'0'7'0,"0"-2"1209,0-5-1213,5 0-11,-3 0 0,4 0-61,-2 0 85,-3 0-42,9 0 0,-7 0-25,4 0 1,-3 0-66,4 0-22,-6 0-20,9 0-16,-10 0 181,9 0 0,-4-5 0,6-2 0</inkml:trace>
  <inkml:trace contextRef="#ctx0" brushRef="#br0" timeOffset="18">11284 1976 5760,'6'0'0,"-1"0"41,-5 0-36,0 5-4,0-4 7,0 4 97,0-5-35,0 5 14,0-3-68,0 3 1,0-4-3,0 3 8,0-3 0,0 5-71,0-2 45,0-3-5,0 4 0,-1-1 30,-3 0 6,3 0 68,-4 1-76,5-4 0,0 9 20,0-8-19,0 8 0,0-8-12,0 6-8,0-5-6,0 7 1,0-8-11,0 6 16,0-6 4,0 9 1,0-9-15,0 6 11,0-6 1,0 5-2,0-4 15,0-1 0,0 4 18,0-2-4,0-3 0,0 5 38,0-2-58,0-3 19,0 10-41,0-10 0,0 5 31,0-2-12,0-3 1,0 6-11,0-4-7,0-1-6,0 3 18,0 0 63,0-4-55,0 9 34,0-8-33,0 3 0,0-5 41,0 5 3,0-4-40,0 4-47,0-5 33,5 0 0,-4 0 1,4 0-1,-5 0 44,5 0-40,-3 0 74,8 0-63,-9 0 30,4 0-37,0 0 1,-2 0 7,4 0 6,-4 0 1,3 0 17,-2 0 0,-3 0 1,6 0-9,-4 0 35,-1 0-39,8 0 0,-8 0 40,6 0-20,-5 0-39,7 0 1,-9-1 15,3-3-20,2 3 1,-3-4-67,4 5-11,-4 0-308,2 0 209,0 0-296,-4 0 93,9 0 374,-8 0 0,3 0 0,0 0 0,1 0 0</inkml:trace>
  <inkml:trace contextRef="#ctx0" brushRef="#br0" timeOffset="19">11524 2101 5758,'6'0'0,"-1"0"421,-5 0-370,5 0 34,-4 0-39,4 0 1,-3 0 3,2 0-21,-3 0 1,5 0-21,-2 0-3,-3 0 1,6 0-64,-4 0 46,-1 0 1,4 0-267,-2 0 157,-3 0 120,4 0 0,0 6 0,2 0 0</inkml:trace>
  <inkml:trace contextRef="#ctx0" brushRef="#br0" timeOffset="20">11649 1873 5941,'0'-6'-168,"0"1"193,0 5-26,0 5 4,0-4 1,0 4 54,0-5-49,-5 0 27,4 0 21,-4 5 5,5-4-47,0 4 3,0-5-27,0 6 35,0-5-17,0 4 1,0-4 42,0 3-1,0-3-4,0 4 12,0 0-44,0-3 0,0 4 5,0-2 1,0-2-60,0 6 75,0-6-40,0 9 0,0-9 15,0 6 1,0-4-21,0 3 0,0-3 69,0 4 20,0-6-17,0 8 5,0-3 5,0 4 1,0-3-43,0-1 0,0-3-53,0 4 91,0-6 2,0 8-4,0-3 1,0 0 6,0 1 1,0-4-17,0 3-5,0-4-139,0 7 157,0-4-122,0 6 1,0-5 69,0 1 1,0-4-45,0 4 0,0-5 12,0 5 8,0-6 119,0 9-43,0-5 0,0 2-73,0-1 0,0-3 46,0 4-126,0-6 121,0 8-70,0-3 1,0 0-36,0 1-26,0-6 73,0 9 0,0-9-3,0 6 34,0-6 1,0 5-38,0-4 30,0-1-31,5 3-2,-4 0 5,4-4-10,-5 9 25,0-8 6,0 3-67,0 0 45,0-4-66,0 4 0,2-1-22,1 0-15,-1-1-32,3-3-38,-5 0 1,0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09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11409 9217 6192,'-5'-7'0,"4"2"0,-4 5-248,5 0 257,5 0 10,-4 0 2,4 0-20,-5 5 0,2-3 0,2 1-10,-3-1 17,4-2 19,-5 0-23,5 0 69,-4 0-43,9 0 1,-8 1 36,1 3-20,4-3-26,-6 4 1,5-5-28,-2 0 48,-3 0-52,5 0 23,-1 0 1,-3 0-24,6 0 18,-6 0 0,5 0 1,-4 0 0,0 4 21,5 0-1,-6-1-6,8-3 1,-7 0 33,4 0-21,-4 0-2,7 0-7,-4 0 1,2 0 30,0 0 3,-6 0 81,8 0 9,-3 0-166,4 0 51,1 0 1,-1 0-16,0 0 1,-3 0 50,0 0-60,-1 0 0,5 0 12,-1 0-16,1 0 1,-1 0 12,0 0-11,1 0 1,-1 0-5,1 0 1,-5 0 13,1 0 0,-1 0 27,5 0 0,-4-3-29,-1-1 1,1 0 20,3 4 0,-3 0 23,-1 0 0,1 0 7,3 0 0,1-4 0,-1 0-36,1 1 0,-1 3-53,1 0 1,-1-4 56,0 0 1,1 0-87,-1 4 0,1-1 90,-1-3-56,0 3 1,1-4 24,-1 5 0,1-1 5,-1-3 0,1 2-13,-1-1 1,-3 1 0,-1 2 1,1-3 0,3-1 1,1 0 12,-1 4 0,1 0 112,-1 0 0,0-4-78,1 0 1,-1 1-25,1 3 1,-1 0-31,0 0 1,1-2-11,-1-2 1,1 3 65,-1-3 0,1 3 4,-1 1 1,-3 0-30,-1 0 1,1-4-1,3 0 1,1 1-58,-1 3 1,1 0 57,-1 0 0,0-2-35,1-1 0,-1 1 39,1-1 0,-1 1-5,0 2 0,1 0-38,-1 0 0,1 0 2,-1 0 0,1 0 5,-1 0 1,0 0 2,1 0 0,-5-1-15,1-3 1,0 3 12,3-3 1,1 3-8,-1 1 12,0 0 1,1 0-2,-1 0 1,1 0 16,-1 0 0,0 0 3,1 0 0,-1 0-22,1 0 0,-1 0 7,1 0 1,-1 0-15,0 0 0,1 0 14,-1 0 1,1 0 11,-1 0 0,1 0-17,-1 0 1,0 0-2,1 0 0,-1 0 21,1 0 0,-1 0 3,0 0 1,1 0-32,-1 0 1,1 0 16,-1 0 1,1 0-24,-1 0 0,-3 0 13,-1 0 0,1 0-11,3 0 0,1 0 8,-1 0-1,1 0 1,-1 0-4,0 0 0,1 0 4,-1 0 1,-3 0 1,-1 0 1,1 0-2,3 0 1,1 0 1,-1 0 0,1 0-1,-1 0 1,1 0-1,-1 0 0,0 4 0,1-1 0,-1 1 0,1-4 0,3 0 0,0 0 0,0 0 0,-3 0 0,-1 0 0,1 0 0,-1 2 0,0 1 0,1-1 0,-1 1 0,1-1 0,-1-2 0,1 0 6,-1 0 1,0 0-7,1 0 1,-1 0-1,1 0 0,-1 0 3,1 0 1,-1 0 0,0 0 0,-3 0 8,0 0 0,-1 0-10,5 0 1,-1 0-5,0 0 0,1-4 5,-1 0 0,1 0-7,-1 4 1,-3 0 3,-1 0 0,1 0-2,3 0 2,1 0 0,-1 0-2,1 0 3,-1 0 1,1-1-2,-1-3 0,-3 3 0,-1-3 1,-3 3-5,4 1 1,-1 0-1,5 0 1,-1 0-2,0 0 1,-3 0 2,0 0 1,-1 0 0,5 0 2,-1 0-5,1 0-3,-1 0 0,0 0 6,1 0 1,-5 0 0,1 0 0,-4 0-20,3 0-4,1 0 13,4 0 1,-2 1-2,-3 3 0,3-3-50,-2 3 0,-2-3 36,2-1-58,0 5 1,2-2 12,-3 4 0,4-4-7,-4 1 0,3 1-105,2-1 82,-1 5 0,1-7 12,-1 6 0,-3-6-14,-1 2 1,-3-3-161,4-1 0,-6 2-49,2 1-179,-3-1 214,-1 3 277,0-5 0,-5-5 0,-1-2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오늘 강의를 요약해볼게요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리스트라는 것을 했는데</a:t>
            </a:r>
            <a:r>
              <a:rPr lang="en-US" altLang="ko-KR"/>
              <a:t>, </a:t>
            </a:r>
            <a:r>
              <a:rPr lang="ko-KR" altLang="en-US"/>
              <a:t>리스트는 순서를 부여해서 데이터를 저장하는 것이었어요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충분히 큰 메모리 공간을 확보해 놓고 왼쪽에 데이터를 모아놓고</a:t>
            </a:r>
            <a:r>
              <a:rPr lang="en-US" altLang="ko-KR"/>
              <a:t>, </a:t>
            </a:r>
            <a:r>
              <a:rPr lang="ko-KR" altLang="en-US"/>
              <a:t>개수 정보를 트래킹 하는 식으로 구현했어요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다음 시간에는 오늘 한 내용을 </a:t>
            </a:r>
            <a:r>
              <a:rPr lang="en-US" altLang="ko-KR"/>
              <a:t>C </a:t>
            </a:r>
            <a:r>
              <a:rPr lang="ko-KR" altLang="en-US"/>
              <a:t>코드로 만들어 볼게요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156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customXml" Target="../ink/ink2.xml"/><Relationship Id="rId4" Type="http://schemas.openxmlformats.org/officeDocument/2006/relationships/image" Target="../media/image1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리스트</a:t>
            </a:r>
            <a:r>
              <a:rPr lang="en-US" altLang="ko-KR"/>
              <a:t>: </a:t>
            </a:r>
            <a:r>
              <a:rPr lang="ko-KR" altLang="en-US"/>
              <a:t>순서를 부여해서 데이터 저장</a:t>
            </a:r>
            <a:endParaRPr/>
          </a:p>
          <a:p>
            <a:pPr marL="0" indent="0">
              <a:buNone/>
            </a:pPr>
            <a:endParaRPr/>
          </a:p>
          <a:p>
            <a:r>
              <a:t>다음 시간: </a:t>
            </a:r>
            <a:r>
              <a:rPr lang="ko-KR" altLang="en-US"/>
              <a:t>리스트</a:t>
            </a:r>
            <a:r>
              <a:t>를 C 언어로 </a:t>
            </a:r>
            <a:r>
              <a:rPr lang="ko-KR" altLang="en-US"/>
              <a:t>만든다</a:t>
            </a:r>
            <a:endParaRPr/>
          </a:p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D9301E83-B281-C40D-BD44-573692843A3C}"/>
                  </a:ext>
                </a:extLst>
              </p14:cNvPr>
              <p14:cNvContentPartPr/>
              <p14:nvPr/>
            </p14:nvContentPartPr>
            <p14:xfrm>
              <a:off x="945720" y="2232720"/>
              <a:ext cx="995400" cy="165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D9301E83-B281-C40D-BD44-573692843A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4120" y="2211120"/>
                <a:ext cx="10386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36DA09D-C3E3-FA3F-AF90-84ED07050525}"/>
                  </a:ext>
                </a:extLst>
              </p14:cNvPr>
              <p14:cNvContentPartPr/>
              <p14:nvPr/>
            </p14:nvContentPartPr>
            <p14:xfrm>
              <a:off x="3498840" y="670320"/>
              <a:ext cx="2327400" cy="6127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36DA09D-C3E3-FA3F-AF90-84ED070505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82640" y="652680"/>
                <a:ext cx="2359800" cy="6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6AA7912D-0E4A-D5A9-E3FC-D2CF47D9D6F1}"/>
                  </a:ext>
                </a:extLst>
              </p14:cNvPr>
              <p14:cNvContentPartPr/>
              <p14:nvPr/>
            </p14:nvContentPartPr>
            <p14:xfrm>
              <a:off x="4103280" y="3281040"/>
              <a:ext cx="950040" cy="45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6AA7912D-0E4A-D5A9-E3FC-D2CF47D9D6F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87080" y="3264840"/>
                <a:ext cx="982440" cy="7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86"/>
    </mc:Choice>
    <mc:Fallback>
      <p:transition spd="slow" advTm="112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20236</TotalTime>
  <Words>58</Words>
  <Application>Microsoft Office PowerPoint</Application>
  <PresentationFormat>화면 슬라이드 쇼(4:3)</PresentationFormat>
  <Paragraphs>12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Aptos</vt:lpstr>
      <vt:lpstr>Aptos Display</vt:lpstr>
      <vt:lpstr>Arial</vt:lpstr>
      <vt:lpstr>Office 테마</vt:lpstr>
      <vt:lpstr>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 (Data Structure) 1주차: 리스트</dc:title>
  <dc:creator>K C</dc:creator>
  <cp:lastModifiedBy>K C</cp:lastModifiedBy>
  <cp:revision>47</cp:revision>
  <dcterms:created xsi:type="dcterms:W3CDTF">2025-07-28T15:04:23Z</dcterms:created>
  <dcterms:modified xsi:type="dcterms:W3CDTF">2025-10-14T06:20:48Z</dcterms:modified>
</cp:coreProperties>
</file>