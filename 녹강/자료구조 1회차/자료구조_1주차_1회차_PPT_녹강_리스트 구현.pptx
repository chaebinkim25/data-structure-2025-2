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"/>
  </p:notesMasterIdLst>
  <p:sldIdLst>
    <p:sldId id="266" r:id="rId2"/>
    <p:sldId id="280" r:id="rId3"/>
    <p:sldId id="316" r:id="rId4"/>
    <p:sldId id="31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10" autoAdjust="0"/>
  </p:normalViewPr>
  <p:slideViewPr>
    <p:cSldViewPr snapToGrid="0">
      <p:cViewPr varScale="1">
        <p:scale>
          <a:sx n="87" d="100"/>
          <a:sy n="87" d="100"/>
        </p:scale>
        <p:origin x="81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2015 3129 5738,'10'9'0,"-2"-1"0,-8-8 1,0 0-1,0 8 19,0-6-17,0 5-1,0-7-6,0 0 5,7 0 0,-5 0 0,6 0 0,-8 0 0,0 8 0,0-6 5,0 6-5,0-8 58,0 0-15,0 8-19,0-7 1,0 9 16,0-4 8,0-4-24,0 13 0,0-11 0,0 8 0,0-6 59,0 5-42,0-7 11,0 11-39,0-5 0,0 2 11,0-1-14,0 1 0,0-1-1,0 1 1,0-6-7,0 5 1,0-5-7,0 6 1,0-6 22,0 5 0,0-5-11,0 6 1,0-7 43,0 7 0,0-6-35,0 5 1,0-5 2,0 6 0,0-7-5,0 7 0,0-6 5,0 5 0,0-5-5,0 6 0,0-6-5,0 5 1,0-5-2,0 6 1,0-7 5,0 7 1,0-6 4,0 5 1,6-5-24,0 6 0,-1-6 0,-5 5 0,0-5 8,0 6 0,0-7 6,0 7-16,0-8 0,2 9-16,4-7 33,-4 8-9,6-5 62,-8 9 0,0-7-64,0 1 0,2-6 3,4 5 1,-5-5-6,5 6 1,-4-7 3,-2 7 14,0-8-5,0 11-21,0-5 8,0 7 0,0-5 30,0-1 0,0-5-30,0 6 2,0-8-4,8 11 1,-6-11-1,4 8 0,-4-7 4,-2 7-4,0-8-23,0 11 20,0-13-95,0 6-12,0 0-14,0-6 0,0 5-217,0-7 327,0 0 1,-8 0 0,-2 0 0</inkml:trace>
  <inkml:trace contextRef="#ctx0" brushRef="#br0" timeOffset="1">1998 3146 5826,'-10'0'-19,"3"0"3,7 0 1,-2 0 16,-4 0-4,4 0 22,-6 0-1,8 0-18,0 0 6,0-8 27,0 6-15,0-5 1,0 5 174,0-4-162,0 4-35,0-6 26,0 8-3,0 0-14,8 0-20,-6 0-7,6 0 30,-8 0 80,0 0-82,7 0 126,-5 0-70,6 0-27,0 0 1,-4 0 50,7 0-4,-7 0-51,11 0 1,-5 0 30,7 0-86,1 0 0,-1-2 47,1-3 1,-1 3-45,0-4 0,1 4 18,-1 2 0,6 0-3,0 0 0,1-2 9,-7-4 1,6 4-6,0-4 0,0 5-5,-5 1 0,5 0 2,0 0 0,0 0-1,-5 0 0,5 0 7,0 0 0,0 0 35,-5 0 1,-1 0-17,0 0 0,1 0 3,-1 0 0,0 0-5,1 0 0,-1 0 1,1 0 1,-1 0-20,0 0 0,1 0 18,-1 0 0,6 0 19,0 0 1,1 0-23,-7 0 1,0-6 30,1 0 1,-1 0-27,0 6 0,1 0 1,-1 0 1,2 0-7,5 0 0,-5-2-1,4-4 0,-4 4-22,-1-3 1,5 3 14,0 2 0,2 0-37,-2 0 1,-3 0 34,3 0 0,2 0-23,-2 0 1,6-6 19,-6 0 0,6 0-2,-6 6 1,6 0 14,-6 0 1,6-5 1,-5-1 1,4 0-3,-4 6 1,5 0 3,-6 0 1,8 0 30,-2 0 0,-2 0-33,2 0 0,0-6-22,5 0 0,-5 1 14,0 5 1,-2 0-1,2 0 0,4-2-1,-4-4 1,4 2-3,2-8 0,-1 9-10,1-3 0,0 2 10,0-2 1,-7 4-21,1-4 0,0 3 19,6-3 1,0 4-16,0-4 0,-1 2 7,1-2 0,0 4-3,0-3 1,1-3 2,5 2 0,-10 0 0,3 6 0,-3-2 2,4-3 0,0 3-1,0-4 1,-1 4 0,1 2 0,-2 0 0,-4 0 0,4 0-1,-4 0 1,3-2-11,3-4 1,-2 4-2,-4-4 0,4 5 11,-4 1 0,2 0-1,-2 0 0,3-6 3,-3 0 1,-2 0-6,2 6 1,-2 0 3,2 0 1,4 0-5,-4 0 1,-2 0 7,2 0 1,-2 0 8,2 0 0,4 0 2,-4 0 0,-2 0 4,2 0 0,-2-6 2,2 1 1,2-1-14,-8 6 0,2 0 1,-2 0 0,2-6-8,4 0 1,2 0 3,-8 6 0,8 0-7,-2 0 1,-2 0 4,2 0 0,-2 0-3,2 0 0,4 0 0,-4 0 1,4 0 4,1 0 0,1 0-6,0 0 1,-6-2 0,0-3 1,0 3-41,5-4 1,-5 4 40,0 2 0,0 0-11,6 0 1,-6 0 21,0 0 0,-2 0 1,2 0 1,4 0 4,-4 0 1,-2 0 5,2 0 0,-6 0 0,6 0 1,-2 0-15,2 0 0,-2 0 11,-4 0 1,-4 0-6,4 0 0,3 0-17,-3 0 0,2 0-2,-2 0 1,-4 0-5,4 0 1,3 0 2,-3 0 0,2 0-3,-2 0 1,-2 0-2,8 0 1,-8 0 6,3 0 0,1 0-3,-2 0 1,6 0 3,-6 0 0,6 0 0,-6 0 0,2 0 7,-2 0 1,-1-2 0,6-4 1,0 4-8,0-3 0,3 3 0,-7 2 1,4 0 22,-4 0 1,7 0-20,-3 0 0,0 0-14,0 0 0,-4 0 14,5 0 1,-2 0-7,2 0 0,1 0-1,-6 0 1,5 0-2,-6 0 0,8 0-6,-2 0 0,-2 0-2,2 0 0,-6 0 8,6 0 0,-6 0 1,6 0 0,-2 0 4,2 0 1,2 0-5,-8 0 0,6 0 4,-6 0 1,6 0-3,-6 0 0,6 0 0,-6 0 0,8 0 2,-2 0 0,-4 0 0,-2 0 0,2 0-14,-1 0 0,5 0 11,-6 0 1,0 0 0,-6 0 0,6 0-2,1 0 1,5 0-37,-6 0 1,2 0 26,-2 0 0,-2 0-3,8 0 1,-2 0 11,2 0 0,2 0 1,-8 0 1,6 0 10,-6 0 0,6 0-16,-6 0 1,6 0 16,-5 0 0,1 0-14,-2 0 1,-2 0 10,8 0 1,-8 0-8,2 0 1,2 0-1,-1 0 1,1 0-7,-2 0 1,-4 0-1,4 0 1,-1 0-68,1 0 1,-4 0 64,4 0 1,-3 0 7,-3 0 0,6 0-14,0 0 0,0 0 20,-5 0 1,5 0-7,0 0 0,0 2 3,-5 3 0,1-3-4,4 4 1,-4-4 5,5-2 0,-5 0 2,-2 0 0,6 0-8,1 0 1,-1 2 0,-6 4 1,0-4-2,1 3 1,-1-3 1,1-2 0,-1 0 12,0 0 0,1 0 1,-1 0 1,0 0-13,1 0 0,-1 2 1,1 4 1,-1-4-8,0 4 1,1-4 7,-1-2 1,-5 0-11,-1 0 1,1 0 7,5 0 1,1 0-9,-1 0 0,0 0 4,1 0 1,1 0-1,4 0 0,-4 0 1,5 0 1,-5 0 0,-2 0 0,1 0-1,-1 0 1,6 0 0,0 0 0,1 0-6,-7 0 1,2 0 4,4 0 1,-3 0-5,3 0 1,-2 0 3,2 0 1,-3 0-1,3 0 1,-4 0-1,-2 0 1,7 0 0,-1 0 0,0 0-35,-6 0 0,1 0 31,-1 0 1,0 0-41,1 0 1,-1 0 33,1 0 0,-1 0-23,0 0 0,1 0 17,-1 0 1,-5 0-3,-1 0 1,1 0 14,5 0 1,-5 0-1,-1 0 10,1 0-23,5 0 27,1 0 0,-7 0-5,1 0 5,-8 0 62,3 0 10,1 0-78,-6 0 9,6 0-12,-8 0-54,0 0 62,0 8-40,0-7 22,0 7-6,0-8 13,0 0 3,0 8 34,0-6 1,0 7-32,0-3 25,0-4 1,0 8 17,0-4 15,0-4 0,0 7-46,0-3 0,0-2 6,0 7-22,0-7 0,0 12 1,0-7 10,0 9 1,0-7-2,0 1 0,0-6 11,0 5 0,-6 1-18,0 5 1,0 1-37,6-1 1,0 1 45,0-1 0,0 0-3,0 1 0,0-1 21,0 0 1,2 1 2,4-1 1,-4 1-36,4-1 1,-4 0 17,-2 1-18,7-1 1,-3 4-3,8-3 1,-8 3 0,2-9 0,-3 1-65,3-1 0,-4 3-11,4-3 1,-4-3-4,-2 3 0,2-2-127,4 1 1,-4 5-68,3-5 0,-3-1-126,-2 1 400,-7 1 0,-3-2 0,-8-3 0</inkml:trace>
  <inkml:trace contextRef="#ctx0" brushRef="#br0" timeOffset="2">2067 4085 5743,'10'0'0,"-2"0"0,-8 0 0,0 0 0,8 0 0,-7 0 0,7 0 0,-8 0 58,0 0-64,0-8 1,0 6 5,0-6 0,0 8 0,0 0 0,0-7 0,0 5 0,0-6 0,0 8 0,8 0 0,-6 0 0,6 0 0,-8-8 0,7 6 0,-5-6 0,6 8 0,-8 0 0,8 0 7,-6 0-7,5-7 1,-7 5-1,0-6 0,2 8 0,4 0 0,-4 0 0,6 0-1,-8 0 1,2 0-2,3 0 1,-3 0 0,6 0 1,-8 0 0,2 0 0,4 0 0,-4 0 0,5 0 1,-7 0 22,8 0-10,-6 0 1,8 0 42,-4 0-51,-5 0 1,9 0 97,-4 0-59,-4 0 15,13 0 1,-11 0-21,8 0 0,-6 0 48,5 0-39,1 0 1,5 0 4,0 0 1,1 0-10,-1 0 1,1 0-8,-1 0 0,2 0-23,4 0 0,-1 0-17,7 0 1,-6-2-9,6-4 0,-6 4 4,6-3 0,-6 3-8,6 2 0,-2 0 6,2 0 0,-2-2-8,-4-4 1,-2 4 10,8-4 1,-7 4 5,1 2 0,-4-2 88,-2-3 0,1 3-71,-1-4 1,2 4 2,5 2 0,-5 0 3,4 0 0,-2 0-2,2 0 0,-3 0 37,3 0 1,-2 0 4,2 0 1,-3 0 23,3 0 1,2 0-57,-2 0 0,2 0 8,-2 0 0,-3 0-21,3 0 0,2 0-7,-2 0 1,2 0 22,-2 0 0,2 0-12,4 0 0,2 0-30,-8 0 0,8 0-1,-2 0 1,2 0 44,-2 0 0,4 0-19,-4 0 0,-2 0-18,2 0 1,0 0-3,6 0 1,-3 0-4,-3 0 0,4 0 1,-4 0 0,4 0-6,2 0 1,1 0 46,5 0 0,-4 0 1,3 0 1,3 0-9,-3 0 0,6-2-17,-5-4 1,5 2 32,-5-7 1,11 5-33,-6-6 0,6 7-2,-11-7 1,5 6 23,-5-5 0,7 7-7,-2-2 1,-3 2 16,-3-2 0,-1 4-12,2-3 1,-5 3-40,5 2 0,-5 0 28,-1 0 1,0 0-51,0 0 1,5 0 34,1 0 0,-1 0-5,-5 0 0,0 0-13,0 0 1,-1 0-9,1 0 1,0 0-7,0 0 0,-1-2 20,1-4 1,0 4 11,-1-4 1,1 4-10,0 2 0,0 0 13,-1 0 1,1 0-8,0 0 0,0 0 2,-1 0 0,3 0 14,4 0 0,-5-2 3,5-3 0,-4 3-14,-3-4 0,7 4 7,-1 2 1,1 0 1,-6 0 1,5-6-7,1 0 1,1 1-23,-1 5 0,-3-2 11,9-4 1,-9 4-3,3-4 1,3 4-5,3 2 0,-3-2-2,2-4 1,-1 4 23,1-3 0,4 3-17,-3 2 0,3-2 25,2-4 0,-6 4-18,1-4 0,-7 4-14,6 2 0,-1 0-16,1 0 0,2 0-3,-7 0 0,7 0 23,-1 0 1,-3 0-3,2 0 1,-5 0-64,5 0 0,0-2 52,7-3 1,-3 3-3,-4-4 1,2 4-2,-7 2 0,1-2 17,-1-4 1,-4 4-4,3-3 0,3 3 2,-3 2 0,3 0-5,-3 0 0,-3-6 2,3 0 1,3 0-3,-3 6 0,3 0-5,-3 0 1,-3-6 16,4 1 1,1-3-13,-1 2 0,1 4 14,-1-4 1,-5 4-8,5 2 1,-5-5 1,-1-1 0,0 0-3,0 6 1,-1 0 1,1 0 1,-2 0-4,-4 0 0,4 0 2,-4 0 0,2 0-15,-2 0 0,1 6 11,-6 0 1,7-1 18,-3-5 1,-2 0-16,-3 0 0,2 0 1,-2 0 0,2 0 3,-2 0 0,-2 6 1,8 0 0,-5 0-3,5-6 1,-6 0 0,6 0 1,-6 0-7,6 0 1,-6 6 3,6-1 0,-2 1 8,2-6 1,-2 0 7,-4 0 0,-4 0 3,5 0 1,1 0-20,-2 0 0,2 0 0,-2 0 1,-4 0-2,5 0 1,1 0 6,-2 0 1,2 0-17,-2 0 0,-4 0 13,5 0 0,1 0 65,-2 0 0,6 0-67,-6 0 0,2 0 3,-2 0 1,-4 0 26,5 0 0,-5 0 3,-2 0 1,6 0 14,1 0 1,-1 0-30,-6 0 1,1 0-7,-1 0 1,-5 0-5,-1 0 0,1 0-41,5 0 38,0 0 1,1 0-1,-1 0 0,-5 0 13,-1 0-14,-7 0 0,10-2 61,-8-3-50,7 3-8,-3-6 1,1 8 20,1 0-22,-8 0 23,11 0 2,-13 0-35,14 0 0,-13 0-1,9 0 0,-6 0-18,5 0 1,-5 0-8,6 0 0,-8-2 9,1-4 1,5 4 15,2-4 1,-3 4-17,3 2 1,-6 0-75,5 0 40,-7 0 0,11 0 39,-3 0-2,-4 0-68,7 0 47,-5 0 8,7 0 4,1 0 1,-7 0 66,1 0-36,-8 0 14,11 0-92,-5 0-3,-1 0-35,7 0 79,-14 0-5,6 0 79,-1 0 19,-5 0-3,6 0 28,-8 0-865,0 0 774,0-7 25,0 5-55,0-6 8,0 8 46,0 0-27,0-8 7,0 6-34,8-5-9,-6 7 1,5 0 24,-7-8-87,0 6 88,0-6 1,0 6-220,0-3 80,0 3 68,0-14 1,0 12-4,0-7 1,0 5-283,0-6 373,0 9 0,-7-21 0,-3 5 0</inkml:trace>
  <inkml:trace contextRef="#ctx0" brushRef="#br0" timeOffset="3">3162 3181 5921,'0'9'-168,"0"-1"168,0-8 26,0 0-24,0 8 53,0-6-45,0 6 0,0-8 35,0 0 4,0-8-48,0 6-1,0-6 0,2 8-2,4 0 2,-4-8-2,5 7-2,1-7-37,-6 0 38,6 6-2,-1-6 2,-5 1 1,6 5 3,0-6-2,-6 0 12,5 6 2,-7-5 28,0 7-34,0 0-1,0-8 5,0 6 28,0-6-38,0 8-21,0 0 16,0 8-1,0-6 25,0 6-19,-7-1-1,5-5 1,-6 8 9,8-4 0,0-4 29,-8 13 1,6-11-35,-3 8 1,3-7 2,2 7 1,0-6 2,0 5 0,-6 1 0,0 5 1,0-5-11,6-1 0,-2 1-2,-3 5 1,3 1-2,-4-1 0,4 1-4,2-1 0,0 0 39,0 1 0,-6-1-29,0 1 0,1-1 46,5 0 1,0 1-33,0-1 1,0 0 2,0 1 0,0-1-16,0 1 0,0 1 1,0 4-7,0-4 1,0 6-7,0-7 0,0-1-64,0 1 1,0-7 68,0 1 1,0-6-141,0 5 1,0-5 31,0 6-5,0-9 115,0 13 0,0-14 0,0 6 0</inkml:trace>
  <inkml:trace contextRef="#ctx0" brushRef="#br0" timeOffset="4">4204 3059 8360,'-9'10'-648,"-1"-1"-810,4-3 1215,4-4 0,-7 6 243,3-8 0,4 2 0,-4 4 0,4-4 0,2 5 0,0-7-1,0 0 1,8 0 0,-6-2 0,4-3 0,-4 3 0,-2-6 0,2 8 0,3 0 0,-3 0 0,6 0 0,-8 0 235,0 0-220,0 8 1,0-5-3,0 9 1,0-6-5,0 5 0,0-5-1,0 6 1,0-1 9,0 7 0,-2-5 0,-4 5 0,4-5-7,-3 10 0,1-3-1,-2-3 0,4 6 28,-4 0 0,-2 6-22,3-5 1,-3 5-21,2-6 0,4 8 12,-4-2 1,-1-4 0,1-2 0,-2 2-5,2-2 1,4 6-3,-3-6 1,3 2-36,2-1 0,-6-5-10,0 4 0,0-4-83,6-1 0,-5-1 105,-1 1 0,0-1-152,6 0 173,0-7 0,-8 5 0,-1-5 0</inkml:trace>
  <inkml:trace contextRef="#ctx0" brushRef="#br0" timeOffset="5">5177 2868 5922,'8'10'610,"-6"-3"-867,6-7 126,-8 0 292,0 0-120,-8 0-51,6 0 7,-6 0-21,8 0 12,0 8 1,-5-4-1,-1 7 1,0-5 4,6 6 1,0-6 5,0 5 0,-6 1 1,0 5 0,1 1 0,5 1-12,0 4 0,-2-4 11,-4 5 1,4 1-2,-4-2 1,4 6 1,2-6 0,0 8-1,0-2 1,0 4 0,0 1 0,0 1 0,0 0 1,0 0 1,0 0 0,0-1-2,0 1 0,0-6-54,0 0 1,0-6 10,0 6 0,-2-6 43,-4 6 0,-3-7 0,-9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0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1425 2416 6158,'9'0'0,"-1"0"0,-2-2 0,0-4 0,-1 4 0,-5-5 0,0 7 0,0 0 0,8 0 0,-6 0 0,6 0 0,-8 0 0,0-8-389,0 6 392,0-6 78,-8 8-34,6 0 6,-6 0-11,8 0 26,0 0-33,-7 0-54,5 0 1,-6-2 42,8-3-67,0 3 51,0-6-8,-8 8 0,6 0 2,-5 0-3,7 0 1,-2 0-1,-4 0 10,4 0-4,-6 0 47,8 0 1,-2 0 7,-3 0 4,3 0-29,-6 0 5,8 0 287,0 0-369,-8 0 41,6 0-12,-5 0-1,7 0 100,0 0-37,7 8 37,-5-6-68,6 5 1,-6-7-10,4 0 1,-4 2 32,3 4-52,-3-4 19,6 6 0,-6-6 0,4 3 10,3-3 1,-1 8-1,4-4 1,-3-2-4,-3 7 1,-2-7 1,8 2 1,-3 4-9,3 1 0,3-1 6,-3 1 0,-3-5-35,3 6 1,0-1 6,5 7 0,2-1-6,4 0 1,-7 1-24,7-1 1,-7-1-10,7-5 1,-6 5-77,-5-5 1,3 3 17,-3-3 108,3 5 0,2-7 0,1 9 0</inkml:trace>
  <inkml:trace contextRef="#ctx0" brushRef="#br0" timeOffset="1">13829 9160 5754,'-9'0'0,"1"0"77,8 0 193,0 0-200,0-8 14,0 6-48,0-5 10,0 7-120,0 0 50,-8 0 18,6 0 1,-7 0-12,3 0 12,4 0 4,-14 0 0,13 0 47,-9 0-44,8 0 0,-6 0 141,5 0-135,3 0 1,-8 0 14,4 0-19,4 0 1,-7 5 3,3 1 15,4 0 12,-6-6 7,8 0 0,-2 6-29,-3 0 212,3-1-144,-6-5 15,8 8-63,0-6 0,6 8 2,-1-5 0,9-3-5,-2 4 1,3-4-3,2-2 0,1 0 2,-1 0 1,6 0-5,0 0 1,6 0-2,-5 0 1,8 0 10,3 0 0,0 0 3,5 0 0,-3 0-40,-2 0 0,5 0-2,1 0 0,5 0-15,-5 0 1,7 0 30,-2 0 0,-1 0-4,1 0 1,0 0-1,7 0 0,-7 0-23,0 0 1,1 0 8,5 0 1,0 0 5,0 0 1,-2 0 22,-4 0 1,5-2 3,-5-4 1,4 4 12,2-3 0,-5 1-28,-1-2 1,-6 4 39,7-4 1,-9 4-34,3 2 0,-4 0 13,-3 0 0,3 0-7,4 0 1,-7 0-3,1 0 0,0 0-10,-6 0 1,4 0-3,1 0 1,-1-2-6,-4-3 1,2 3 12,-8-4 1,6 4 6,-6 2 0,6 0-11,-6 0 0,1-6 6,-7 0 1,0 1-27,1 5 1,-1 0 0,-5 0-2,-1 0-9,-7 0-14,4 0 25,-8 0-503,0 0 0,-8 7 0,-2 3 0</inkml:trace>
  <inkml:trace contextRef="#ctx0" brushRef="#br0" timeOffset="2">2398 3702 6624,'9'-9'-441,"-1"-7"0,-6 12 441,4-7 0,-4 5 18,3-6 0,-1 1 2,2-7 1,-4 7-14,4-1 0,-4-5 1,-2-6 0,5-1 17,1 7 0,0-2-14,-6-4 0,6 3 36,0-3 1,-1 2-24,-5-2 0,6 3 2,0-3 1,0 4-27,-6 1 1,0 1-2,0 0 0,6-1 7,-1 1 1,1 5 1,-6 1-10,0 7 18,0-4-35,0 8 1,2 0 24,4 0-2,-4 0 0,6 2-4,-8 4 1,0-2 3,0 7-1,0-7 1,0 6 1,0-4-6,0-4 0,7 13 0,-5-13 32,6 13 0,-2-11 2,-1 8 0,1-6-4,-6 5 1,6-5 6,0 6 1,0-7-18,-6 7 0,5-6 4,1 5 0,2-5 5,-2 6 1,-4-6 16,3 5-3,5 1 1,-2 5-17,3 1 0,3-1-3,-8 0 1,5 6-13,-5 1 1,8-1 3,-3-6 0,-1 6-12,1 1 0,-1 5-5,2-6 0,3 2-4,-3-2 0,1-4 18,-1 4 1,-3 3-63,-3-3 1,-2 0-2,8-6 0,-8 1-100,1-1 0,-3 0 4,-2 1-252,0-9 399,0 7 0,0-14 0,0 6 0</inkml:trace>
  <inkml:trace contextRef="#ctx0" brushRef="#br0" timeOffset="3">2502 3650 8088,'0'10'-786,"0"-3"248,0-7 502,0 0 96,8 0 1,-5 0-16,9 0-18,0-7 0,5-3-8,0-7 1,1 5-19,-1 1 1,6 5-134,0-6 1,6 8-57,-6-2 0,8 5 53,-2 1 0,4-6 135,2 0 0,7-8 0,3 5 0</inkml:trace>
  <inkml:trace contextRef="#ctx0" brushRef="#br0" timeOffset="4">3457 3424 7438,'0'10'-770,"0"5"0,-2-11 778,-3 8 1,3-7 19,-4 7-34,4-8 32,2 11 18,0-5-8,0 7 1,0 1 4,0-1 0,0-5 9,0-1 1,0 1 2,0 5 0,0 1-28,0-1 0,0 0 5,0 1 1,0 5-32,0 0 1,0 0 35,0-5 0,0-1-80,0 1 0,0-7 15,0 1 0,0-7-51,0 7 8,0-8-192,0 4 265,8-8 0,-6-8 0,13-9 0,-5-10 0</inkml:trace>
  <inkml:trace contextRef="#ctx0" brushRef="#br0" timeOffset="5">3509 3372 7003,'-9'0'-700,"1"-2"630,8-4 67,0 4-13,0-5 11,0 7-131,0 0 138,0-8-11,0 6 3,0-6 1,8 8 1,1 0 26,9 0 0,-7 0 6,1 0 1,0 0-22,5 0 1,0 0-4,1 0 1,-1 2 8,0 4 0,1-2-2,-1 7 1,1-7-13,-1 2 1,0 2 4,1-2 0,-7 5-2,1-5 0,-3 7-7,3-1 1,-2-2-1,-4 1 0,-5-5 45,5 6-37,-4-1 0,-4 7 3,-4-1 1,3-7-2,-9-5 0,0 3 0,-5-2 0,0 6 4,-1-7 1,1 1 2,0-6 0,-1 2 12,1 4 0,-1-4 1,1 4 1,5-4-15,1-2 0,-1 0 0,-5 0 0,5 1 75,1 5 0,5-4-46,-6 4 18,9-4-31,-13-2 2,14 0-28,-6 0-5,16 0 0,2 0-24,7 0 1,1 0 36,-1 0 0,0 0-81,1 0 0,-1 0 66,0 0 0,1-6-20,-1 0 1,1 1 17,-1 5 0,0 0-2,1 0 1,-1 0 2,0 0 6,1 7 0,-1-3 106,1 8 1,-9-6-102,-3 5 1,-2 1 95,2 5 0,-4-5-65,3-1 0,-5 1 5,-5 5 1,1 1-38,-8-1 0,-1 0-1,-11 1 1,5-7-1,-4 1 1,2 0-7,-2 5 0,1-6-205,-7 1 0,8-2 67,-2 1 1,-4-1-194,-2-4 335,4-4 0,-8 13 0,6-5 0</inkml:trace>
  <inkml:trace contextRef="#ctx0" brushRef="#br0" timeOffset="6">2502 2851 6001,'0'-10'-62,"0"2"121,0 8 10,0-8 9,0 7-28,0-7 6,0 8-32,0-8 32,0 6-133,0-6 80,0 8-4,0 0 6,0-7-10,0 5-2,0-6 3,0 8 1,0-2 54,0-4-45,0 4 1,0-7 63,0 3-56,0 4-18,0-13 3,0 5 1,0-2-2,0 1 1,0 5 2,0-6 1,0 7-4,0-7 1,0 6 10,0-5-8,0 7 9,0-12 1,0 12-12,0-7 4,0 7-4,0-12 0,0 7-1,0-1 0,0-5 0,0 11-2,0-8-3,0 8-2,0-3 1,0 5 7,0-4-1,0 4 0,0-6 0,0 8 8,0 0-7,0 8 2,0-6 2,8 6 0,-7-8 23,7 0-11,0 7 1,-4-5 21,7 4-23,-7-4 8,12-2-19,-7 0-3,9 0 1,-1 0-2,0 0 0,1 0-7,-1 0 4,1 0 1,5-6-1,0 0 0,0 1 11,-6 5 0,1 0-6,-1 0 0,1 0 17,-1 0 1,6 0-16,0 0 0,0 0 49,-5 0 1,-1 0-50,0 0 1,7 0-1,-1 0 1,0 0 26,-6 0 1,7 0-2,-1 0 1,0 0-38,-6 0 1,3 0 22,3 0 0,-4 0-20,4 0 1,-4-6-1,-1 0 1,-7 0-2,1 6 0,0 0 13,5 0 0,-5 0 2,-1 0 14,1 0 12,5 0-38,0 0 1,1 0 10,-1 0 0,-5 0-6,-1 0 1,-5-5 8,6-1 0,-6 0 12,5 6-27,-7 0-4,11 0 3,-5-8-3,7 6 3,1-5 1,-7 7 8,1 0-12,0 0 8,5 0-3,0 0 3,1 0 0,-3-2 0,-3-4 0,3 4 0,-5-6-25,7 8 23,1 0 1,-3-2-10,-3-4 8,-5 5 1,1-7 0,-4 8 1,7 0 2,-7 0-12,4 0 1,-6 0-11,4 0 21,-4-8-8,5 6 15,-7-6-3,0 8-1,0 0 2,-7 8 2,5-6-8,-6 14 1,8-7 0,0 9 1,-2-1 20,-4 0 1,4 3-84,-3 3 1,3-2-6,2 8 0,0-6 21,0 6 1,0-2-214,0 2 259,-8 4 0,6-6 0,-6 8 0</inkml:trace>
  <inkml:trace contextRef="#ctx0" brushRef="#br0" timeOffset="7">10511 12063 8160,'0'9'-2409,"0"-1"2409,0-8 0,0 8 0,0-6 0,0 5 0,0-7 0,0 0 0,8 0 0,-6 0 1,5 0-1,1 0 1,-6 0 3,13-7 1,-11 5 0,8-4 0,-8 2 2,2-2 0,-3 4 9,3-3 43,-4 3 0,8 0-41,-4-4 50,-5 4 1,9-6-24,-4 8-20,-4 0 0,7 0-9,-3 0 1,-4-2 2,4-3 0,-2 3 34,2-4-4,-4 4-28,5 2-5,1 0 0,-4 0 58,7 0-46,-7 0 0,6 0-1,-4 0 1,-2 6 17,7 0-18,-7-1 0,10-3-4,-9 4 0,9-4 0,-3 4 0,-1-4-11,2-2 1,-1 5 29,7 1-34,-1 0 1,6-4 8,0 4 0,1-4-4,-7 4 1,0-5 11,1-1 1,5 0 2,0 0 1,8 0-3,-2 0 1,-2 0 1,2 0 0,-2 0-28,2 0 1,9-5 19,-3-1 1,-2 0-50,-4 6 0,0 0 26,6 0 1,3-6-8,-3 0 0,4 1 4,-10 5 1,5-6-4,7 0 0,-5-2 6,5 3 0,-4 3-2,-3-4 1,1-2 6,0 2 1,0-1-3,-1 1 1,1 4 24,0-4 1,0 4-19,-1 2 0,1-6 1,0 1 1,0-1-1,-1 6 1,1 0 1,0 0 1,0 0-11,-1 0 0,1-6-1,0 0 0,0-2 0,-1 3 0,1 3 5,0-4 0,-2 4-15,-4 2 1,5-6 8,1 0 0,-6 1 0,6 5 0,-4 0 1,3 0 0,1 0-1,0 0 1,0-6 1,-1 0 0,-5 0 0,0 6 0,0 0 1,6 0 0,-2 0-1,-4 0 0,4-6 0,-4 1 0,3-1 0,3 6 0,-6 0 0,0 0 0,-2 0-39,2 0 1,4 0-7,-4 0 0,2 0 42,-2 0 1,4-6-10,-5 0 0,5-1 22,2 1 0,0 4-22,0-4 0,-1-2 29,1 3 0,0-1-13,0 6 0,-3-6 5,-3 0 1,4 0-1,-4 6 1,4-2-7,2-3 1,-6 3-9,0-4 0,-2-2-3,2 2 1,3-1-1,-3 1 1,2 2 5,-2-8 0,2 9-15,-8-3 1,8 4-5,-2 2 1,-2-6-4,2 0 1,-6 0 50,6 6 0,-6 0 5,6 0 0,-6 0-11,6 0 0,-7 0 6,1 0 0,-4 0-24,-2 0 0,1-5 8,-1-1 0,-5 0 0,-1 6-78,-7 0-320,4 0 84,-8 0 303,0 0 0,-8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0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3006 6779 8209,'9'0'-1083,"-1"0"0,-8 2 1083,0 3 0,0-3-44,0 6 16,8-8 135,-6 0-75,5 0 14,-7 0 107,0 0-137,0 8 122,0-6 1,0 6 9,0-8 327,0 0-470,0 7-21,0-5 1,0 8-14,0-4-18,0-4-2,0 13 1,0-11 55,0 7 0,0-5-30,0 6 1,0-1-1,0 7 18,0-1 0,0 1 4,0-1 1,0 6 0,0 0 0,0 0-1,0-5 0,0 5-1,0 0 1,0 6 4,0-6 0,0 2 1,0-1 1,0-5 28,0 4 1,0-2-31,0 3 1,0-5 112,0 4 0,0-4-44,0-1 1,0-1 11,0 0 0,2 1-7,4-1 0,-4 1-33,4-1 1,-4-5-1,-2-1 60,0-7-109,0 11 27,7-5-6,-5 0-28,6-2 0,-8-7-11,0 5 16,0-4-15,0 6 132,8-8-87,-6 0 100,5 0 1,-5 0-18,4 0 26,-4 0 16,6 0-66,0 0 0,-5 0-58,9 0 0,-6 0-8,5 0-66,-7 0 0,12-6 89,-5 0 0,-1 1 33,2 5 0,-1 0-20,6 0 1,1-6 1,-1 0 0,1-6-33,-1 7 1,0-1 12,1 6 0,1-6-78,4 0 1,-4-2 82,5 3 0,-5 3-93,-2-4 0,1 4 76,-1 2 0,0-2-138,1-4 1,-7 4-5,1-3 0,-6 3-70,5 2-78,-7 0-315,4 0-200,-8 0-245,0 0 1028,-8 0 0,-1 0 0,-9 0 0</inkml:trace>
  <inkml:trace contextRef="#ctx0" brushRef="#br0" timeOffset="1">3944 7005 7386,'-8'9'-1643,"6"-1"1643,-6-8 0,8 0 689,0 0-625,8 0-36,-6 0 0,8 0 66,-5 0-54,-3 0 1,12-2 33,-8-4 1,1 4-40,-1-3 1,-2 3-19,8 2 0,-8-2 24,1-4-5,5 4-37,0-6 0,7 8-15,0 0 1,-5 0-67,0 0 1,-1-5 88,7-1 1,-1 0-187,0 6 1,1 0 94,-1 0 0,0-6-83,1 0 0,-7 1 75,1 5 1,-1-6 91,7 0 0,-7-2 0,1 2 0,0 5 0,5-7 0</inkml:trace>
  <inkml:trace contextRef="#ctx0" brushRef="#br0" timeOffset="2">4100 7057 7934,'0'9'-2166,"0"7"2253,0-14-36,0 13 0,-2-13-32,-4 4-9,4 4 0,-5-6 62,7 7-35,0-7 17,0 4 1,-2-2-1,-4-1-9,4 1-8,-6-6-23,8 0 0,2 0 0,4 0 0,-2 0-3,8 0 0,-7 0-37,7 0 0,-6 0 41,5 0 0,1 0-130,5 0 0,-5 0 70,-1 0 1,1-6-144,5 1 188,1-1 0,-1-2 0,0-2 0</inkml:trace>
  <inkml:trace contextRef="#ctx0" brushRef="#br0" timeOffset="3">5021 6779 7987,'8'9'-1815,"-6"7"2029,5-14-126,-7 6-8,0-1-98,0-5 137,0 6-147,0-8-183,0 0 192,0 8 0,-5-5 14,-1 9-3,0 0 0,0 5-8,0 0 1,-5 1-4,5-1 1,-8 6 16,3 1 0,1 4 0,-1-4 1,-1 5 0,-5-6 0,5 8 3,1-2 1,1-2 5,-2 2 0,-3-6-10,3 6 0,3-6 55,-3 6 0,6-8-49,-5 2 1,5-3 0,-6-3 1,8 0-49,-1 1 1,-3-7-54,2 1-13,0-8-69,6 4 0,0-10 178,0-4 0,8-4 0,2-7 0</inkml:trace>
  <inkml:trace contextRef="#ctx0" brushRef="#br0" timeOffset="4">4917 7109 7987,'0'12'-1805,"0"-1"1679,0-7 536,0 11 1,0-11-435,0 8 98,0-8-179,0 11 0,0-11 113,0 8 115,0-8-115,0 11-115,0-5 1,0 1 23,0 1 1,5-6 37,1 5 0,0-5 68,-6 6 1,6-7-29,0 7 1,-1-6-99,-5 5 1,6-5-13,0 6 48,8-8 1,-11 9 18,9-7 0,-6 0-4,5-6 0,-5 0 52,6 0 0,-8 0 0,11 0 0,-5 0 0</inkml:trace>
  <inkml:trace contextRef="#ctx0" brushRef="#br0" timeOffset="5">5160 6814 7987,'10'0'-2083,"-3"1"1944,-7 5 139,0-4 0,0 6 0,0-8 0,0 8 0,0-6 0,0 5 0,0-5 0,0 4 0,0-4-1,0 13 0,0-11 1,0 8 0,0-6 0,0 5 0,0-5 31,0 6 1,0-7 39,0 7-8,-7 0 1,5 5 12,-4 0 1,4 1-88,2-1 0,0 6 37,0 0 1,0 1-78,0-7 1,0 6 71,0 0 0,-6 2-46,0-1 0,1-3-8,5 8 0,0-8-6,0 2 0,0-3 8,0-3 0,0 0-65,0 1 43,0-1 53,0 0 0,0 1 0,0-1 0</inkml:trace>
  <inkml:trace contextRef="#ctx0" brushRef="#br0" timeOffset="6">5143 7126 7987,'9'10'-1802,"1"-2"1789,-4-8 92,-4 0-115,5 0 0,-7 2 64,0 3-13,8-3-9,-6 6-12,6-8-45,-1 0 84,-5 0-125,14 0 1,-12 0 73,7 0-222,-7 0 240,4-8 0,0 6 0,1-5 0</inkml:trace>
  <inkml:trace contextRef="#ctx0" brushRef="#br0" timeOffset="7">5316 6970 7433,'0'17'-832,"0"1"0,0-1 1036,0 0 1,0-5-87,0 0 0,0-1 13,0 7 0,-6-1-66,1 0 1,-1 3-110,6 3 1,0-4 32,0 4 1,0 2-11,0-1 1,0 5-2,0-6 0,0 6-26,0-6 0,0 6-43,0-6 0,0 0 82,0-5 1,0-1-398,0 0 243,0 1 163,0-1 0,0 1 0,0-1 0</inkml:trace>
  <inkml:trace contextRef="#ctx0" brushRef="#br0" timeOffset="8">5629 6866 7983,'-10'0'-2232,"3"0"2232,7 7 0,-8-5 74,6 6-33,-6-8 1,6 0 104,-3 0-118,3 0-3,-6 0 0,6 0 28,-4 0-50,4 0 43,-5 0 8,7 0 81,0 0-97,-8 0 111,6 0-65,-6 0-1,8 0 164,0 0-206,8 0-23,-6 0-4,6 0 5,-1-8-22,3 6 0,1-5-3,1 7 0,-6 0 5,5 0 0,1 0 8,5 0 1,-5-6-20,0 0 0,-1 0 17,6 6 0,1-2-10,-1-3 0,1 3-25,-1-4 1,0-2-3,1 2 0,-1-1-12,0 1 0,-5 4-9,0-4 1,-3 2 47,3-2-36,3 4 61,-5-5 0,2 7-61,-1 0 15,-7 0 1,4 2 1,-8 3 1,0-1 0,0 8 1,0-6-10,0 5 1,-6-5-11,0 6 1,-5-1-37,5 7 0,-6-1 47,6 0 0,-5 1-97,5-1 0,-7 1 79,1-1 1,2-2 48,-1-3 0,-1 3 0,-5-5 0</inkml:trace>
  <inkml:trace contextRef="#ctx0" brushRef="#br0" timeOffset="9">5646 7022 7974,'-9'0'-1442,"1"0"1758,8 0-479,0 0 193,-8 0-112,6 0 142,-5 0-11,7 0 14,0 0-61,7 0-40,-5 0 0,14-6 61,-5 0 1,-1 1-55,2 5 1,-1-2 46,6-4 1,-5 4-66,0-4 0,-1-1 0,7 1 0,1-2-9,4 2 0,-9 4-11,3-4 1,-4-1-68,5 1 136,-8 0 0,5-2 0,-5-1 0</inkml:trace>
  <inkml:trace contextRef="#ctx0" brushRef="#br0" timeOffset="10">5612 7074 6589,'9'-8'-692,"1"7"1325,-4-5-406,-4-4 0,7 8-484,-3-4 217,-4 4-39,6-5 1,-6 5 8,3-4 127,-3 4-158,6 2 118,-8 0 93,0 0 31,-8 8 10,6-6-59,-5 13 1,5-5-71,-4 7 0,4-5 77,-4-1-139,4 1 1,-3 5 34,-1 1 0,0-7-13,6 1 1,0-6 13,0 5-30,0-7 28,0 12-1,0-14 1,0 13 0,2-13 10,4 4 0,-2-4-32,7-2 0,-5 0 30,6 0 1,-7 0-136,7 0 0,-1-6 63,7 0 0,-7-2-13,1 3 1,-2 1 1,1-8 0,5 8-16,-5-2 1,-1-1 96,2 1 0,-7-2 0,7 2 0,-8 4 0,3-5 0</inkml:trace>
  <inkml:trace contextRef="#ctx0" brushRef="#br0" timeOffset="11">5751 7161 7973,'0'10'-553,"0"-1"-692,0-3 1145,0-4 1,0 8 704,0-4-624,0-4 1,0 7 156,0-3-266,0-4 146,0 13-161,0-5 127,0 7-128,0 1-9,0-1-107,-8 1 260,6-1 0,-13-7 0,5-3 0</inkml:trace>
  <inkml:trace contextRef="#ctx0" brushRef="#br0" timeOffset="12">5560 7422 7973,'0'11'-2074,"0"1"2784,0-8-452,0 11 1,1-13-362,5 4 1,-2-4 128,8-2 1,-1-6-21,7 0 0,-1-1-90,0 1 1,1 4 128,-1-4 1,0-2 24,1 3 1,5-7-23,0 6 0,8-5-131,-2 5 1,2-2 68,-2 2 1,4 3-211,-4-9 0,3 6 18,3-5 0,-6 5 117,0-6 0,-2 6 89,2-5 0,4-1 0,-6-5 0</inkml:trace>
  <inkml:trace contextRef="#ctx0" brushRef="#br0" timeOffset="13">6463 6744 6550,'-2'10'-795,"-4"-5"795,4 5 0,-7-8 690,3 4-489,4-4 1,-8 4-409,4-1 227,5 1 1,-13-4-94,8 4 0,-1-4-1,1 4 82,4-4 0,-12-1-26,8 5 1,-1-4 2,1 4 0,2 2-13,-7-3 1,7 3 27,-2-2 0,2-2-1,-2 7 1,4-5 20,-4 6 1,5-6 2,1 5 0,0-5-20,0 6 2,0-1-4,0 7 0,1-9 6,5-3 1,-2-4 5,8-2 0,-1 0-13,7 0 1,-1 0-2,0 0 0,7-8-1,-1-3 0,0-5-1,-6-1 0,6-3-1,1-3 1,-1 2 5,-6-8 0,1 8-11,-1-2 0,0 1 9,1-1 0,-9 4-286,-3-4 202,-4 3 1,-4 5-18,-4 3 1,-3 5 59,-9 7 41,1 0 0,-8 7 0,-2 3 0</inkml:trace>
  <inkml:trace contextRef="#ctx0" brushRef="#br0" timeOffset="14">6168 7126 6155,'9'10'327,"7"-2"-307,-7-8 0,3 0-177,-1 0 208,1 0 1,5-2-7,1-4 0,-1 4 12,1-4 0,-5-1 6,4 1 1,-3-2-73,9 2 1,-4 4-14,-1-3 1,5-3-79,0 2 0,0 0 73,-5 6 1,1-6-61,4 1 0,-4-3 55,5 2 1,-5 4-63,-2-4 17,1-3 77,-1 7 0,0-14 0,1 7 0</inkml:trace>
  <inkml:trace contextRef="#ctx0" brushRef="#br0" timeOffset="15">6515 7109 7854,'8'10'-4,"-6"-1"112,3-3-176,-3-4 0,4 8-55,0-5 1,0-1-486,-6 8 455,0 0 1,0 5-315,0 0 317,0 1 0,-2-1 150,-4 0 0,4 1 0,-6-1 0</inkml:trace>
  <inkml:trace contextRef="#ctx0" brushRef="#br0" timeOffset="16">6376 7283 7837,'0'9'-974,"0"-1"1,0-6 1344,0 4-93,0-4-367,0 6 1,0-7-55,0 5 66,0-4 101,0 6-18,0-8 78,0 8-58,0-6-83,0 5 67,0-7 187,0 0-144,8 0 0,-6 2 6,4 4 1,-3-4-38,3 4 0,-4-2 17,4 1-29,-4-3 5,-2 14 13,8-14 15,-7 13 80,15-13-113,-14 14 0,7-14 13,-3 3-35,-4-3 0,12 0-25,-8 4-214,7-4 204,-3 6 0,7-8-92,0 0 1,1 0 138,-1 0 0,8-8 0,2-2 0</inkml:trace>
  <inkml:trace contextRef="#ctx0" brushRef="#br0" timeOffset="17">7279 6900 6447,'-9'0'44,"1"0"33,8 0-138,0 0 92,8-7 1,-4 5 7,7-4-14,-7-4 0,12 6-9,-5-7 0,-1 7 32,1-2-57,1-3 1,5 5 28,1-8 0,-1 6-17,0-5 1,1 7 17,-1-2 1,3 2 23,3-2-39,-4 4 0,6-5 2,-8 7 1,1 0-29,-1 0 1,-5 0 43,-1 0-35,1 0 0,0 0 27,-1 0-37,-7 0 0,4 2 16,-8 3 0,0-1-1,0 8 0,0 0-10,0 5 0,-6 0 0,0 1 0,-2-1-174,3 0 1,-3 1 109,-4-1 0,-3 1-42,3-1 0,-3 0 59,-3 1 1,3-1 62,3 0 0,-3-7 0,-2 6 0,-10-7 0</inkml:trace>
  <inkml:trace contextRef="#ctx0" brushRef="#br0" timeOffset="18">7314 7039 7819,'10'0'-184,"5"8"79,-5-6 225,0 6-460,5-8 58,-13 0 113,13 0 135,-5 0 1,7 0-164,1 0 0,-7 0 111,1 0 1,-6-2-109,5-4 1,-5 4 193,6-4 0,-8-3 0,11-1 0,-5-7 0</inkml:trace>
  <inkml:trace contextRef="#ctx0" brushRef="#br0" timeOffset="19">7262 7109 7819,'6'12'0,"0"-1"-50,-1-7 0,-3 6 219,4-5-424,-4-3 215,6 14 0,-8-12-267,0 7 62,0-7 248,0 12 1,0-13 12,0 9 1,0-6-166,0 5-22,0-7 127,0 12 0,0-12 59,0 7-11,0-7 3,8 4-15,1-8 0,9 0-1,-1 0 0,-5 0-35,-1 0 1,1-2-89,5-4 1,0-2-28,1-3 1,-1-5 80,1 5 0,-1-5 78,0-1 0,1 0 0,-1-1 0,0 1 0</inkml:trace>
  <inkml:trace contextRef="#ctx0" brushRef="#br0" timeOffset="20">7922 6622 7819,'-2'12'0,"-3"-1"0,1-5-400,-8 6 0,8-6 118,-2 5 147,-3 1 0,5 5 79,-8 1 0,7-1 40,-7 0 0,8 1 52,-2-1 1,-1 6-6,1 0 0,-6 8-4,6-2 0,-1 0-6,1 6 0,4-10-19,-4 10 1,2-4 19,-1 4 1,3-1-185,-4 1 0,4-8 162,2-4 0,8 4 0,1 0 0</inkml:trace>
  <inkml:trace contextRef="#ctx0" brushRef="#br0" timeOffset="21">8426 6640 7818,'-15'17'-84,"3"0"0,2-7-66,5-4 1,1 2 167,-8-3-157,8 9 1,-9-4-24,7 7 1,-7-2 163,1-3 1,-2 3-35,3-3 0,-5 4 39,5 1 0,-5 2-10,-1 4 0,0-1-33,-1 7 1,-5-6-18,0 6 0,-2 0 23,2 5 0,-2 1-80,-4 0 0,-2 0-6,8 0 1,-3-7 53,3 1 0,10-7 62,-5 1 0,5-12 0,-4-3 0</inkml:trace>
  <inkml:trace contextRef="#ctx0" brushRef="#br0" timeOffset="22">8113 7109 7818,'18'17'-1570,"-9"1"2225,-1-1 0,-6 1-313,4-1-628,-4 0 0,6 1 56,-8-1 0,0-5 12,0-1 15,0 1 122,7 5 0,-5 1-63,4-1 0,2-5 9,-3-1 135,1-7 0,-6 11 0,0-5 0</inkml:trace>
  <inkml:trace contextRef="#ctx0" brushRef="#br0" timeOffset="23">7870 7491 7809,'-8'10'0,"7"0"-149,-5-5 257,4-3-327,2 6 42,0 0 79,0-6 1,2 6 129,4-8 20,3 0 0,9 0-122,-1 0 0,0 0 78,1 0 0,5-2-115,0-4 1,2 2 7,-2-8 0,4 7-68,8-7 1,0 0-13,0-5 1,-1 0 178,1-1 0,7 1 0,3-1 0</inkml:trace>
  <inkml:trace contextRef="#ctx0" brushRef="#br0" timeOffset="24">8687 6692 7809,'-10'8'-30,"4"3"1,-1-1-1,1 1-289,0-7 293,-2 12-68,6-14 135,-5 5 1,9-7-137,3 0 1,-1 0 8,8 0 0,-6 0 83,5 0 0,1-2-8,5-3 1,0 1-54,1-8 0,-1 8 18,1-1 0,-1-3-121,0 2 1,1-2-9,-1 2 1,0 5 89,1-5 0,-1 4 1,1 2 0,-1-6 84,0 0 0,1 0 0,-1 6 0</inkml:trace>
  <inkml:trace contextRef="#ctx0" brushRef="#br0" timeOffset="25">8652 6953 7809,'12'0'0,"-1"0"-77,-7 0 310,11 0-518,-5 0 1,7 0 167,1 0 0,-7 0-71,1 0 1,0 0 22,5 0 0,-5 0-18,-1 0 0,-1-2 135,1-4 0,5 4 48,-5-4 0,5-4 0,1 1 0</inkml:trace>
  <inkml:trace contextRef="#ctx0" brushRef="#br0" timeOffset="26">8721 6744 7809,'0'12'-81,"0"-1"1,-1-5-49,-5 6 1,4-7-212,-4 7 1,-2-6 207,3 5 1,-3-5 21,2 6 0,2-7 97,-7 7 1,7 0 300,-2 5-210,-4 0 0,3 1 9,-5-1 1,2 1-48,5-1 1,3 0 23,-4 1-89,4-1 0,2 0 137,0 1-129,0-1 1,2-1 47,4-5 0,-3-1 66,9-4-115,0-4 1,5 11-3,0-7 0,-5 0-9,0-6 0,-1 0-35,6 0-61,1 0 0,-1 0 113,1 0 1,-1-2-119,0-4 0,1 4 50,-1-4 0,-5 4-226,-1 2 306,1-7 0,5 5 0,1-6 0</inkml:trace>
  <inkml:trace contextRef="#ctx0" brushRef="#br0" timeOffset="27">8635 7318 7743,'-18'17'0,"7"-5"-16,-1-1 0,6-5 170,-5 6 0,5-9-368,-6 3 1,8-2 119,-1 2-288,3-4 106,2 5 267,0-7 1,0 2 95,0 4-2,0-4-108,0 6 0,7-8 25,5 0 0,3 0-10,3 0 1,-1 0 34,1 0 0,7 0-55,4 0 0,3-2 0,3-4 1,0 2-10,0-7 0,5 1-24,1-2 0,5-3-128,-5 3 1,5-3 188,-5-2 0,7-9 0,-4-1 0</inkml:trace>
  <inkml:trace contextRef="#ctx0" brushRef="#br0" timeOffset="28">3023 8274 6021,'8'9'-173,"-6"-1"186,5-8 0,-7 0 282,0 0-258,0 8-44,0-6 38,0 5-86,0-7 64,0 8 0,0-4-5,0 7 1,0-5 24,0 6 1,-2-6 6,-3 5 0,3-5-7,-4 6-14,4-1 1,0 7 21,-4-1 1,4 0-20,-3 1 1,3-1 25,2 0 0,0 1-5,0-1 0,0-5-3,0-1 1,0 1 9,0 5 1,0 1 5,0-1 1,0 1-46,0-1 0,2 0 30,3 1 1,-3-1-21,4 0 0,-4 1 14,-2-1 1,2-1 12,4-5 0,-4 5-42,3-5 1,-3 5-5,-2 1 0,0-5 26,0-1 0,2-1 0,4 2 1,-4 3 47,4-3-19,-4-5-111,-2 9 92,0-14-44,0 13 2,0-13-15,0 6 8,0-8-6,0 0 163,7 0-138,-5 0 1,14 0 23,-5 0 1,-1-2-15,2-4 0,-1 4-51,7-4 0,5 4-31,0 2 1,2-2-145,-2-3 1,-2 3 75,8-4 1,-2 4-108,2 2 1,4-6 104,-4 0 0,-2 1 138,2 5 0,0-8 0,6-2 0</inkml:trace>
  <inkml:trace contextRef="#ctx0" brushRef="#br0" timeOffset="29">3631 8604 7937,'10'0'0,"-1"0"-546,-3 0-68,-4 0 1,8 0 469,-4 0 185,-5 0-10,15 0 0,-12 0-34,7 0 1,-5 0 0,6 0 0,-6 0 3,5 0 0,-5 0-2,5 0 0,-5 0-6,6 0 17,-1-8 1,7 6-70,-1-4 58,1-3 1,-1 7-111,0-4 111,1 4 0,-1-6 0,0-1 0</inkml:trace>
  <inkml:trace contextRef="#ctx0" brushRef="#br0" timeOffset="30">3874 8360 6168,'0'10'86,"0"-2"-48,0-8 0,0 2-91,0 4 62,0-5-8,0 7-11,0-8-74,0 0 64,8 0 19,-6 0 1,11 2-6,-7 4 1,2-4 4,-2 4 1,-4-2-2,3 1 1,-1-3-8,2 4 1,-4-2-1,4 2 0,2-2 8,-3 7-4,1-7 42,2 11 1,-6-11-39,4 8 83,-4-1 1,-2 7-97,0-1 0,0 1-1,0-1 1,-2 0-17,-4 1 1,2-1-105,-8 1 1,7 1 134,-7 4 0,0-4 0,-5 6 0</inkml:trace>
  <inkml:trace contextRef="#ctx0" brushRef="#br0" timeOffset="31">4413 8552 6156,'0'9'552,"0"-1"-658,0-8-159,0 0 244,-8 0 14,6 0 3,-6 0 4,1 0 0,5 8 0,-12-4 15,9 7 1,-1-5 1,6 6 1,-6-7 29,0 7 0,0 0 6,6 5 0,0-5 34,0-1 0,0 1-55,0 5 1,0 0-66,0 1 1,0-7 21,0 1 1,2-6-81,4 5 0,-2-5 57,8 6 0,-1-8 1,6 3 17,1-7 0,-7 0-36,1 0 136,0-7 1,5-3-95,0-7 0,-1-1 49,-5 1 1,5-2-40,-5-5 1,3 5 3,-3-4 1,5-2-33,-4 2 0,-3-6-9,3 5 0,-8-6 18,1 1 1,3-4-11,-2-2 0,6 0 45,-7 0 1,3 3-34,-2 3 0,-4 2 57,4 3-55,-5 5-51,7-6 71,-6 8 1,6 7-65,-8 2-11,-8 8 31,6 8 3,-13 2 70,5 7 0,-1 0-2,-1 1 1,8-1 92,-2 1 1,-1-1-58,1 0 1,0 3 15,6 3 0,-6-4-29,0 4 0,1 2 10,5-1 1,0 5-24,0-6 1,0 6 19,0-6 0,2 8-139,3-2 1,-1-4-13,8-2 1,-6-4-106,5-1 1,1 5 60,5 0 0,-5-6-239,-1-5 372,1-8 0,13 11 0,2-5 0</inkml:trace>
  <inkml:trace contextRef="#ctx0" brushRef="#br0" timeOffset="32">5090 8586 7804,'10'0'-1747,"-2"0"2173,0 0 1,-7-2-487,5-3 110,-4 3-163,-2-6 82,0 8 1,0-2-175,0-4 198,0 4 0,-2-5-49,-4 7-43,5 0 107,-15 0 0,12 0-10,-7 0 1,5 2-1,-6 3 1,6-1-12,-5 8 0,5-6 12,-5 5 0,1 1-1,-2 5 0,-3-3-1,3 3 1,3-7-1,-3 13 1,6-8 33,-5 9 0,7-5 45,-2-2-10,-4 1 1,8-1-36,-3 0-13,3 1-11,2-1-9,7-7-8,3-2 1,7-8-9,1 0 1,-7-8-43,1-4 0,0 3 53,5-3 1,-2-2-89,-3-9 0,3 4 77,-3-4 1,-2 3 21,1 3 0,-5-6-16,6 0 0,-7 0 0,7 5 1,-8 1 24,2-1 0,-4 7 8,-2-1 1,5 6 6,1-5 12,0 7 127,-6-4-154,0 8 1,-2 8 51,-4 4 0,4 3-52,-4 2 0,5 1 1,1-1 0,0 6-13,0 1 0,0 1-3,0-2 0,0-2-20,0 8 1,0-8-100,0 2 1,0-3-58,0-3 1,1 1 1,5-1 176,-4 0 0,14 1 0,-7-1 0</inkml:trace>
  <inkml:trace contextRef="#ctx0" brushRef="#br0" timeOffset="33">5490 8221 7247,'0'10'-823,"0"-2"838,-8 0-6,6-7-49,-5 15 0,1-12-8,0 7 0,0-5 49,6 6 0,-2-3-4,-3 3 0,3 5 134,-4 1 1,4 1-29,2 10 0,0-2-35,0 2 1,0 10-55,0-5 1,0 11 1,0-5 0,0 1-180,0-6 0,0-1 61,0 1 1,0 0-82,0 0 0,6-8 28,-1-4 156,1-4 0,-6-1 0,0-1 0</inkml:trace>
  <inkml:trace contextRef="#ctx0" brushRef="#br0" timeOffset="34">5264 8569 7808,'8'10'-40,"-6"-3"1,7-1 221,-3 0-589,-4 0 19,6-6-214,0 0 415,-6 0 183,13 0 183,-5-8 1,5 4-105,-3-7 1,3 5-42,-3-6 0,3 8-25,3-1 1,-7 1-66,1-2 1,-1 4 13,7-4 0,-1-2-64,0 3 1,1-1 83,-1 6 0,6-6-111,0 0 1,-5-1-133,-7 1 265,1 4 0,5-6 0,1 8 0</inkml:trace>
  <inkml:trace contextRef="#ctx0" brushRef="#br0" timeOffset="35">5890 8499 7765,'11'0'0,"1"0"0,-6 0-1249,5 0 982,-7 0 604,11 0 0,-13-1-107,4-5-143,4 4-115,-8-6-64,5 8-27,-7 0 179,0 0-66,-7 0-16,-3 0 1,-7 2 34,-1 4 0,7-2-68,-1 7 1,1 1 53,-7 5 1,7 1-16,-1-1 1,0 0 60,-5 1 1,2-1 9,3 1 1,-3-1-3,3 0 1,4 1 11,3-1 1,-3 6-72,2 0 1,0 1 33,6-7 1,0-5-300,0-1 235,0 1 0,6-1 5,0 1 1,7-8 16,-1 2 1,1-6-7,-1-6 0,3 2 8,-3-8 1,3 3 15,3-3 0,-1-5-5,1-1 1,-1 1-6,0-6 0,-5 3-32,0 3 1,-3-6 34,3 0 0,3-2 4,-3 1 1,-3 5 3,3-4 0,-8 4-1,2 1 1,-2 1 38,1-1 21,-3 9-80,6 1 34,-8 8 109,0 0 0,0 8-67,0 3 0,0 5 54,0 1 0,0 1-94,0-1 1,0 6 4,0 0 0,0 2-20,0-1 0,0-5-95,0 4 1,6-4-93,0-1 1,1 5 56,-1 0 1,2 0-420,3-5 544,5-1 0,-7 1 0,9-1 0</inkml:trace>
  <inkml:trace contextRef="#ctx0" brushRef="#br0" timeOffset="36">6671 8221 7341,'0'10'-1484,"0"0"1818,0-4-81,0-5-196,0 7 0,-2-8-121,-3 0 1,3 2 168,-4 4-124,4-4 1,0 6-3,-4-8-11,4 0 36,-5 0 0,5 0-22,-4 0 21,4 0 1,-8 0 31,5 0-43,3 0 0,-8 0 34,4 0-59,4 0 31,-13 0 0,11 0-12,-8 0 86,9 0 4,-13 0-81,14 0 25,-13 0-36,13 0 42,-14 0-27,14 0-6,-13 0-9,13 0-3,-6 0 9,8 0 10,0 0 0,0 7 2,0-5-2,0 6 15,0 0 1,0-4-11,0 7 0,0-5 1,0 5 0,0-5-5,0 6 0,0-1 0,0 7 0,0-1 76,0 1 1,0 1-69,0 4 0,0-4-18,0 5 0,0 3 22,0 2 0,-2-2-45,-3 2 1,3-6 43,-4 6 1,2-6-2,-2 6 0,4-8 9,-4 2 1,5 2 0,1-1 0,0-1-33,0-6 1,0-5 14,0-1 0,0-5-13,0 6 28,0-8-36,0 3 18,0-7-4,7 0 1,-3 0 75,8 0-25,-8 0 0,5 0-33,-3 0 0,-2-6 13,7 1-88,-7-1 74,12-2 1,-7 6-32,9-4 0,-7 5 19,1 1 0,0-2-5,5-4 1,0 4-45,1-4 1,-1 4-2,0 2 1,1-2-374,-1-4 323,1 4 0,-1-5 99,0 7 0,1-8 0,-1-2 0</inkml:trace>
  <inkml:trace contextRef="#ctx0" brushRef="#br0" timeOffset="37">6949 8326 7760,'0'11'-1872,"0"1"2654,0-8-345,0 3-653,0 1 176,-7-6 46,5 14 0,-6-13 53,8 9 37,0-8-18,0 11 0,0-5-54,0 7 0,0-5 32,0 0 0,0-1-60,0 6 0,0 1-122,0-1 0,0 1 79,0-1 1,0-5-140,0-1 1,0 1-216,0 5 401,0-7 0,0 5 0,0-5 0</inkml:trace>
  <inkml:trace contextRef="#ctx0" brushRef="#br0" timeOffset="38">7158 8204 6137,'0'10'674,"0"-3"-627,0-7 0,2 6-120,4 0 96,-4 0 0,7-6-160,-3 0 152,-4 0 1,13 0-27,-3 0 0,-2-2-28,1-4 1,-5 4 31,6-4 0,-1 4-13,6 2 0,-5-5 36,0-1-19,-1 0 1,7 6 5,-1 0 1,-5-6 93,-1 0-12,-7 1 28,11 5-41,-5 0-33,0 0 0,-1 0-22,-3 0 49,-4 0-107,6 7 63,-8 3 1,0 7-4,0 1 1,0-1-30,0 1 1,0 1-2,0 4 1,-6-4-8,0 5 1,0-3-3,6 2 1,-1-4 47,-5 4 1,4-3-27,-4-3 1,4 0 58,2 1 0,0-1-54,0 1 0,0 1 43,0 4 1,0-4-26,0 5 0,0-5 3,0-2 1,0 1-22,0-1 1,0 0-9,0 1 0,0-7 12,0 1 18,0-8-27,0 11 2,0-13 0,0 6-47,0-8 14,0 0 1,-2 6 4,-4 0-18,4-1 22,-13-5-17,5 0 1,-7 0 27,0 0 1,5 6-46,0 0 1,1 0 42,-7-6 0,7 0-7,-1 0 1,1 0-79,-7 0 0,1 0-120,0 0 0,5 0-258,0 0 474,1-8 0,-7 6 0,1-6 0,0 8 0</inkml:trace>
  <inkml:trace contextRef="#ctx0" brushRef="#br0" timeOffset="39">7957 8413 7791,'17'0'119,"-5"0"-149,0 0 1,-1 0 66,7 0 1,5-2-12,0-4 0,6 4-57,-6-4 1,8-2-118,-2 3 1,4-7 46,1 6 0,-1-5-105,-4 5 1,2-8 21,-8 3 1,6 1 82,-6-1 0,1 5-318,-7-6 419,0 8 0,1-11 0,-1 5 0</inkml:trace>
  <inkml:trace contextRef="#ctx0" brushRef="#br0" timeOffset="40">8096 8465 7722,'17'0'-1600,"1"0"1642,-1 0 483,1 0 0,-7 0-540,1 0 0,-7 0 20,7 0 1,-6 0-40,5 0 1,-5 0 19,6 0 0,-6-6 36,5 0 1,-5 0-5,6 6 0,-1 0-133,7 0 1,-7 0 19,1 0 1,-1 0-407,7 0 501,-1 0 0,0-7 0,1-3 0</inkml:trace>
  <inkml:trace contextRef="#ctx0" brushRef="#br0" timeOffset="41">9034 8117 7703,'18'0'-488,"-7"0"-610,1 0 1305,-8 0 0,5 0 229,-3 0-466,-4 0 44,6 0-81,-8 0 158,0 0-77,0 8 0,0-4 0,0 7 0,-6-5-58,0 6 0,-5-1 63,5 7 0,-2-5-59,2 5 1,-1-5 24,-5 10 0,-4 4-7,5 2 1,-5 4 60,-1 2 0,0 5-6,-1 1 0,1 5 72,0-5 0,-1 7-87,1-2 1,5 3-27,1-3 0,5-3 38,-6-9 0,7-1-194,-7-4 1,8-4 52,-2-7-266,4-9 196,2-1 0,0-10 181,0-4 0,0-11 0,0-10 0</inkml:trace>
  <inkml:trace contextRef="#ctx0" brushRef="#br0" timeOffset="42">9121 8100 7703,'0'17'-487,"0"-5"-607,0-1 1145,0 1 1,0-1 560,0 1 0,0-6-354,0 5-130,0 1 1,0 5-313,0 1 0,0-1 110,0 1 1,0-1-41,0 0 1,0 1 72,0-1 1,0 6-38,0 0 1,0 6 41,0-5 1,6 6-76,0-1 1,5-2 1,-5 2 1,2 0 92,-2 6 1,-3-8-113,9-4 1,-6 2 45,5-1 0,-5-3 82,6-10 0,-8 5 0,3-6 0</inkml:trace>
  <inkml:trace contextRef="#ctx0" brushRef="#br0" timeOffset="43">8878 8639 7699,'11'0'-243,"1"0"1,-6 0-848,5 0 975,-7 0 825,12 0-722,-7 0 0,3 0 33,-1 0 0,-5 0-68,6 0 1,-6 0 64,5 0 0,-1-2-56,1-4 24,5 4 1,-6-6-62,7 8 24,0-8 51,1 7 0,-1-15 0,0 6 0</inkml:trace>
  <inkml:trace contextRef="#ctx0" brushRef="#br0" timeOffset="44">2971 9577 8079,'10'10'-2186,"-1"-2"2364,-3-8-120,-4 0-106,6 0 0,-8 1 43,0 5-5,0-4 1,2 6 18,3-8-4,-3 0-22,6 0-24,-8 0 503,0 0-344,0 8-57,0-6 22,0 13 1,0-5-36,8 7 1,-6 0-13,3 1 1,-3-1 3,-2 1 1,0 5-78,0 0 0,0 6 63,0-6 0,0 2-88,0-2 1,0-1 47,0 7 0,0-2-12,0 2 0,0 1 58,0-6 0,6-1-2,0-6 1,0 1 2,-6-1 0,0 0 50,0 1-27,0-1-7,0 0-82,7-7 32,-5-2 1,8-8-15,-4 0-10,-4 0 3,13 0 0,-11-6 9,8 0 0,-8-1-2,1 1 0,3 2 9,-2-8 1,2 8-5,-3-1 14,-3 3-4,14-6 0,-7 6 1,9-6-27,-1 8 0,-5-2 0,-1-3 0,1 3-37,5-4 0,1 4-10,-1 2 0,-4 0 16,5 0 0,-5-2 26,11-4 1,-5 4-99,-2-3 0,1-3 40,-1 2 1,0-2 88,1 2 0,-1 5 0,0-7 0</inkml:trace>
  <inkml:trace contextRef="#ctx0" brushRef="#br0" timeOffset="45">3666 9803 7912,'8'10'-1867,"-7"-3"2667,7 1-625,-8-6-296,0 6 1,0-6-216,0 4 296,0-4-2,0 5 54,0-7 1,0 2 1,0 4 19,8-4-23,-6 6 1,7-8-2,-3 0 1,-2 0 10,8 0 0,-6 0-29,5 0 0,-5 0 45,5 0-151,1 0 1,5 0 11,1 0 0,-1 0-50,1 0 153,-9-8 0,14 6 0,-3-6 0</inkml:trace>
  <inkml:trace contextRef="#ctx0" brushRef="#br0" timeOffset="46">3874 9664 7912,'8'10'-2020,"-6"-3"2378,6-7-83,-8 8-421,7-6 48,-5 6 69,14-8 60,-14 8-19,13-7 0,-11 7 27,8-8-39,-9 8 9,13-6 0,-12 8 4,7-5 1,-5-3-40,6 4-11,-8-4-9,11 6 35,-5-6 1,5 7-3,-3-3 0,-3-4-37,-3 4 26,-4 3 0,12-5-45,-9 8 0,1-6 48,-6 5 1,0 1 20,0 5 0,0-7 0,-8 13 0,-1-4 0</inkml:trace>
  <inkml:trace contextRef="#ctx0" brushRef="#br0" timeOffset="47">4673 9734 5753,'-9'0'490,"-1"0"-502,4 0 0,4 2 41,-3 3 1,1-3 20,-2 4-10,4-4 0,-11 0-12,7 4 53,-8-4-51,5 13 0,-9-7-36,1 3 1,5 3 20,1-8 1,-1 7 31,-5-1 1,5 1-21,1-1 1,5 3 6,-6-3 0,3 3-7,-3 3 0,2-1 14,5 1 1,3-1 12,-4 0 0,-2 6 56,2 1-88,0-1 0,8-6 0,4 1 0,-2-7-68,8 1 0,-7-8 98,7 1-92,0-3 1,5-2 41,0 0 1,1-7-8,-1-5 0,0-3-8,1-3 1,-1 1 1,1-1 1,-1 1-22,0 0 0,-5-6 0,0-1 0,-1-5-38,6 6 1,-1-8 55,-5 2 0,5-4-26,-4-1 1,-5-1 16,-1 0 1,2 0-5,-2 1 0,-1 1-8,-5 4 1,6-4 6,0 4 0,0 4 13,-6 2 0,0 3-16,0 3 92,0 0-79,-8 7 1,4 2 67,-7 8-66,7 0 9,-12 8 0,12 2 7,-7 7 1,7-5 2,-2-1 1,2 1-3,-2 5 1,5 1-5,-5-1 1,4 0 58,2 1 1,-6 1-58,0 4 1,0-2 123,6 8 1,0-1-67,0 0 1,2 5-41,4-4 1,-2 4-65,8 2 1,-7-2-148,7-4 1,-6 2 193,5-8 0,1 8 0,5-4 0</inkml:trace>
  <inkml:trace contextRef="#ctx0" brushRef="#br0" timeOffset="48">5090 9838 7491,'0'10'-940,"0"-3"971,0-7-243,0 0 226,0-7 0,-2 5-47,-3-4 88,3 4 0,-6 0-53,8-4 3,0 4 44,-8-6-4,6 8-36,-13 0 1,11 2 6,-7 4 0,5-2-20,-6 8 1,6-7 12,-5 7 0,7 0 37,-2 5 0,-2 0-30,3 1 0,-7-1 1,6 1 0,0-1 1,6 0-6,0 1-61,0-1 77,8 0-97,2-7 1,7-2 36,1-8 1,-3-2-8,-3-4 0,3-2 10,-3-3 1,1-5-5,-1 5 0,3-10-2,-3-3 1,1 1-3,-1 6 1,3-3-8,-3-3 0,-4 4 13,-3-4 0,3 3 64,-2 3 1,0 6-80,-6-1 194,0 8-121,0-4-6,0 8 0,-6 8 11,0 4 1,-2 5 9,3 6 1,3-3 82,-4 3 0,-2 2-96,2-2 0,1 6-6,5-6 1,0 2 9,0-2 1,0-3-175,0 3 1,1-4-36,5-1 1,-2-1-184,8 0 359,-1-7 0,14-2 0,2-8 0</inkml:trace>
  <inkml:trace contextRef="#ctx0" brushRef="#br0" timeOffset="49">5525 9490 5998,'-10'0'886,"2"0"-1047,8 0 195,0-7-136,0 5 56,0-6 1,2 8 9,4 0 43,-4 0 1,13 6-26,-3-1 1,-2 9 138,1-2 0,-1 9-104,2 2 1,3 2 6,-3-2 0,-3 4-20,3 8 1,-1 2 2,7 3 0,-7-3-30,1 4 1,-6-5-108,5-1 0,-7 0 77,2 0 1,2-6-355,-3-1 407,1-6 0,-6 3 0,0-16 0,0-1 0,0-8 0</inkml:trace>
  <inkml:trace contextRef="#ctx0" brushRef="#br0" timeOffset="50">5542 9716 7791,'0'10'166,"0"-2"-65,0-8-469,0 0 183,8 0 1,-4 0 21,7 0 102,1 0 1,5 0 41,1 0 0,-1 0 24,0 0 0,3 0-151,3 0 1,-4-6-56,4 0 1,4 0 143,2 6 57,-4-8 0,8-1 0,-6-9 0</inkml:trace>
  <inkml:trace contextRef="#ctx0" brushRef="#br0" timeOffset="51">6029 9699 5887,'-10'9'152,"-4"1"-134,9-4 0,-7-2-25,6 7 1,-5-5-4,5 6 1,-6-6 131,7 5 1,-9-1-67,2 1 1,3 5 58,-3-5 0,6 5-92,-5 1 1,5-1-1,-6-5 1,9 5 18,-3-5 1,4 5 27,2 1-22,0 1-47,0-1 1,2-2 56,4-3 0,-3-4-37,9-8 1,-6 0-40,5 0 0,1-2-13,5-4 0,-5 2-6,0-7 0,-1-1 18,6-5 1,1-7-12,-1 1 0,-5-2-18,-1 2 0,1 4-22,5-5 1,-5 5 71,0 2 0,-7-1-30,7 1 1,-6 2 82,5 3-69,-7-4 0,6 15 77,-4-5-21,-5 4 1,7 4 8,-8 4 1,0 3 6,0 9 0,0 5 10,0 0 1,0 2-92,0-2 0,0-3 50,0 3 0,0 2-166,0-2 0,2 0-99,4-5 41,-4-1 1,11 0 72,-7 1 124,8-9 0,-5 7 0,9-7 0</inkml:trace>
  <inkml:trace contextRef="#ctx0" brushRef="#br0" timeOffset="52">6758 9421 7786,'18'0'-106,"-9"0"-269,7 0 123,-14 0 189,5 0-188,-7 0 98,0 0 279,-7 0-34,5 0-71,-14 0 0,12 0 83,-7 0-91,7 0 0,-6 6 12,5-1 1,1 1-24,-8-6 0,6 0 30,-5 0 1,5 0-71,-6 0 1,7 0 69,-7 0 0,0 0-1,-5 0 0,5 0 41,1 0-29,-1 0 1,-5 0-76,0 0 1,5 0-33,0 0 31,1 0 1,-1 0 46,1 0 0,5 0-168,-6 0 128,8 0 22,-3 0 39,7 0 54,0 0-82,0 8 1,0-4 12,0 7 1,2-1 18,3 2 0,-1 1-20,8-7 0,-6 7 115,5-1 0,-5 3-81,6 3 0,-7-1 8,7 1 0,-6 5-41,5 0 1,-7 6 0,2-6 0,-2 6-9,2-6 0,-3 2-5,9-2 0,-8-3-21,2 3 1,-2 2 32,1-2 1,-3 0-28,4-5 1,-2-1 3,2 1 1,-4-1-1,3 0-35,-3 1 1,-2-1-52,0 0 38,0-7 43,0 6 169,0-15-174,0 7 42,0-8 6,0 0-30,8 0 1,-4-6-9,8 1 0,-7-1-30,7 6 1,0-2-17,5-4 1,-6 4-208,1-4 0,0-1 60,5 1 1,0 0-34,1 6 1,-1-6 229,1 0 0,-1-7 0,0 3 0</inkml:trace>
  <inkml:trace contextRef="#ctx0" brushRef="#br0" timeOffset="53">6984 9577 7703,'-15'12'-487,"3"-1"-60,-3-7 0,7 6 894,-4-4 0,3-4 322,3 3-839,4-3 139,-6-2-29,8 0 1,0-2 57,0-3 1,2 3 40,4-4 0,-2 2-16,7-2 1,-5 4-199,6-4 101,-1-3 1,7 1 80,-1-4-32,1 5 0,-1 1 33,0 0 0,1 0-25,-1 6 0,-5 0 12,-1 0 1,1-5 1,5-1 0,-5 0-9,-1 6 1,-5 0-2,6 0 1,-7 8-116,7 3 1,-8-1 70,2 2 1,-4-1-45,-2 7 1,-6 1 60,0 4 1,-7-4 118,1 5 1,-9-3-58,-2 2 0,-1-10 136,7 5 0,2-5-131,3 5 1,-3-7 20,3 1 0,-2-6 61,3 5 0,-3-5-4,9 6 133,-9-8-124,12 3-108,-6-7 1,10 0 14,4 0-104,4 0 1,7 0 60,1 0 0,1-6-113,4 1 1,-4-7-146,4 6 0,-3-5-1,-3 5 281,0-8 0,1 5 0,-1-9 0</inkml:trace>
  <inkml:trace contextRef="#ctx0" brushRef="#br0" timeOffset="54">7262 9438 7740,'2'10'-1234,"4"-4"925,-4 3 1,7-7 1486,-3 4-740,-4-4 0,8-2-689,-4 0 36,-4 0 172,13 0 0,-11 0 131,7 0 0,-5-2-4,6-4 0,-6 4-56,5-4 1,-1 3 7,1-3 0,5 4-125,-5-4 1,-1 2 188,2-2-178,-1 4 0,7-7 152,-1 3-23,0 4-34,1-6 1,-7 3 14,1-1-37,-1 0 27,-1 6 0,4 2-43,-9 4 1,1-2 40,-6 7 0,0-5-99,0 6 0,0-1 49,0 6 1,0 1-12,0-1 0,0 1 28,0-1 0,0 6-2,0 0 0,-2 2 7,-4-1 0,5-5-1,-5 4 0,2 2 60,-2-2 0,4 1-54,-4-7 0,4 6-20,2 0 0,-5 0 73,-1-5 0,0-1 4,6 1 0,0-7 0,0 1 13,0-1-87,0 7 54,0-1-7,0-7 19,0-2-37,0-8-98,0 0 0,-6-2-135,1-4 95,-9 4 0,4-6 98,-7 8 1,0 0-11,-1 0 0,1 0-10,-1 0 1,1 0-150,0 0 0,-1 2-101,1 4 112,-8-4 0,6 7 62,-5-3 127,5-4 0,2 14 0,-1-7 0</inkml:trace>
  <inkml:trace contextRef="#ctx0" brushRef="#br0" timeOffset="55">8027 9577 6111,'0'10'5,"0"-2"943,0-8-834,0 0 127,7 0-366,-5 0 116,6 0 71,-8 0 58,8 0-26,1 0-137,9 0 0,-1 0 30,0 0 0,1-2-64,-1-4 0,1 4 64,-1-4 0,0-2-91,1 3 0,5-3 103,0 2 1,0 4-237,-5-4 1,-1-1-1,0 1 0,1 0 237,-1 6 0,0-8 0,1-1 0</inkml:trace>
  <inkml:trace contextRef="#ctx0" brushRef="#br0" timeOffset="56">8096 9647 7680,'8'17'0,"-6"-5"0,3-1-19,-3-7 144,-2 12 1,0-13-366,0 9 0,-2-8-38,-3 2-8,3-4 328,-6 5 71,8-5-12,0 6-94,0-8-141,8 0 0,1 0 91,9 0 0,-7 0-6,1 0 0,0-6 13,5 0 1,6-5-24,0 5 0,2-6-10,-2 7 0,-3-7-5,3 6 0,-4-5 74,-1 5 0,7-8 0,2 5 0</inkml:trace>
  <inkml:trace contextRef="#ctx0" brushRef="#br0" timeOffset="57">8826 9438 7698,'2'10'-106,"3"-4"-51,-3 3 103,6-7-390,-8 14 148,0-14 277,0 13-35,0-13 99,0 13-27,0-5 0,0 7-8,0 1 0,0-1-18,0 1 1,0-1 26,0 0 0,0 3 20,0 3 0,0-2-11,0 8 0,0-6-3,0 6 0,0-6-19,0 6 1,0-7-71,0 1 0,0-4-139,0-2 1,0-5-48,0 0 250,0-9 0,0 5 0,-8-8 0,-1 0 0</inkml:trace>
  <inkml:trace contextRef="#ctx0" brushRef="#br0" timeOffset="58">8895 9386 7695,'18'0'-1213,"-1"0"1133,0 0 0,-5 0 515,-1 0 0,-5 0-147,6 0-473,-1 0 0,7 0 151,-1 0 0,-5 0-85,-1 0 1,1-2 39,5-4 116,1 4 1,-1-5-66,0 7 1,1-6 6,-1 0 0,-5 0-97,-1 6 70,1 0 0,5 0-73,1 0 132,-9 8-44,7-6 207,-14 13-189,5-5 0,-9 7 51,-3 1 0,-5-7-17,-7 1 0,-1-2 12,1 1 1,0 5-17,-1-5 0,-5 3-15,0-3 1,0 3-6,5-8 1,-1 5-8,-4-5 1,4 2-7,-5-3 1,5-3 20,2 4 0,5-2-10,1 2 1,-1-4 10,-5 4-2,7-4 1,0-2 35,4 0 8,5 0-48,-7 0 9,8 0 1,6-2 57,-1-4-55,9 4 0,-4-6 57,7 8-34,0 0 1,1-6 2,-1 1 1,0-1-34,1 6 1,-1 0 1,1 0 1,-1 0-25,0 0 1,3 0 34,3 0 1,-4 0 87,4 0 1,-3 0-85,-3 0 1,6 0 36,0 0 1,0 6-59,-5-1 0,-1 7 2,1-6 0,-1 5 14,0-5 1,-7 8-4,-4-3 1,1-1-68,-1 1 1,0 1 66,-6 5 1,0 1-43,0-1 1,-8-1 24,-3-5 1,-10 5-25,-3-5 1,-5 5 22,6 1 0,-8-5-119,2-1 0,-3 1 37,-3 5 1,6-5 29,0-1 0,0-1-32,-6 2 1,0 1-264,1-7 353,-1 7 0,0-3 0,0 8 0</inkml:trace>
  <inkml:trace contextRef="#ctx0" brushRef="#br0" timeOffset="59">2936 10672 7948,'10'8'-1804,"-3"-6"1904,-7 6 1,6-7-123,0 5-12,0-4-2,-6 6 113,0-8 137,0 0-161,8 0-60,-6 0 28,5 0-34,-7 0 1,0 2 18,0 4 0,0-2-1,0 7 1,6-5-7,0 5 1,0 1-3,-6 5 1,0 1-9,0-1 0,0 3 15,0 3 0,0-2 31,0 8 1,0-6-32,0 6 0,0-6 84,0 6 0,0 0-86,0 6 1,0-6 2,0 0 0,0-6-4,0 6 1,0-6-3,0 6 0,0-8 6,0 3 0,0-11 6,0-1 0,5-7-25,1 7 10,0-8 9,2 4 0,-4-8 27,7 0 0,-5 0 3,6 0 1,-7-6-7,7 0 1,-1-7 6,7 1 1,-7 2-55,1-1 0,0 5 37,5-6 1,0 7-47,1-7 1,-1 6 40,0-5 1,1 5-120,-1-6 0,1 8-5,-1-1 0,-5 1 32,-1-2 0,1 4-28,5-4 0,-1 2 6,-5-1 0,5 3-136,-5-4 236,-3 4 0,7 2 0,-5 0 0</inkml:trace>
  <inkml:trace contextRef="#ctx0" brushRef="#br0" timeOffset="60">3648 10811 7887,'2'12'-1995,"4"-1"2601,-4-7 1,6 6-62,-8-4-917,0-4 333,0 5 0,0-5-261,0 4 315,0-4 76,0 6-51,0-8 23,0 0-15,8 0 0,1 0 1,9 0 0,-7 0-46,1 0 0,-1-6-14,7 0 0,1-2-85,4 3 0,-4 3 65,5-4 0,1-2-155,-2 2 0,0-5 48,-6 5 0,1-8-219,-1 3 357,1 3 0,7-7 0,2 5 0</inkml:trace>
  <inkml:trace contextRef="#ctx0" brushRef="#br0" timeOffset="61">3909 10585 6942,'10'0'239,"-3"0"-278,-7 0 107,0 0-26,8 0-30,-6 0 1,8 0 35,-5 0-88,-3 0 0,12 2 63,-8 4 1,7-4-63,-1 4 0,-3 1 34,3-1 1,0 8-9,5-3 0,-2-1-6,-3 2 0,2-1-5,-9 7 0,7-1 21,-6 0 0,5 1 0,-5-1 1,0 0-1,-6 1 0,0-1-3,0 1 1,0-1-91,0 0 1,-6 7 80,0-1 1,-7 0-193,1-6 1,-3 1-68,-3-1 274,9 0 0,-14 1 0,3-1 0</inkml:trace>
  <inkml:trace contextRef="#ctx0" brushRef="#br0" timeOffset="62">4708 10811 6062,'0'10'1272,"0"-2"-1369,0-8 0,0 2 30,0 3-26,-8-3 121,7 6 0,-9-8-3,4 0-63,4 0-9,-6 0 12,1 0 1,3 2 69,-8 4-246,8-4 207,-11 13 0,11-5-27,-7 7 0,1-5 24,-2-1 0,-1 1-1,7 5 1,-6 1 34,7-1 0,-7 2 8,6 5 0,0-5 81,6 4 1,0-4-8,0-1-26,0-1-64,0 0 1,8-1 3,4-4 0,3-5-8,3-7 1,-1-2-8,0-3 1,1-5-13,-1-8 1,6-1-14,0-4 1,3 2-94,-3-8 0,-4 0 66,4-6 1,-4 0 17,-1 1 1,5-7 12,0 0 0,0-5 4,-5 5 1,-7-7-56,1 2 1,-8-2-67,2 1 1,-5-1 66,-1 7 1,0-5-17,0 5 0,0 3 233,0 9-192,-7 4 1,3 13 180,-8 1-78,1 7 0,-1 4 94,1 11 0,5 5-96,-6 1 0,6 1-6,-5-1 1,7 6-23,-2 0 1,-2 6 19,3-6 0,-1 8 1,6-2 0,0 4-22,0 2 1,0 0-22,0-1 1,0 7-41,0 0 0,0 5-98,0-6 1,2 1 66,4-6 1,1 0-141,5-1 0,1-7 85,-7-4 0,8-5-53,-3-7 1,-1 3-83,1-8 248,1 0 0,5-6 0,1 0 0</inkml:trace>
  <inkml:trace contextRef="#ctx0" brushRef="#br0" timeOffset="63">5229 10829 7778,'2'9'-201,"4"-3"330,-4-4-279,6-2 74,-8 0 1,-2 0-89,-4 0 155,4 0 1,-11 2-406,7 4 144,-8-4 302,5 5-61,-9 1 0,3-4-23,3 8 0,-1-7 81,7 7 0,-2-6-8,2 5 0,3-5 11,-9 6 1,8-1 1,-2 7 1,-1-7-3,1 1 1,0-1 31,6 7-32,-8-1 0,6 1 226,-3-1-226,3-7 1,4 3 4,3-7-64,5 0 0,7-6-7,1 0 0,-7 0 13,1 0 0,0-8-12,5-4 1,0-3-6,1-2 1,-1-3-107,0-3 0,-1 4 122,-5-4 0,5 1 40,-5-1 1,-1 4 41,2-4-59,-1 3 1,1 5 18,-1 3-12,-7-3 3,4 13 0,-8-4 32,0 12 0,0 4-6,0 7 1,0 2 52,0 4 0,-6-3-71,0 3 0,1 2-19,5-2 1,0 6 20,0-6 0,0 6-188,0-5 0,0 1 2,0-2 0,0-4 165,0 4 0,7-3 0,3-3 0</inkml:trace>
  <inkml:trace contextRef="#ctx0" brushRef="#br0" timeOffset="64">5733 10516 7776,'0'-10'-1244,"0"2"1470,0 1 1,-2 5-354,-3-4 153,3-4-126,-6 8 110,8-5 104,0-1 77,0 6-93,0-6-91,0 0 20,0 7 0,0-5 10,0 12 1,0 3-25,0 9 0,0 1 0,0 4 1,2 4 3,4 8 0,-4 0-15,3-1 0,-3 7-103,-2 0 0,2 5 68,4-6 0,-4 7-141,4-7 0,-4 1-1,-2-6 0,0-6-18,0 0 1,0-8 82,0 2-24,0-4 94,0-1 0,-2-9 40,-4-3 0,4-4 0,-13-10 0,5-1 0,-8-9 0</inkml:trace>
  <inkml:trace contextRef="#ctx0" brushRef="#br0" timeOffset="65">5629 10776 7773,'0'10'153,"0"6"126,0-15-229,0 15-7,0-14-224,8 6 1,1-8 101,9 0 0,-1 0-185,0 0 1,3-6 122,3 0 1,-2-8 172,8 3 1,-2 1-250,2-1 0,4 5-188,-4-6 405,-4 8 0,8-11 0,-6 5 0</inkml:trace>
  <inkml:trace contextRef="#ctx0" brushRef="#br0" timeOffset="66">6133 10863 7266,'-10'0'-897,"-5"0"982,13 0 0,-8 0 43,4 0-62,4 0 37,-5 0-21,-1 0-77,6 0 5,-6 0-160,1 0 185,5 0-119,-14 0 1,14 2 91,-3 4-26,-5-4 0,8 8 23,-4-5 0,-2-1 7,3 8 0,-1-6-3,6 5 0,-2 1 21,-4 5-28,4 1 0,-6-1 14,8 0 163,0 1-166,0-1 1,2-1-3,4-5 1,-2-3-11,8-8 0,-7 0-3,7 0 1,-6 0-17,5 0 0,-1-2-5,2-4 1,3 2-24,-3-7 1,-3-1 42,3-5 1,-2 5-68,1 1 1,5-1 52,-5-5 0,-3-1-29,-2 1 1,1 0 35,-1-1 7,8 1 4,-12-1 1,11 7 11,-7-1 30,0 8-51,-6-3 0,0 9 54,0 3 0,0-1-41,0 8 0,0-1 104,0 7 0,0-1-82,0 1 1,0-1 4,0 0 1,0 6-40,0 1 0,0-1-13,0-6-217,0 1 1,5-1-72,1 0 308,0-7 0,2 5 0,1-5 0</inkml:trace>
  <inkml:trace contextRef="#ctx0" brushRef="#br0" timeOffset="67">6915 10568 6586,'-10'0'-235,"0"-6"178,5 0 76,3 1 1,-14 5-46,5 0 0,1 0 104,-2 0 0,1 0-85,-7 0 1,7 0-27,-1 0 1,1 5 33,-7 1 1,3 2-1,3-2 1,-3-3-3,3 9 0,3-6-11,-3 5 98,8-7 0,-9 6-91,7-4 137,0-4-91,6 13-50,0-13 11,0 14-4,8-7 0,-1 3 6,5-1 1,-2-5-9,-4 6 0,1-6 9,5 5-7,3 1 1,-11 5 3,8 0 2,-8 1 1,9-1 10,-7 1 0,0-1-17,-6 0 0,0 1 0,0-1 0,0 1 1,0-1 0,0 0-2,0 1 0,0-1 0,0 0 0,0 3 3,0 3-5,-8-4 1,6 6 2,-4-7 1,-2-1 38,3 0 1,-1-5-2,6 0 0,0-7 7,0 7 0,0-6-30,0 5 0,0-5 3,0 6 0,0-6-14,0 5 1,2-5 18,4 6 1,-3-9-94,9 3 1,-6 2 80,5-2 0,-5 0-72,6-6 1,-1 0 55,7 0 0,-1 0-5,1 0 1,-1 0-42,0 0 0,1-6-82,-1 0 0,0-6-7,1 7 0,1-7 101,4 6 1,-3-7 40,3 1 0,-4-3 0,-2-3 0</inkml:trace>
  <inkml:trace contextRef="#ctx0" brushRef="#br0" timeOffset="68">7158 10672 6716,'10'-9'154,"5"-1"-166,-3 4 13,3 4 0,2-11-18,1 7 1,-1-2 44,0 2 1,7 4-2,-1-3 1,0 3-48,-6 2 0,-5 0-177,0 0 16,-1 0 167,6 7 0,-5 1-27,0 4 17,-9 3 1,3-5 0,-12 7 1,-3-5 16,-9-1 1,1 1-1,0 5 1,-1-5 19,1-1 0,0-5 3,-1 6 0,1-6 83,-1 5 0,1-5-91,0 6 168,-1-9-99,1 13-32,0-14 0,7 8-26,4-5-17,4-3 1,4 6-2,4-8 1,4 0-10,7 0 0,0-2-27,1-4 1,1 4 41,4-3 0,-3-3-30,3 2 1,2 0 21,-2 6 0,0 0-30,-6 0 1,1-6 27,-1 1 0,1-1-2,-1 6 1,-5 0 1,-1 0 1,-7 2-2,2 4 1,-4-3 31,-2 9 1,0-6-31,0 5 0,-8-1-16,-4 2 0,-3 3-39,-2-3 0,-7 3-6,1 3 1,-8-1-40,2 0 1,2-5-156,-2-1 1,0 1 255,-5 5 0,7-1 0,4-5 0,-3 3 0,3-8 0,0 1 0,6-1 0,-1-4 0,1 6 0,0-8 0</inkml:trace>
  <inkml:trace contextRef="#ctx0" brushRef="#br0" timeOffset="69">7557 10498 7672,'8'10'-791,"-6"-2"659,6-8 1,-6 0 148,4 0-107,-5 0 204,7 0-13,-8 0 121,8 0-114,-6 0-99,13 0 0,-11 0 85,8 0 223,-8-8-148,11 6 7,-5-6-43,7 8-12,0 0-55,1 0-136,-1 0-171,1 0 208,-1 0 1,-5 6-118,-1 0 137,-7 7 0,4-9 47,-8 8 0,0-6-34,0 5 5,0 1 1,0 5-2,0 1 1,0-1 8,0 0 1,0 1-17,0-1 0,0 1 12,0-1 0,-6 0-26,0 1 1,-2 1 21,3 4 0,3-4-1,-4 5 0,2-3 7,-2 2 1,4-4 2,-4 5 1,5-5-41,1-2 1,0 6-2,0 1 0,0-1 0,0-6 1,0 1 20,0-1 0,-2-5 5,-4-1-18,4 1 8,-6 5 0,8-5 10,0-1 7,-8-7-5,7 4 1,-7-6 4,8 4 189,-8-4-113,6 5-213,-6-7 83,1 8 1,3-6-9,-8 4 1,6-4 32,-5-2 0,5 0-43,-5 0 6,-1 0 0,-5 0-18,-1 0 0,7 0-119,-1 0 1,0 0 42,-5 0 1,0 0-94,-1 0 0,1 0 247,0 0 0,-1 0 0,1 0 0,-8 0 0,-2 0 0</inkml:trace>
  <inkml:trace contextRef="#ctx0" brushRef="#br0" timeOffset="70">8200 10690 7626,'0'9'-596,"0"-1"1,-6-6 859,1 4-223,-1-4 3,6 5-15,0-7 22,0 0-64,8 0 1,-6 0 1,13 0 45,-3 0-114,3 0 0,2 0 42,1 0 1,-1-2-7,1-3 1,-1 3-4,0-4 1,1 2-13,-1-2 1,6 4-56,0-4 1,1 5 40,-7 1 1,0-6 72,1 0 0,-1 0 0,0 6 0</inkml:trace>
  <inkml:trace contextRef="#ctx0" brushRef="#br0" timeOffset="71">8183 10863 7626,'2'12'-234,"4"0"1,-4-7-819,3 7 1131,-3-8 0,-2 5 1229,0-3-1817,0-4 302,0 6 0,2-8-25,4 0 1,-2 0 177,7 0 0,-5 0 38,6 0 0,-1-2 7,7-4 0,-1 4-63,1-4 1,1-1 71,4 1 0,-2-6 0,8 7 0,-6-9 0,6 2 0,0-3 0,6-2 0</inkml:trace>
  <inkml:trace contextRef="#ctx0" brushRef="#br0" timeOffset="72">9312 10533 7619,'-11'0'-1165,"-1"0"582,8 0 648,-11 0 1,11 0-17,-8 0 0,6 0-19,-5 0-10,7 0 1,-9 2-2,7 4 1,-2-4 14,2 4 24,4-4-11,-13-2 0,13 0-104,-14 0 47,15 0 0,-15 0 3,14 0-2,-13 0 0,11 0 1,-8 0 1,6 0 6,-5 0 0,5 1-65,-5 5 0,5-4 60,-6 4 0,1 4-81,-7 1 1,1-1 77,-1 1 1,1 3-2,0 9 0,-1-4 31,1 5 1,0 1 4,-1-2 1,1 6-5,-1-6 0,3 6 79,3-6 1,-1 6 5,7-6 0,0 2-74,6-1 1,0-5 76,0 4 1,0-4-56,0-1 0,8-3 6,4-3 1,3 1-39,2-7 0,3 6-77,3-6 0,-2-1-54,8-5 0,-6 0 80,6 0 0,0 0-83,6 0 1,0-2 90,-1-3 0,1 1-179,0-8 0,0 6 199,-1-5 0,1 7 0,0-4 0</inkml:trace>
  <inkml:trace contextRef="#ctx0" brushRef="#br0" timeOffset="73">3040 11802 7385,'10'0'-1630,"0"2"1630,-5 4 464,-3-4-221,6 5-223,-8-7 90,0 0-126,8 0-27,-6 0-72,5 8 109,-7-6-57,0 6 53,0-8 5,0 7 1,6-3 21,0 8 1,0-6 21,-6 5-11,0 1 0,0 5-12,0 1 1,0 5 42,0 0 1,0 8-41,0-2 0,0-2-34,0 2 0,0 2 14,0 9 1,0-3-4,0 4 0,0-5-14,0-1 1,0 0-7,0 0 1,0-6 19,0-1 1,6-6-7,-1 1 0,1-4 36,-6-1-34,0-9 40,8 7 1,-4-14 37,7 3 0,-5-3 10,6-2 0,-6-5-47,5-1 0,-5-6 11,6 6 1,-1-7-25,6 1 1,1 3 0,-1-3 1,6 2-103,1-1 0,1-3 65,-2 8 1,-2-5-141,8 5 1,-8-2-35,2 3 1,2 3-160,-1-4 349,-1-4 0,2 1 0,2-9 0</inkml:trace>
  <inkml:trace contextRef="#ctx0" brushRef="#br0" timeOffset="74">3701 12150 7851,'7'9'-159,"-5"-1"0,12-6-3,-8 4-131,-1-4 271,3 5-190,2-7 198,7 0 0,0 0 27,1 0 1,-1 0-24,1 0 0,-1-2 50,0-3 0,1 3-250,-1-4 0,0 4 210,1 2 0,-1-8 0,1-1 0</inkml:trace>
  <inkml:trace contextRef="#ctx0" brushRef="#br0" timeOffset="75">3926 11941 7814,'8'10'-1286,"-6"5"643,6-5 801,-1 7 0,-3-1 196,8-5-315,-8 5-20,11-7-275,-5 9 239,7-1 0,-1-5-43,-5-1 170,5-7-103,-7 4 0,7-6 65,-5 4-48,5-5-7,-6 7 0,5-6 18,-3 4 1,-3 2-1,-3 3 0,-4 5-29,4-5 1,-4 5-10,-2 1 1,0 2-32,0 5 1,0-5-9,0 4 1,-2 2-289,-4-2 330,4 1 0,-21 1 0,4 2 0</inkml:trace>
  <inkml:trace contextRef="#ctx0" brushRef="#br0" timeOffset="76">4934 12132 7198,'0'-9'-74,"0"1"-56,0 8 140,-8 0 1,4 0-128,-7 0 0,5 2-58,-5 4 121,-1-5 1,-5 15 38,-1-4 0,1 3-11,-1 2 1,1 1 27,0-1 0,-1 6-17,1 0 0,0 6 113,-1-5 1,7 5-106,-1-6 0,2 6 70,-1-6 0,3 6-29,8-6 1,0 0 4,0-5 0,2-3-3,4-3 0,3-5-4,9-7 1,-1 0-29,1 0 0,5-2-5,0-3 0,2-7-106,-2-11 1,-2-4 116,8-8 0,-5 4-20,4-4 0,-4 3 54,5-15 0,-6 7 2,6-7 0,-6 1-46,6-6 1,-8 0 6,2 0 1,-5 1-183,-7 5 1,3-6 113,-8 0 0,-1 5-65,-5-5 0,0 14 49,0 3 0,0 2 162,0 10 0,-2 7 16,-3 11 8,3 3 0,-12 4-111,8 3 1,1 5 31,5 7 0,-6 3-39,0 3 0,-2-2 46,2 8 1,3-6 15,-9 6 0,8 0-41,-2 6 0,4 2 97,2 3 1,0-3-126,0 3 1,0-3 9,0-2 0,0 5-9,0 1 1,0 0-1,0-7 0,2-1-149,4-4 1,4 2 90,7-8 0,1 4-302,-1-9 375,-7 3 0,13-11 0,-4 7 0</inkml:trace>
  <inkml:trace contextRef="#ctx0" brushRef="#br0" timeOffset="77">5629 12150 7713,'-17'0'-1588,"-1"0"1943,1 0 8,0 0-406,-1 0 0,7 0 84,-1 0 1,6 0-188,-5 0 102,7 7 63,-12-5 0,9 8 19,-5-4 0,-2-2-10,9 7 1,-7-5-32,6 6 1,-1-3 23,1 3 1,4 3-8,-4-3 1,4 3 21,2 3 1,0-1 1,0 0 1,0 1 1,0-1 1,6-5 44,0-1-81,7 1 0,-3-2 1,7-5-87,1-3 1,-1-4 63,0-3 1,1 1-42,-1-8 1,-1-1 2,-5-11 1,5 5-95,-5-4 0,-1 2 119,1-2 0,-1 3-20,2-3 1,1 4 47,-7 1 1,0 1 234,-6 0-44,7-1-103,-5 1-66,6 7 0,-8 4 31,0 12 1,0-2-66,0 8 1,0 5 9,0 6 1,0 2-5,0-2 0,6-1 1,0 7 0,-1-8 0,-5 2 0,2 2-141,4-2 0,-2 1 91,8-7 1,-7 0-75,7 1 0,-6-1 132,5 0 0,1 1 0,5-1 0</inkml:trace>
  <inkml:trace contextRef="#ctx0" brushRef="#br0" timeOffset="78">5907 11871 7713,'12'0'-1823,"-1"0"2747,-7-7-469,4 5-676,-8-14 167,0 7-188,0-9 130,0 1 0,0 5 97,0 1 157,-8 7-106,6-4-42,-6 8 71,8 0 1,0 8 11,0 4 0,0 5-52,0 6 1,0-2 1,0 8 1,0-6-22,0 6 0,0 0 25,0 6 1,0 0-103,0 0 1,0-1 53,0 1 1,0-6-68,0 0 1,6-2-12,0 2 0,0 2-86,-6-8 0,0 0 105,0-5 76,0-9 0,0 7 0,0-6 0</inkml:trace>
  <inkml:trace contextRef="#ctx0" brushRef="#br0" timeOffset="79">5768 12097 7713,'10'0'47,"-3"8"-237,1-6 272,-6 6-173,13-8 0,-11 0 65,8 0 0,-6 0-245,5 0 196,1 0 0,5-6 106,1 0 1,1-5 3,4 5 0,-2-6-144,8 6 1,-8-5-27,3 5 1,1-5 134,-2 5 0,8 0 0,-4-2 0,8-1 0</inkml:trace>
  <inkml:trace contextRef="#ctx0" brushRef="#br0" timeOffset="80">6393 12063 7656,'-11'0'-473,"-1"0"-593,8 7 1601,-11-5-260,5 6 1,-1-6-444,-1 4 0,6-4-11,-5 4 16,7-5 112,-12-1 64,7 8 18,-1-6 1,-3 8-37,7-4 21,0-5 0,0 9 3,0-4 1,1-2-49,5 7 0,0-5 10,0 6 0,0-6-10,0 5 0,0-5 35,0 6 1,0-7-12,0 7 13,0-8 2,0 11 22,7-13 0,-3 6-20,8-8-35,-8 0 0,11 0 35,-3 0 0,-5-2-100,-1-4 0,4-4 43,1-7 0,-1 6 21,2-1 1,-6 0 7,5-5 0,-5 0-4,5-1 1,-5 3 115,6 3 1,-6-1-121,5 7 245,-7-8-154,12 12 0,-13-5-23,9 7 0,-8 2-32,2 3 0,1 5-3,-1 7 0,2 3 6,-2 3 0,-4-4-9,3 4 0,3 3-140,-2-3 0,0 0-67,-6-6 201,7 1 0,3-1 0,7 0 0</inkml:trace>
  <inkml:trace contextRef="#ctx0" brushRef="#br0" timeOffset="81">7088 11785 7656,'-9'0'-577,"-7"0"1,12 0 1039,-7 0-514,7 0 2,-11 0-184,13 0 210,-14 0 1,12 0-50,-7 0 0,5 0-38,-6 0 109,8 0-86,-11 0 47,5 0 42,-7 0 1,0 0-36,-1 0 0,7 0-31,-1 0 28,1 0 13,-7 0 1,1 5 40,-1 1 0,7 2 83,-1-2 1,6-2 62,-5 7-153,7-7 1,-6 10 23,5-9 0,3 3-5,-4-2-13,4-4-17,2 13 1,2-7-14,4 4 0,-4 3 0,3-3 0,5-3-3,2 3 0,-3-3 7,3 3 0,-6 4 8,5-5 1,-5 5 48,6 1 1,-7 0-14,7 1 1,-6-1 6,5 0 0,-7 1 23,2-1 1,2 1 9,-3-1 1,1 0 50,-6 1-88,0-1 1,0 0 14,0 1-9,0-1 0,0 1-163,0-1 116,0-7-159,0 5 173,0-5 0,0 1 18,0 1 41,0-8 19,0 11-86,0-13 35,0 6-127,8-8 1,2 0 72,7 0 0,-5 0-13,-1 0 0,1-6-41,5 0 1,1-5-101,-1 5 0,6-6 19,0 7 151,0-9 0,-5 4 0,-1-7 0</inkml:trace>
  <inkml:trace contextRef="#ctx0" brushRef="#br0" timeOffset="82">7401 11732 5753,'10'0'1315,"-3"0"-1472,-7 0 212,0 0-4,0 8-144,0-6 111,0 14 1,-1-9-92,-5 5 1,2 3 56,-8-3 0,7 3 13,-7 3 1,6-1 3,-5 0 1,1 1-1,-2-1 1,-3 3 12,3 3 1,-1-4-3,1 4 1,-3 2 94,3-1 0,4-1-89,3-6 0,-3 0-31,2 1 1,0-7 56,6 1-25,0-8 37,0 11 1,2-13 1,4 4 0,4-4-46,7-2 0,0-6-5,1 0 1,-1-7-98,1 1 1,-1 3 71,0-3 1,7 2-137,-1-1 1,2-5 38,-2 5 1,-4 1-159,4-1 0,-3-1 273,-3-5 0,-1 5 0,-5 0 0,5 1 0,-7-7 0</inkml:trace>
  <inkml:trace contextRef="#ctx0" brushRef="#br0" timeOffset="83">7523 11767 7665,'7'10'0,"-5"0"14,4-5 78,-4-3-1,-2 14 1,0-12 79,0 7 0,0-5-351,0 6 1,0-7 146,0 7 0,0-6-230,0 5 1,0-5 159,0 6 0,-6-1 23,1 7 1,-3-1 95,2 0 1,4 3-50,-4 3 0,-1-4 14,1 4 0,0-1 19,6 1 1,-6-2-139,0 8 0,1-8 98,5 2 0,0-3-125,0-3 1,0-5-78,0-1 242,0-7 0,0 4 0,0-8 0,0 0 0</inkml:trace>
  <inkml:trace contextRef="#ctx0" brushRef="#br0" timeOffset="84">7783 11698 7662,'-17'9'0,"5"7"-49,1-5 71,-1-3 29,-5 8 1,1-13-356,5 9 3,-5-8 258,14 4 65,-5-1 46,7-5 1,2 6 14,3-8-71,5 0 1,7-6-32,1 0 0,-1-1 49,1 1 1,5 2 7,0-8 1,0 7-12,-6-7 0,1 8 1,-1-2 1,1-1 1,-1 1 1,0-2-4,1 2 1,-7 4-67,1-3 1,-1 3 19,7 2 1,-7 0-205,1 0 135,-8 0 39,4 0 1,-8 2 43,0 3 1,0 5-23,0 7 1,0 1 23,0-1 0,-8 1-20,-4-1 1,3 2 58,-3 4 0,6-3-23,-5 3 1,5 2-3,-6-2 0,6 2 34,-5-1 1,7-5 3,-2 4 0,-1-4-51,1-1 1,-2-1 26,2 0-24,4 1 1,-5-1 14,7 1 0,0-7-127,0 1 155,0-1-10,0-1-10,0-2-1,0-8 0,-2 0-26,-4 0 25,4 0-14,-14 0 0,13 0 7,-9 0 0,6 0-22,-5 0-51,-1 0 1,-5 0-271,-1 0 216,1 7 0,0-5-83,-1 4 1,3-2-20,3 2 1,-3-4-35,3 4 248,-3-5 0,-10 7 0,-2 2 0</inkml:trace>
  <inkml:trace contextRef="#ctx0" brushRef="#br0" timeOffset="85">8339 11889 7167,'0'10'-1409,"0"-3"1972,0 1 153,0-6 0,0 8-714,0-5 1,2-3 0,4 4 0,-2-4-163,7-2 1,-5 0 30,6 0 78,-1 0 1,7 0 30,-1 0 1,6-6-16,0 0 1,1-5-164,-7 5 1,2-2-53,4 3 0,-3 3-75,3-4 325,-4-4 0,-1 0 0,-1-7 0</inkml:trace>
  <inkml:trace contextRef="#ctx0" brushRef="#br0" timeOffset="86">8339 12080 7636,'10'2'108,"-4"4"273,3-4-379,-7 5 79,14-7 1,-12 0-419,7 0 1,-5 0 150,6 0 0,-7 0-119,7 0 271,0-7 1,5-1 29,0-4 1,1-1-167,-1 7 0,-5-2-10,-1 3 1,1 3 47,5-4 0,0-2 132,1 2 0,-1 1 0,1 5 0,7-8 0,2-2 0</inkml:trace>
  <inkml:trace contextRef="#ctx0" brushRef="#br0" timeOffset="87">8930 11698 7636,'17'7'-1673,"-7"-5"1977,5 14 1,-13-12-27,4 7-185,-4-7 1,-2 12-179,0-5 0,0-1 99,0 1 0,0 1-108,0 5 1,0 1 90,0-1 1,0 2 34,0 5 0,0-3-26,0 8 0,-6 0-17,0 6 0,1 1-4,5 5 0,0-5 34,0 5 0,0-4-93,0-3 0,0 5 27,0-4 0,0 2-314,0-14 294,0 0 1,-2-8 66,-4-3 0,4-4 0,-13-8 0,5 0 0</inkml:trace>
  <inkml:trace contextRef="#ctx0" brushRef="#br0" timeOffset="88">8947 11680 7632,'12'6'-11,"-1"0"89,-7 0-220,12-6 0,-12 5 134,7 1 0,-5 0-93,6-6 0,-1 0-33,7 0 0,-1 0-36,0 0 0,1 0 165,-1 0 1,2-6 29,5 0 0,-5-5-14,4 5 0,2-6 81,-2 7 1,6-7-26,-6 6 1,6 1-29,-5 5 1,1 0-4,-2 0 1,-4 0 28,4 0 1,-3 1-82,-3 5 0,0 4 50,1 7 1,-9 3-31,-3 3 0,2-2-56,-2 8 1,-1-6 22,-5 6 1,-2 0 119,-3 6 1,-5 5-73,-7 1 1,-1 5-4,1-5 0,-6-1 0,0-5 0,-6 0 3,5 0 0,-6-1-43,1 1 1,-2-2-116,2-4 0,-4-4 61,4-7 1,-4 1-131,-2 4 0,6-9 24,1 3 0,4-11 0,-5 0 184,0-5 0,-5-1 0,-1 0 0</inkml:trace>
  <inkml:trace contextRef="#ctx0" brushRef="#br0" timeOffset="89">3110 13001 7253,'0'10'-1502,"0"5"1762,0-13-241,0 14 1,0-12-4,0 7 13,0-7 1,0 6 0,0-4 0,0-3-30,0 9-4,0-8-30,0 11 46,0-5-41,0 7 0,2-1 26,4-5 27,-4 5 1,5-7 13,-7 9 0,0-1 12,0 1 1,2-5-28,4 5 0,-4-5 3,4 10 0,-4 2-23,-2-2 1,2 6 20,3-5 1,-3 7 49,4-2 1,-2 1-52,2-1 1,-4 2 2,3-8 1,3 6-33,-2-5 1,2-1 2,-3-6 0,-3 1 2,4-1 1,2-5-7,-2-1 0,1-7 0,-1 2 1,-2-4-7,8-2 0,-7 0 6,7 0 0,-6 0 4,5 0 1,1-6 38,5 0-34,1 0 1,-1 4 0,0-3 1,1 3-50,-1-4 0,6 4-7,1 2 1,-1 0-144,-6 0 0,0 0 19,1 0 177,-1 0 0,1-8 0,-1-1 0</inkml:trace>
  <inkml:trace contextRef="#ctx0" brushRef="#br0" timeOffset="90">3840 13349 7807,'9'0'-960,"7"0"0,-13 2 1127,9 4 0,-6-4-39,5 3 1,-5-3-214,6-2 0,-6 0 98,5 0 0,-5 0-10,6 0 1,-1 0-116,7 0 1,-7 0 83,1 0 0,-1 0 28,7 0 0,-1-7 0,0-3 0</inkml:trace>
  <inkml:trace contextRef="#ctx0" brushRef="#br0" timeOffset="91">4031 13123 7777,'9'8'-170,"-1"-6"0,-8 7-499,0-3 424,0-4 253,8 13 1,-4-13-65,7 4 166,-7 4-230,11-8 137,-5 13-49,8-13 1,-7 12 100,1-9-19,-1 1-48,7-6 3,-1 8 1,-5-4-105,-1 7 1,-5-5 43,6 6-37,-9-1 1,5 7 74,-8-1 1,0 1-38,0-1 0,0-6 33,0 1 0,-8 0 21,-3 5 0,-5 8 0,-1 2 0</inkml:trace>
  <inkml:trace contextRef="#ctx0" brushRef="#br0" timeOffset="92">4899 13245 6500,'-9'9'389,"-7"-1"-301,14-8 62,-13 8-240,5-6 1,-1 5 57,-1-7 0,6 0-59,-5 0 1,5 0 94,-6 0 1,6 6-9,-5 0 0,5 0 24,-5-6 1,5 6-14,-6-1 1,6 7-20,-5-6 1,5 7 26,-6-1 0,7 1-68,-7-1 1,6 3 27,-5-3 1,5 9-9,-6 2 0,7 1 65,-7-7 1,8 0 1,-2 1 0,4-1 63,2 0 0,0 1-54,0-1 0,2-1 4,4-5 1,4 3-6,7-8 1,-5 5-41,-1-5 1,3 0-19,9-6 0,-4-8-100,4-4 1,-1-5 62,1-6 1,-4 2-112,4-8 1,-3 0 123,-3-6 1,0 0-7,1 0 1,-1-5 45,0-1 1,1-1-30,-1 1 1,-7 5 18,-4-5 1,1 4-49,-1 3 1,0-1-3,-6 0 1,0 2 46,0 4 0,-6 4-18,0 8 0,-7 1 188,1 5 0,3 3-115,-3 8 0,6 0 46,-5 0 1,5 2-75,-6 4 1,8 3 126,-1 9 0,-3 5-116,2 0 1,-5 0-21,5-5 0,-2 5 21,2 0 1,4 2-19,-3-2 1,3-1 119,2 7 0,0-6-105,0 6 1,0-6-74,0 6 0,7 0 78,5 6 1,3-1-118,3 1 1,-1-2-31,0-4 1,3 2-163,3-8 1,-4 0 81,4-6 199,-3-7 0,-3 6 0,0-7 0</inkml:trace>
  <inkml:trace contextRef="#ctx0" brushRef="#br0" timeOffset="93">5438 13262 7235,'0'12'-449,"0"-1"768,0-7 1,-2 4-436,-4-8 100,4 0 20,-5 0 86,-1 0-69,6 0 0,-8 0 11,4 0-38,4 0-218,-13 0 183,13 0-126,-13 7 233,5 3 0,-2 8-5,1-1 0,5 0-32,-6 1 1,9-1-1,-3 0 0,4 1-32,2-1 1,0 1 23,0-1 1,0 0-166,0 1 1,2-3 110,4-3 0,-3 1-148,9-7 0,0 0 38,5-6 0,-2-2 26,-3-4 0,3-4 68,-3-7 0,4 0-10,1-1 0,0-5 12,1 0 1,-3-8 107,-3 2 0,3 2 5,-3-2 1,1 6-38,-1-6 0,1 8 95,-7-2 1,6 3-125,-7 3 1,3 5 136,-2 1-113,-4 7-4,6-4 8,-8 8 0,0 8-4,0 3 1,0 11 9,0 1 0,0 2-16,0-2 1,0-2-12,0 8 0,0-7-26,0 1 1,2-4-72,3-2 1,-3 1-6,4-1 33,4 1 1,-6-3-26,7-3 0,-1-3 87,1-3 0,5-4 0,-7 6 0</inkml:trace>
  <inkml:trace contextRef="#ctx0" brushRef="#br0" timeOffset="94">5959 12949 7713,'10'-10'-796,"-3"3"1,-1 5 1006,0-4-129,0 4-36,-6-6 1,0 10 18,0 4 1,0-2-8,0 8 0,0-1-171,0 7 1,0-1 103,0 0 0,0 6 48,0 1 1,0 7 41,0-3 1,0 0 102,0 1 0,0-1-162,0 7 1,0 0 17,0 0 1,0 0-20,0-1 1,0-1-82,0-4 1,0 2-159,0-8 1,0 0 65,0-5 1,-2-3-24,-4-3 0,2-5 43,-7-7 0,5 0 132,-6 0 0,7 0 0,-7 0 0,2-7 0,-1-5 0,-12-3 0,3-3 0</inkml:trace>
  <inkml:trace contextRef="#ctx0" brushRef="#br0" timeOffset="95">5803 13332 7694,'11'0'-604,"1"0"1,-6 0 300,5 0 1,-5-2 761,6-4 1,-7 4-95,7-4 0,-2 2-368,1-2 1,5 3-61,-5-9 0,5 8-9,1-2 0,0-1 52,1 1 1,-1-6-92,1 6 0,1-5-5,4 5 0,-4-2 55,5 3 0,1 1 61,-2-8 0,0 0 0,-6-5 0</inkml:trace>
  <inkml:trace contextRef="#ctx0" brushRef="#br0" timeOffset="96">6428 13227 7680,'-11'12'-4,"-1"-1"0,6-5 223,-5 6-126,-1-8 0,-3 5-22,3-3-481,-3-4 291,5 6 0,-6-6-110,5 3 1,-5-1 205,5 8 1,1-8 53,-1 2 4,7 3 0,-10 1-78,8 7 0,1-5 50,5-1 0,0 1-15,0 5 8,0 1 1,0-1-16,0 1 0,2-9-24,3-3 0,-1 2 39,8-2 1,-6-1-6,5-5 1,-5 0-49,6 0 45,-1-7 1,7-3-93,-1-7 0,-5-1 48,-1 1 0,-5-6-95,5-1 0,-5 1 131,6 6 0,-6 0-13,5-1 1,-5 1 22,6-1 0,-9 1 13,3 0 0,2-1 110,-2 1 0,0 5-76,-6 1 1,1 7 152,5-2-49,-4 4-17,6 2 0,-8 8-69,0 3 1,0 5-35,0 1 0,6 6-28,0 1 1,-1 5 24,-5-6 0,0 0-78,0-6 0,0 6 91,0 1-126,0-1 0,2-6-72,4 1 1,-4-7 162,4 1 0,3-1 0,1 7 0</inkml:trace>
  <inkml:trace contextRef="#ctx0" brushRef="#br0" timeOffset="97">7158 12984 7656,'-12'6'620,"1"-1"-210,7 1-370,-12-6 0,13 0-129,-9 0-682,8 0 406,-11 0 1,11 0 211,-8 0 0,6-6 75,-5 1 1,5-9 75,-6 3 1,7 1-132,-7-2 68,1 8 305,-7-11-71,1 13-19,-1-6-137,1 8 1,5 0 51,1 0-251,7 8 218,-4 2-93,8 7 48,0 1-11,0-1-4,0 0 21,0 1 1,6-1-44,0 0 1,2 1-91,-3-1 0,-3 1 53,4-1 1,2 2 52,-2 4 0,-1-3-18,-5 3 0,2 4 40,4 2 1,-4-2 76,4 2 0,-4-6-63,-2 6 1,0-8 99,0 3 1,0-5-9,0-2 1,0 1-67,0-1 0,0 0-82,0 1 1,-6-7 112,0 1-124,0-8 123,6 3-18,0-7 62,0 0 0,6-1 21,0-5 66,7 4 1,-3-12-208,8 9 78,-1-9 0,6 6-174,0-3 1,0-5-38,-5 5 0,-1 1-55,0-2 1,1 7 82,-1-7 1,6 6-278,1-5 400,-1 7 0,-6-12 0,0 7 0</inkml:trace>
  <inkml:trace contextRef="#ctx0" brushRef="#br0" timeOffset="98">7401 12914 6465,'0'10'-424,"0"-2"1215,0-1-728,0-5 39,0 14-242,0-6 0,0 1 71,0 1 1,0-7 80,0 7 1,-2-2 55,-4 1 0,4 5 61,-3-5 1,3-1-137,2 2 1,0-1 7,0 7 1,0-7-255,0 1 213,0-1-39,0 7 84,7-1 0,-5-5 42,4-1-16,4-7 0,-6 4 6,7-8 0,-5 0-50,6 0 1,-7 0 16,7 0 1,-6 0-68,5 0 1,-5 0 77,6 0 0,-6 0-98,5 0 1,-7 2 64,2 4-238,3-4 244,-7 13 0,12-11-2,-8 7 1,-1-5 35,-5 6 0,0-6 14,0 5 0,-7-5 61,-5 6 1,3-3-98,-3 3 1,0 3 13,-5-3 0,0-3 10,-1 3 1,1-8-222,-1 2 1,1 1 67,0-1 0,-1 0 129,1-6 0,0 0 0,-1 0 0,1 0 0,-1 0 0,1 0 0,0 0 0</inkml:trace>
  <inkml:trace contextRef="#ctx0" brushRef="#br0" timeOffset="99">7453 12914 7645,'0'18'-1181,"0"-7"1149,0 1 1236,0-8-987,0 11-896,0-13 394,0 6 0,2-8-21,4 0 188,4 0 0,7-2 10,0-4 108,1 4 0,-1-13 0,0 5 0</inkml:trace>
  <inkml:trace contextRef="#ctx0" brushRef="#br0" timeOffset="100">7801 12845 6733,'17'-10'-35,"0"2"58,1 8 1,-1 0 31,1 0-57,-1 0 1,0 0 7,1 0 1,-1 0-24,0 0 37,1 0-196,-1 0 178,1 0-29,-9 8 1,5 2 16,-9 7 0,1 1-4,-6-1 0,0 0 12,0 1 0,0 1 3,0 4 1,-2-2 14,-3 8 1,3-5-22,-4 5 1,2-6 97,-2 6 0,4-6-51,-4 6 1,-1-8 88,1 2 1,0-1-41,6 1 1,-2-4-38,-4 4 0,5 2-31,-5-2 0,4 1 4,2-7 1,0 0-120,0 1 1,-2-7 62,-4 1-53,4 0 1,-8-1 90,5 1 101,3-8-40,-14 3-21,7-7 0,-9 0-40,1 0 1,5 0 49,1 0-120,-1 0-96,-5 0 0,-1-2-188,1-3 1,5 1-112,1-8 456,-1 8 0,-5-11 0,0 5 0</inkml:trace>
  <inkml:trace contextRef="#ctx0" brushRef="#br0" timeOffset="101">8444 13123 7598,'-8'10'0,"4"3"-215,-8-7 261,8 0-190,-3 1 1,7-3-149,0 8-7,0-8 268,0 3 0,2-7 26,3 0 0,-1 0 96,8 0-79,0 0 0,5 0-27,0 0 0,6 0 16,1 0 1,-1 0 22,-6 0 0,2-1-6,5-5 1,-5 4-1,4-4 0,-4 4-52,-1 2 1,5 0-118,0 0 1,0 0 36,-5 0 0,-1 0 52,0 0 0,-5 0 62,0 0 0,-9 0 0,13 8 0,-7 1 0</inkml:trace>
  <inkml:trace contextRef="#ctx0" brushRef="#br0" timeOffset="102">8530 13418 7598,'10'0'-1704,"5"0"2130,-5 0-546,7 0 166,1 0 0,-1 0-65,1 0 0,-1 0 53,0 0 0,1 0-143,-1 0 1,2 0 41,5 0 1,-5 0 27,4 0 0,2-5 0,-2-1 39,8 0 0,-4-2 0,8-1 0</inkml:trace>
  <inkml:trace contextRef="#ctx0" brushRef="#br0" timeOffset="103">9173 13071 7590,'12'9'-632,"-1"-3"647,-7-4 1,10 0 108,-8 4 1,1-4-192,-1 4 1,-2-4-79,7-2 165,1 0 0,5 0-5,1 0 0,-7-2-121,1-4 0,0 4-25,5-4 0,-5-2 51,-1 3 0,1-1-25,5 6 0,-5 0 42,-1 0 0,1-6-71,5 0 0,-5 0 134,-1 6 0,-7 0 0,12 0 0,-7 0 0</inkml:trace>
  <inkml:trace contextRef="#ctx0" brushRef="#br0" timeOffset="104">9191 13418 7590,'17'0'-458,"0"-5"-58,1-1 1,-7 0 343,1 6 0,-1-6 172,7 0 0,-1-1 0,1 1 0,-1 2 35,0-8 1,1 7 73,-1-7 0,2 8-85,5-2 0,-5-1 9,4 1 0,-4-2-21,-1 2 1,-1 4 8,0-3 0,1 3-93,-1 2 0,-5 0 58,-1 0 0,-5 0-129,6 0 68,-8 0-9,3 0 84,-7 0 0,0 0 0,-15 0 0,-4 0 0</inkml:trace>
  <inkml:trace contextRef="#ctx0" brushRef="#br0" timeOffset="105">9191 13158 7586,'0'17'-1147,"0"0"992,0 1 1,-2-7 404,-4 1 0,4 0-203,-4 5 0,4-5-126,2-1 1,0 1 8,0 5 1,0 1 75,0-1 0,0 0-26,0 1 1,0 5 54,0 0 0,2 0-62,4-5 1,-4 5 46,4 0 0,-4 6-19,-2-6 0,0 2 16,0-2 1,0-1 14,0 7 1,0-6-3,0 6 1,1-8 5,5 2 1,-4-4-10,4-1 0,-4-7 26,-2 1-10,0-8-84,8 4 14,-6-8 0,13 0 1,-3 0 1,-3 0-5,3 0 0,-6-6-27,5 0 0,1-6 17,5 7 1,1-3-75,-1 2 1,-5 2 87,-1-7 0,1 7-222,5-2 248,0-4 0,1 1 0,-1-9 0</inkml:trace>
  <inkml:trace contextRef="#ctx0" brushRef="#br0" timeOffset="106">3266 14392 6498,'0'-12'-747,"0"1"785,0 7 0,0-6 193,0 4-160,0 4 14,0-5 46,0 7-44,0 0-128,-8 7 22,7-5 8,-7 14 0,8-12 8,0 7 1,0-5-9,0 6 7,0-1 0,0 7 4,0-1 0,0 0 39,0 1 0,0-1-38,0 0 0,0 3 2,0 3 0,0-2-14,0 8 1,0-2-2,0 2 1,0 4-34,0-4 1,0 4 42,0 2 1,0-1-44,0 1 0,0-6 29,0 0 1,6-8 183,-1 2-97,1-3-49,-6-3 19,0-7-13,8-2 0,-4-8-10,7 0 0,1 0 4,5 0 0,1-6-25,-1 0 0,0-6 12,1 7 0,1-3-32,4 2 1,-1 4-18,6-4 1,-4-1-4,5 1 0,-8-2-40,2 2 1,-4 4 82,-1-3 0,7-5 0,2 0 0</inkml:trace>
  <inkml:trace contextRef="#ctx0" brushRef="#br0" timeOffset="107">3735 14670 7780,'10'10'-325,"5"-3"-101,-13-7 97,14 0 192,-7 0 112,9 0 1,-1 0 54,1 0 1,-7-6-93,1 1 1,-1-3 52,7 2 0,-1 4-40,0-4 0,1 5-9,-1 1 0,1-6-123,-1 0 1,0 0 180,1 6 0,-1-8 0,0-1 0</inkml:trace>
  <inkml:trace contextRef="#ctx0" brushRef="#br0" timeOffset="108">3979 14427 7250,'11'5'-871,"1"1"1006,-8 0 1,5 0-205,-3 0 1,-4 1 81,4-1 1,1-2-106,-1 7 109,8-7-101,-5 12 0,7-12 109,-5 7-18,5-7 0,-8 6 88,3-4 1,-1-5-95,-4 5 69,3-4 0,3 4-41,-1 0 0,-5 2-17,6-3 1,-8-1-8,1 8 0,3-6-202,-2 5 169,0 1 1,-6 5-111,0 1 1,-2-1 1,-4 0 0,-4 1-20,-7-1 156,7 0 0,-13 9 0,4 1 0</inkml:trace>
  <inkml:trace contextRef="#ctx0" brushRef="#br0" timeOffset="109">4587 14409 7738,'0'18'-117,"-8"-1"1,6-5 119,-4-1 0,-2-5-8,3 5 1,-1-5-235,6 6 1,-6-6 66,0 5 1,-1-1 127,1 1 106,4 5-7,-6-6-24,0 7-46,6 0 24,-5 1 0,7-7 5,0 1 1,2-8-3,3 2 0,-1-4-76,8-2 74,-1 0 1,7 0-9,-1 0 1,-5 5-8,-1 1 1,1 0 0,5-6 1,-5 0-15,0 0 0,-3 2-19,3 4 10,3-4-8,-5 5-50,-1 1 1,-1-4 22,-8 7 0,0-5-81,0 6 107,0-1 0,-8 7-50,-3-1 1,-5-5 54,-1-1 0,6-7 31,-1 2 0,-7 4 0,-8-1 0</inkml:trace>
  <inkml:trace contextRef="#ctx0" brushRef="#br0" timeOffset="110">4934 14131 5876,'10'-8'-119,"-3"6"119,1-5 0,-6-1 0,14-2 0,-7-7 0</inkml:trace>
  <inkml:trace contextRef="#ctx0" brushRef="#br0" timeOffset="111">5021 14479 7672,'0'17'-1556,"0"0"1197,0 1 359,0-1 0,-6 1 0,0-1 0,1 0 0,5 1 0,0-7 0,0 1 0,0 0 0,0 5 17,0 0 0,1 1 63,5-1-36,-4 0 0,6 1-14,-8-1 0,6-5 11,0-1 1,1-5-35,-1 6 1,-4-6 15,4 5-140,3-7 132,1 11 1,2-13-130,-1 4 114,-7-4 0,12 6 0,-7 1 0</inkml:trace>
  <inkml:trace contextRef="#ctx0" brushRef="#br0" timeOffset="112">5299 14496 6587,'10'0'135,"-3"0"-265,-7 0 121,0 0-18,8 0 51,-6 0 5,13 0 1,-11-2-36,8-4 0,-6 4 20,5-3-5,1-5 0,3 6-25,-3-7 0,3 7-8,-3-2 0,-3 4 94,3 2-56,0-8 55,5 6-61,0-5 1,-5 8-6,0 5 1,-9-2 3,3 8 0,-4-6 3,-2 5 0,0 1-7,0 5 1,-6 0-12,1 1 0,-9-1-12,2 1 0,3-1 20,-3 0 1,1 7-10,-7-1 0,1 0 7,0-6 1,-1 1-24,1-1 0,-1 0-9,1 1 0,0-1-4,-1 1 0,7-3 92,-1-3-25,8 3 0,-3-11 262,7 7-231,0-7 1,1 4 57,5-8 0,4-2-45,7-4 1,3 2-147,3-7 0,-4 1-23,4-1 0,2-3-151,-2 8 0,1-5 125,-7 5 1,6-6 14,0 7 0,1-7-9,-7 6 0,0-2 116,1 3 0,7-5 0,2-7 0</inkml:trace>
  <inkml:trace contextRef="#ctx0" brushRef="#br0" timeOffset="113">5716 14600 7672,'0'10'-479,"0"0"-60,0-5 1,2-3 591,4 4 1,-4-2 1165,3 2-1312,-3-4 77,6 6 0,-4-8-217,7 0 0,-5 0 107,6 0 0,-6 0-158,5 0 170,1 0 1,5-6 73,0 0 1,-5-8-47,0 3 37,-1-5 0,5-1 181,-5 0 1,5-1-33,-5 1-46,-3-1 0,6 1-27,-9 0 0,1-1-125,-6 1 1,0 5 94,0 1 1,0 5-9,0-6 0,0 7-2,0-7-25,-8 8 28,-1-4 0,-9 8 8,1 0 0,5 0 52,1 0 0,1 2-46,-1 4 0,-5 4 73,5 7 0,1-3-7,-2 3 1,3-3 9,-3 9 0,-1-4-9,7-2 0,-6 3 10,6 3 1,-5-4-41,5 4 1,0 4 14,6 2 0,0-3-20,0-3 0,0 2 18,0-2 0,0 0-65,0-5 1,8-1-1,4 0 0,-3-5-9,3-1 1,-1-7-56,7 2 1,1-4-170,4-2 1,-3-2-2,3-4 1,-2-3 244,2-9 0,4 1 0,8 0 0</inkml:trace>
  <inkml:trace contextRef="#ctx0" brushRef="#br0" timeOffset="114">6411 14461 7656,'9'-7'-605,"7"5"689,-14-6 1,7 8-369,-3 0 138,-4 0 168,14 0 1,-12 0 18,7 0 1,-5 0 14,5 0 1,-5 0-98,6 0 1,-6-2-29,5-4-87,1 4 1,5-5 102,1 7 0,-7 0-285,1 0 208,-1 0 0,7 0 130,-1 0 0,-7 0 0,5-8 0,-5-2 0</inkml:trace>
  <inkml:trace contextRef="#ctx0" brushRef="#br0" timeOffset="115">6411 14635 7656,'0'18'-328,"-8"-1"1,6-6 1202,-4 1-905,4-8 0,4 4-261,4-8 47,-4 0 1,14-2 184,-5-4 1,-1 4 83,1-4 1,1-2 26,5 3-28,1-9 0,-1 10-175,0-7 0,3 5 71,3-6 0,-4 8-26,4-1 1,-3-5 5,-3-2 0,0 5-272,1 1 372,-1-4 0,8 1 0,2-9 0</inkml:trace>
  <inkml:trace contextRef="#ctx0" brushRef="#br0" timeOffset="116">7036 14340 7633,'-2'11'-586,"-3"1"1,3-6 292,-4 5 0,4-5 745,2 6 1,-2-7 140,-4 7-386,4-8-128,-5 11-203,7-5 0,-2 5-164,-4-3 296,4 3 0,-6-5-14,8 7 0,0-5 28,0 0 1,0-7 8,0 7 0,0-6-12,0 5 0,0-5 8,0 6 1,2-6 10,4 5 1,-4-7-96,13 4 110,-5-1-62,7-5 1,1 6 15,-1-8 0,-5 0-37,-1 0 1,1 0 1,5 0 0,0 0-4,1 0 0,-7 0-23,1 0 0,0 0-307,5 0 143,0 0 171,1 0 0,-3 2 114,-3 4 1,1-2-162,-7 7 213,0 1 0,-6 5 144,0 1-89,0-1 0,-6 0-95,0 1 0,-7-1 9,1 1 0,-3-3-103,-3-3 1,1 3 77,0-3 0,-1-3-74,1 3 0,-2-2 47,-5 1 1,5 3-83,-4-9 1,-4 7 9,-2-6 0,2 5-136,-2-5 1,8 6 132,-2-6 0,-3 1-86,3-1 0,0-4-128,6 4 0,5-4 254,1-2 0,-1 0 0,-5 0 0</inkml:trace>
  <inkml:trace contextRef="#ctx0" brushRef="#br0" timeOffset="117">7088 14305 6098,'10'0'993,"0"0"-526,-5 0-499,-3 0 48,14 0 1,-7 0 112,9 0 0,-7 0-215,1 0 1,0 0 63,5 0 0,0 0-92,1 0 1,5 0-90,0 0 1,0 0-69,-5 0 0,5 2 271,0 4 0,8-4 0,-4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18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2227 2912 6762,'-6'7'-562,"-4"-2"478,8-5 0,-4 4 37,2-1 79,3 1-8,-4-4 49,0 0-59,3 0 1,-4 0-6,2 0-6,3 0 1,-5 0 2,2 0-7,3 5-5,-4-3 1,3 3 29,-2-5-11,3 0 151,-4 0-140,0 0 10,4 0 22,-4 0 378,5 0-403,5 0 1,-3 0-48,6 0 0,-4 0 43,3 0 1,-3 0-27,4 0 0,-4 0-10,3 0 1,-3 0-8,4 0 9,-1 0 0,5 0-9,-1 0 3,0 0 1,1 0 13,-1 0 1,1 0-9,-1 0 1,1 0 6,-1 0 1,0 0-4,1 0 1,-1 0 14,1 0 0,3 0 3,0 0 0,0 0 3,-3 0 0,-1 0 3,1 0 0,-1 0 13,0 0 1,1 0 4,-1 0 0,1 0 28,-1 0 1,1 0-45,-1 0 1,0 0 0,1 0 0,-1 0 9,1 0 0,-1 0 2,1 0 1,0 0-28,3 0 1,-2 0-7,2 0 0,-2 0 2,-2 0 1,5 0 13,-1 0 0,0 0-43,-3 0 1,-1 0 39,0 0 1,5 0 0,-1 0 0,0 0-3,-3 0 1,-1 0 0,0 0 1,-2 3-3,3 1 1,-7 0 0,6-4 1,-2 0-29,2 0 0,1 0 26,-1 0 1,1 0 21,-1 0 0,1 0-12,-1 0 1,0 0-1,1 0 1,-1 1-18,1 3 1,-1-3 0,1 3 1,0-3-7,3-1 0,-2 0-2,2 0 0,-2 0-16,-2 0 1,1 0 21,-1 0 1,1 0-19,-1 0 1,4 0 11,1 0 1,-1 0-4,-4 0 0,1 0 3,-1 0 1,1 0 1,-1 0 0,4 0 0,0 0 1,1 0-1,-5 0 0,0 0-1,1 0 1,-1 0 0,1 0 0,0 0 35,4 0 1,-4 0-31,4 0 1,0 0 0,-1 0 1,1-1-7,-5-3 1,4 3 0,0-3 1,4 2 0,-3-2 1,3 3-1,-4-3 0,0-1-11,-3 1 1,3 0 8,0 4 1,0 0-8,-3 0 1,-1-4-6,1 1 1,-1-1-14,0 4 24,1 0 1,-1 0-5,1 0 3,-1 0 1,0 0-2,1 0 1,-1 0-11,1 0-11,-1 0 0,1 0-2,-1 0 0,0-4 16,1 0 1,-1 0-1,1 4 0,-1 0 1,1 0 1,-1 0-4,0 0 1,1-3-21,-1-1 1,1 0-36,-1 4 38,0 0 0,1 0 14,-1 0 1,1-1 31,-1-3 0,-3 3-28,-1-3 1,1 2 1,3 2 1,-3 0-14,0 0 13,-1 0 0,5 0 9,-1 0 0,-3 0 3,-1 0-1,1 0 0,3 0-10,1 0 1,-5-3 18,1-1 1,-4 0-11,3 4 1,-3 0 8,4 0-26,-6 0-2,3 0 16,1 0-2,-5 5 2,4-4-6,-5 4 26,0 1 1,0-4-4,0 6 1,0-4 3,0 3 0,-4-3 3,0 4 1,0-5 6,4 5 0,-1-4-24,-3 3 0,3-3 3,-3 4 1,3-1-5,1 5 0,-4-5 7,0 1 1,1 0-28,3 3 0,0 1 12,0-1 1,0 0-4,0 1 1,-2-1 33,-1 1 1,1-1-2,-2 0 1,3 5 59,1-1 0,0 1-70,0 0 0,0-2 30,0 5 0,0-2-22,0 2 1,0 3 26,0-3 1,0 3-48,0 0 1,4-2-9,0-1 1,0-4 18,-4 4 0,3-4-8,1 4 0,1-5 39,-1 1 1,-3-2 9,3-2 0,-3 2-55,-1 2 0,0-2 19,0 2 1,2-2-22,2-2 0,-3 1 1,3-1 1,-3 1-11,-1-1 1,0-3-26,0-1 1,0-3-13,0 4 0,0-5-102,0 5-248,0-5 115,0 2 1,-4-4-156,0 3 438,-5-3 0,3 4 0,-5-5 0</inkml:trace>
  <inkml:trace contextRef="#ctx0" brushRef="#br0" timeOffset="1">2170 3655 6464,'8'1'56,"-1"3"1,-3-3-31,4 3 0,-2-2 24,2 2 1,3-3-19,0 3 0,1-2-8,3-2 0,3 3 12,1 1 0,2 0 0,2-4 0,0 1-2,0 3 1,0-3 3,0 3 0,-1-3-15,1-1 0,0 0-6,0 0 0,4 0-52,-1 0 1,1 0 56,-4 0 0,0 0-32,-1 0 1,1-3 23,0-1 1,4 0-53,-1 4 0,0 0 28,-7 0 1,6-1 0,-2-3 1,2 3-12,-2-3 1,0 3 3,0 1 0,0 0 15,0 0 1,0 0-4,-1 0 0,1 0 41,0 0 0,-1 0-40,-3 0 1,5 0 52,-5 0 1,5 0-24,-5 0 0,1 0 8,-1 0 1,5 0-14,-5 0 0,6 0 0,-6 0 0,2 0-8,2 0 1,4 0-7,-1 0 0,-3 0-31,-4 0 0,0 0 33,4 0 1,0 0-15,0 0 1,-4-2-3,0-2 1,0 3 2,4-3 0,0-1-1,-1 1 1,-3-3-2,0 3 0,-3-4 105,3 5 1,-2-2-93,2 1 1,-1 2 36,-3-1 0,-2-2-23,2 1 1,2 0-18,-2 4 0,0 0-21,-3 0 0,-5 0-7,1 0 0,0 0 6,3 0 0,0 0-13,1 0 1,-5 0-64,1 0 0,0 0 59,3 0-123,1 0 0,-1 0-6,0 0 1,-3 0-331,0 0 296,-6 0 197,3 0 0,0 0 0,2 0 0</inkml:trace>
  <inkml:trace contextRef="#ctx0" brushRef="#br0" timeOffset="2">2707 3106 8423,'-4'8'-563,"0"0"0,-3-4 344,3 3 0,-5-3 58,1 4 0,2-5 179,-2 5 1,4-4-106,-3 3 0,-1 1 44,-3 3 1,3-3 68,1 0 1,-1-1 50,-3 5 0,-1-1-50,1 1 1,-1 0-29,1 3 0,-2-1-29,-2 5 0,1 0 4,-5 4 1,4-4-12,-4 0 0,1 0-115,-1 4 0,-1 0 17,4 0 0,-3-1 121,4-3 0,0-3 14,3-5 0,1 1 0,0-1 0,-1 1 0</inkml:trace>
  <inkml:trace contextRef="#ctx0" brushRef="#br0" timeOffset="3">3312 3118 8329,'-11'5'-638,"-1"-2"-81,1 4 1,-1-3 555,1 4 1,0-5 401,-1 5 0,1 0-325,-1 3 1,-3-1 76,0-2 0,-2 6 58,2-3 1,1 3-23,-5-2 1,4 3 56,-4 0 0,0 5-50,-4-1 0,4-1 1,0 1 0,0 0-52,-4 4 0,0 4-90,0-1 0,4 1 107,0-4 0,5 0 0,-2-1 0</inkml:trace>
  <inkml:trace contextRef="#ctx0" brushRef="#br0" timeOffset="4">3723 3289 8139,'-5'12'0,"-1"-5"-224,-6 1 1,5-1-242,-1 5 0,1-1 233,-5 1 1,1 0 190,-1 4 0,0-2 23,-4 5 1,2-4 41,-5 4 0,4-4-68,-4 4 0,5-4 10,-1 4 0,-3-3 34,-1 3 0,3-5 0,-1 2 0</inkml:trace>
  <inkml:trace contextRef="#ctx0" brushRef="#br0" timeOffset="5">5436 2615 8090,'7'0'-2333,"-2"0"2333,0 0 0,-4 0 23,9 0-10,-8 0 0,4 0-13,-2 0 1,-3 0 30,4 0 1,-1-1-20,0-3 190,-1 3-114,-3-4 84,0 5-139,0-5-8,0 4-9,0-4-17,-5 5 0,3 0-2,-6 0 0,4 0 4,-3 0 1,3 0-11,-4 0 6,1 0 1,-5 0-8,1 0 1,3 0 48,1 0 1,-1 0-38,-3 0 1,-1 0 22,1 0 1,-2 0 1,-2 0 1,2 0 2,-2 0 1,2 1-20,2 3 0,-4-3-5,-1 3 0,1 1-6,4-1 1,-1 3-6,1-3 1,-1 5-13,1-2 1,0 0 18,-1 0 1,1 0 39,-1 0 0,2 4-45,3-4 1,-4 5 4,4 3 0,1-1-50,-2 5 0,2-5-8,-2 1 1,-1 1 4,5 0 0,-1 0-12,1-1 0,3-2-112,-3 2 139,3-2 1,0-2 35,-3 1 0,3-1 0,-4 1 0</inkml:trace>
  <inkml:trace contextRef="#ctx0" brushRef="#br0" timeOffset="6">4877 2764 8125,'0'6'-1051,"1"-1"804,3-5 1,-3 2 76,3 1 1,-2-1 132,2 1 1,-3 0 31,3 1-3,-2-3 1,-1 8 24,3-5 0,-3 1 168,3-1-165,-3 2 0,0 4-17,3-2 0,-3 2-6,3-3 1,-3 0 5,-1 0 1,4 1 13,0 3-13,5 1 0,-4-1-33,3 1 0,2-2 28,-3-2 0,3 0-14,2-4 0,3 4 13,0-4 0,2-1-54,-2-3 1,-1 0 42,5 0 1,-4 0-5,4 0 1,-3 0 15,3 0 0,-4-3-1,4-1 1,0-5-6,4 1 1,0-2-9,-1-1 15,-4-1 0,9 1 0,-3-1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187"/>
    </inkml:context>
    <inkml:brush xml:id="br0">
      <inkml:brushProperty name="height" value="0.053" units="cm"/>
      <inkml:brushProperty name="color" value="#FF0000"/>
    </inkml:brush>
  </inkml:definitions>
  <inkml:trace contextRef="#ctx0" brushRef="#br0">4135 6049 8347,'-12'9'-216,"1"-3"0,5-4-638,-6-2 635,8 0 0,-5 0 62,3 0 100,4 0 64,-6 0-15,8 0 1,0-2 46,0-4-6,0 4 13,0-5-21,0-1-75,0 6 68,8-6 0,-4 8-23,8 0 1,-7 0-1,7 0 1,-6 0-6,5 0 1,1 0 0,5 0 1,-5 0-2,-1 0 1,7 0 2,5 0 1,0 0 2,-6 0 0,7 0 4,-1 0 0,14 0 0,-3 0 0,7 0 0,-1 0 0,7 0 0,11 0 0,3 0 0,9 0 0,5 0 9,0 0 0,3-5-124,-3-1 0,2-6 118,4 6 0,-4 1 0,-7 5 1,-1-6-6,1 0 1,3 0 4,-3 6 1,3-2-8,-9-4 0,-2 5 0,1-5 0,1 2-2,5-2 0,-5 4 2,0-4 1,-6 4-2,5 2 1,-7-1 5,2-5 0,-4 4 0,-1-4 0,-9 4 28,-4 2 1,-3 6-29,-2 0 0,-8 1 32,-4-1-29,4-4 0,-8 12 126,5-9 1,-11 1-161,-1-6-6,-8 0-212,3 0 248,-7 0 0,-7 8 0,-3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 1790 6060,'0'-9'6,"0"1"-12,0 8 30,0 0-2,-8 0 71,6 0-54,-6 0 7,8 0 0,0 2-10,0 4 25,0-4 0,0 13-46,0-3 0,0-3 0,0 3 1,0 1 1,0 11 0,0-5-6,0 4 1,0 2-31,0-2 0,0 8 35,0-2 0,0-4 0,0-2 1,0 3-8,0-3 0,6 6-17,0-6 0,0 2 15,-6-2 1,0-4 2,0 5 1,1-5-6,5-2 1,-4 1 5,4-1 0,-4 0 9,-2 1 36,8-8-34,-6-3 10,5-7 11,-7 0 30,0 0-61,8 0 1,-4 0 37,7 0-5,-7 0 107,12-7-126,-7 5 0,9-6 18,-1 8 0,1 0-29,-1 0 1,0-6 3,1 0 0,1 0-12,4 6 1,-2-5-4,8-1 0,-6 0-14,6 6 0,0 0 24,6 0 0,-6-2-187,0-4 1,-6 4 100,6-3 0,-8 3-70,3 2 0,-5 0 46,-2 0 0,-5 0-134,-1 0 143,1 0 87,-2 0 0,5-8 0,-5-2 0</inkml:trace>
  <inkml:trace contextRef="#ctx0" brushRef="#br0" timeOffset="1">10024 6153 8129,'0'10'-2331,"0"-3"2390,0-7-84,8 0 37,-6 0-31,6 0 22,-8 0-2,0 0 1,8 0 0,-6-2-2,3-3 5,-3 3 7,-2-6-14,8 8 7,-6-8 16,6 6 9,-8-5 3,0 7-18,7-8 0,-5 6-5,6-6 3,-8 8-32,0 0 32,8 0-33,-6 0 28,5 0 0,-5 0 8,4 0 5,-4 0 2,13 0-4,-5 0-5,7 0 0,1 0 32,-1 0-36,1 0 1,5 0 52,0 0 0,0 2-37,-6 4 1,7-4 2,-1 4 0,6-4 1,-6-2 1,8 0 1,-2 0 1,2 2-34,-2 3 1,3-3 0,-3 4 1,2-2-56,-2 2 1,2-4 48,-8 3 1,2-3-6,-1-2 1,1 0 16,4 0 0,1 0-3,-6 0 1,1-2-7,-2-3 0,-2 1 3,8-8 0,-8 8-21,2-1 1,-9-3-20,-2 2 40,-1 0 0,7-1 0,-1-3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5803 2225 7906,'9'0'-1634,"-1"0"1912,-8 0-490,0 0 203,0 8-30,0-7-47,0 7 137,0-8-90,0 0 48,0-8-93,0 7 68,0-7 22,0 8 72,0 0 9,8 0 154,-6 0-194,5 0 119,-7 0-77,8 0 11,-6 0 1,6 8-59,-8 3 0,6-1-1,-1 1 1,3 1-16,-2 5 0,-2 1-11,7-1 0,-7 6 12,2 0 1,4 3 5,1-3 1,-3-2-5,-2 8 0,3-8 10,3 2 1,-4 2 0,-2-1 0,1-1-10,-1-6 0,6 1 4,-7-1 0,7 0-38,-6 1 0,0-7-21,-6 1-15,7-8 1,-3 3 68,8-7-8,-8 0 0,5-1-19,-3-5 1,-4-4-2,4-7 0,2-1-4,-3 1 1,3 2 2,-2 3 0,-2-7 5,7 7 1,-5-7-2,6 7 0,-3-3-6,3-3 0,3 1 7,-3 0 0,-2-1 18,1 1 0,1-1-18,5 1 0,0-6-3,1 0 1,-1-1-63,1 7-54,-1 0 0,0-1 52,1 1 0,-3 5-297,-3 1-142,3 7 246,-5-12 255,7 15 0,1-15 0,-1 6 0</inkml:trace>
  <inkml:trace contextRef="#ctx0" brushRef="#br0" timeOffset="1">14281 6049 5876,'0'9'12,"-2"-1"429,-4-8-455,4 0-38,-5 0 124,7 0-4,0 0-114,-8 0 106,6 0-138,-6 0 50,8 0 7,0 0-2,0-8 82,0 6-22,-7-5 1,5 5 180,-4-4-182,4 4 62,2-6-44,0 8 192,0 0-69,0-7-71,0 5 9,0-6-43,0 8 32,0-8-47,8 6-7,1-5 1,7 5-2,-5-4 1,5 4-7,-5-4 0,-1 4-2,2 2 1,-1 0 6,6 0 0,1 0 3,-1 0 1,1 0 8,-1 0 0,0 0-10,1 0 0,5 0 17,0 0 0,2 0-53,-2 0 1,-3 0 0,3 0 1,4 0 11,2 0 1,-2 0-4,2 0 0,-8 0-6,2 0 0,4 0-6,2 0 1,-2 6 67,2 0 0,-6 0-53,6-6 0,-6 5-19,6 1 0,-5 0 13,4-6 0,-4 6 5,5 0 1,-2-1 25,2-5 1,3 0 0,-3 0 1,-2 0 4,2 0 1,0 0-3,6 0 1,-6 0-78,0 0 0,0 0 67,6 0 0,-3 0-81,-3 0 1,4-2 51,-4-3 0,4 3-4,2-4 1,-1 4-8,1 2 1,0 0-9,0 0 1,-1-6-6,1 0 0,0-1-1,0 1 1,-1 2-39,1-8 1,-6 9 48,0-3 1,0-2-17,6 2 1,-6 0 9,0 6 1,-6 0-3,6 0 0,-8 0 24,2 0 0,2 0 3,-1 0 1,-1 0 4,-6 0 1,0 0 7,1 0 0,-1 0 138,1 0-168,-1 8 1,0-6 0,1 4 0,-9-2-6,-3 2-2,4-5 1,-6 7-54,7-8-22,-7 8-31,4-6-28,-8 6-292,0-8-442,0 0 462,-8 0 1,4 0-590,-7 0 997,7 0 0,-12 0 0,7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1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3787 4241 6009,'10'10'19,"-2"-1"346,-8-3-368,0-4-31,0 6 75,0-8 146,0 0-154,0 8 38,0-7-13,0 7 1,0-8-6,8 0 11,-7 0-14,7 0-23,-8 0 1,2 0-57,4 0 40,-4 0 1,7-6 1,-3 1-17,-4-1-3,14 6 1,-13 0 32,9 0 0,-6-2-19,5-4 1,-5 4 7,6-4 1,-3 3-5,3-3 0,3 4-7,-3-4 1,-2 4 6,1 2 0,1-2-1,5-4 1,1 4 33,-1-3-22,0 3 1,1 2-3,-1 0 0,1-6-8,-1 0 1,-6 0 55,1 6-59,0 0 0,3-2-20,-3-3 24,3 3-4,-13-6-20,6 8-3,-1 0 42,-5 0-26,6 0 209,-8 0-205,0 0 9,-8 0-37,6 0-4,-5-8-52,-1 6-36,6-13 19,-6 5-62,8-7 0,0-1-24,0 1 0,-2 5 75,-3 1 1,3-1-76,-4-5 72,4-1 1,2 1 108,0 0 0,0 5 0,0 1 0,0-1 0,0-5 0</inkml:trace>
  <inkml:trace contextRef="#ctx0" brushRef="#br0" timeOffset="1">4170 4276 6863,'9'0'246,"1"0"-125,-4 0-82,-4 0 1,7 0 5,-3 0 0,-2 0-3,8 0 1,-7 0-7,7 0 1,-6 0-36,5 0 68,-7 0-63,12 0 0,-7 0 20,9 0 0,-7 0 20,1 0-53,-1 0 0,7 0-7,-1 0 5,0 0 0,1 0-3,-1 0 0,1 0-9,-1 0 0,0 0 24,1 0 1,-1 0-9,0 0 1,1 2 14,-1 4 0,1-5 4,-1 5 1,0-4 15,1-2 1,-1 0 40,0 0-54,9 0 1,-7 0 1,4 0 1,-4 0 0,-1 0 1,-7 0 12,1 0-52,-1 0 0,7 0 32,-1 0 1,-5 0-24,-1 0-4,-7 0 0,12-8 2,-7 7 1,3-7-11,-1 8-45,-7 0 53,12 0 17,-14 0 0,7 0-11,-3 0 1,-4 0 20,6 0 6,-8 0 776,0 0-792,0-8 0,0 4 0,0-7 0,0 5-61,0-6 1,0 6-154,0-5 0,0-1-8,0-5 1,0-6 49,0 0 0,0-3-71,0 3 1,0 2 28,0-8 0,0 6-78,0-6 0,0 2 289,0-2 0,0-2 0,0 8 0,0-2 0,0 2 0,0 11 0,0-19 0,0 12 0</inkml:trace>
  <inkml:trace contextRef="#ctx0" brushRef="#br0" timeOffset="2">4378 4467 6571,'10'0'-66,"-3"8"44,-7-6 47,0 5-20,0-7 20,0 0 17,-7 0 0,3 0-15,-8 0 9,8 0-18,-11 0 47,5 0-11,-7 0-4,0 0 0,1 2 37,5 4-11,-5-4 1,8 8-35,-3-4 1,-3-3 59,9 9 0,-7-6-55,6 5 1,-5-5 62,5 6-107,-8-1 0,10 1-8,-7-1 0,7-5-3,-2 6 1,4-6-43,2 5-4,0-7 1,0 6 62,0-4 1,2-5-75,4 5 58,4-4 1,7-2 0,0 0 1,1 0 4,-1 0 0,0-2 0,1-4 1,-1 5 0,1-5 1,-1 4-1,0 2 1,1 0-12,-1 0 10,0 0 1,1 0 0,-1 0 1,-5 0 38,-1 0 0,-5 2 4,6 4 1,-8-3-20,1 9 0,-3 0 5,-2 5 1,0-5-11,0-1 0,-7 1 1,-5 5 1,-3-1-143,-3-5 1,1 5 136,-1-5 0,1 3-246,0-3 0,-1-1 15,1-4 0,0-4 3,-1 3 1,1 3 74,-1-2 0,1 0 138,0-6 0,-1 8 0,1 1 0</inkml:trace>
  <inkml:trace contextRef="#ctx0" brushRef="#br0" timeOffset="3">4517 4484 7956,'10'0'-1501,"5"0"1894,-13-7-633,6 5 234,0-6-284,-7 8 278,7 0 12,-8 0 0,8-8 0,2-1 0</inkml:trace>
  <inkml:trace contextRef="#ctx0" brushRef="#br0" timeOffset="4">4656 4710 7922,'0'18'-1352,"0"-1"1045,0 1 1,0-1 278,0 0 1,0-5 25,0-1 1,0-5-1,0 6 0,0-6-112,0 5 114,0-7 0,0 12 0,0-7 0</inkml:trace>
  <inkml:trace contextRef="#ctx0" brushRef="#br0" timeOffset="5">4830 4571 7902,'-10'10'-1737,"1"-2"2170,3-8 52,4 7-531,-6-5 149,8 6-308,0-8-116,0 0 241,0-8 21,0 6 61,8-5 1,0 5 14,3-4 0,-1 4-13,-4-4 0,-3 4 34,9 2 0,-6 0 8,5 0 1,-5 0 5,6 0 1,-6 0-18,5 0 2,-7 0-37,11 8 1,-13-4-6,4 7 1,2-5-41,-2 6 0,-1-6 39,-5 5-5,0 1 0,-5 5-2,-1 1 1,-6-1-6,6 0 35,-7 1 1,3-1 5,-7 1 1,5-7 202,1 1-122,7-8-127,-12 11-4,15-13-178,-7 6 179,8-8 0,2 0-98,4 0 0,-3-6 20,9 0 0,-6-2-289,5 3 393,1 3 0,5-22 0,1 5 0</inkml:trace>
  <inkml:trace contextRef="#ctx0" brushRef="#br0" timeOffset="6">5177 4571 7891,'12'6'0,"-2"2"-18,-3 1 56,7-5 0,-12 6-266,3-4 0,-1-4 158,2 4-200,-4-5 180,6-1 1,-8-1 23,0-5 0,6 2 71,-1-8-218,1 8 104,-6-11-4,8 5 62,-6-7 24,6 0 1,-8 5 61,0 0-35,0 9 157,0-13-120,-8 6 1,4 1 101,-8 3 1,7 2-110,-7-2 1,6 4 30,-5-3-72,-1 3 1,-5 4 55,-1 3 1,3-1-57,3 8 1,-3-1 18,3 7 0,3-1-8,-3 1 0,2 5 49,-1 0 0,-3 6 4,8-6 0,1 2-40,5-2 1,0-3 3,0 3 0,2 0-44,3-6 1,5 5 49,7-11 1,1-3-200,-1-2 1,1-4 110,-1-2 1,6 0-432,0 0 496,8-8 0,-4-2 0,8-7 0</inkml:trace>
  <inkml:trace contextRef="#ctx0" brushRef="#br0" timeOffset="7">4899 4867 6538,'-9'0'-493,"-5"2"805,8 4 15,1-5-291,-3 7-258,6-8 250,-14 0-28,15 0 0,-9 0 77,4 0 0,4-2-5,-4-4-53,4 5 0,1-7 22,-5 8 15,4 0 79,-6 0 20,8 0-151,8 0 1,-4-2-29,7-4-53,1 4 0,5-6 63,1 8 0,-1-5-107,0-1 1,1 0 74,-1 6 1,0-6-314,1 0 359,7 1 0,-6-3 0,6-2 0</inkml:trace>
  <inkml:trace contextRef="#ctx0" brushRef="#br0" timeOffset="8">4135 7648 7813,'0'9'-1289,"0"1"644,0-4 580,0-4 1,-2 6 130,-4-8 0,4 2 89,-4 3-120,5-3 12,1 6-25,-8-8-13,6 0 1,-8 0-39,4 0 79,4 0-116,-5-8 61,7 6 0,0-7-26,0 3 82,0 4-21,0-6 0,0 6 103,0-4-108,0 5 215,0-7-171,0 8 118,0 0-85,0-8 8,0 6-17,0-6-5,0 8 789,0 0-834,7 0 0,-3 0 56,8 0-16,-8 0-12,11 0 33,-5 0 1,7 6-48,1 0 0,-7 0 45,1-6 1,-1 0-70,7 0 0,-7 0 1,1 0 0,-1 0-31,7 0 0,-1 0-3,1 0 0,-1 0 52,0 0 0,1 0-6,-1 0 0,0 0 35,1 0 1,-1 0-28,1 0 0,-1 0 14,0 0 0,1 0-25,-1 0 0,0 0 11,1 0 0,-1 0-46,1 0 1,-1 6 1,0-1 1,1 1-52,-1-6 0,0 0 46,1 0 1,-1 0-19,1 0 0,5 0 20,0 0 0,0 0-46,-6 0 1,1 0 32,-1 0 1,1 0-3,-1 0 1,0 0 60,1 0 0,-1 0 10,0 0 1,1 0 76,-1 0 0,1 0-69,-1 0 1,2 0 11,4 0 0,-3-6-26,3 1 1,-4-1-23,-1 6 0,5-2 1,0-4 1,0 4-91,-6-4 0,7 4 52,-1 2 0,0-5-89,-6-1 1,6 0 41,1 6 0,1-6 41,-2 0 0,-4 1-1,4 5 1,-1 0-2,1 0 1,-4-6 6,4 0 0,-3 0 37,-3 6 0,0 0 6,1 0 1,-7 0 14,1 0 1,-1 0 4,7 0 1,-7-6-13,1 1 0,-6-1 5,5 6 1,-5 0-2,6 0-33,-1 0 1,1 0-3,-1 0 0,-5 0-19,6 0 0,-6 0-16,5 0 1,-5 0 4,6 0 1,-7 0-3,7 0 0,-2-2 82,1-4-58,5 4 226,-7-5-218,9 7 0,-7-2 63,1-4 1,-6 4-55,5-4-18,-7 4 1,6 2 8,-5 0-14,-3 0-26,6 0-25,-8 0-2596,0 0 1126,-8 0 1518,6 0 0,-13-8 0,5-1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20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4237 3004 5887,'5'6'-143,"-4"-1"143,5-5 12,-6 5 2,0-4 14,5 5-12,-4-6 0,5 0-10,-2 0-1,-3 0 1,6 0-4,-4 0 0,0 0-2,5 0-4,-6 0 1,8 0 0,-3-6 0,0 5 3,1-3 0,-4 3 2,3 1 101,-4-5-99,7 4 1,-7-4 72,4 5 0,-3 0-47,4 0 69,-6 0-59,8 0 1,-7 0 39,4 0-51,-4 0-6,7 0-36,-4 0 1,2 0 32,0 0 0,-5 0-13,5 0 1,-4 0 14,4 0 2,-1 0-24,5 0 1,-1 0-3,0 0 14,1 0 0,-1 0-1,1 0 1,-1 0 26,1 0 1,-1 0-27,0 0 1,-3 0-23,0 0 0,3 0 15,4 0 0,-3-2 0,-5-1 0,1 1-5,3-1 0,1 1-6,-1 2 1,1-4 0,-1 1 1,-2-2-5,2 1 0,-6 3 1,7-3 0,-3 1 7,2-1 0,-3 3 0,-1-3 1,1 3 0,3 1 0,-3 0 0,0 0 0,-1-1 0,5-3 0,-5 3 0,1-3 0,-1 3 0,5 1 0,-1 0 0,1 0 0,-1 0 0,1 0 0,-1 0 0,-3 0 0,-1 0 0,1 0-3,3 0 1,1 0-1,-1 0 0,-3 0 3,-1 0 0,-3 0-2,4 0 3,-1 0-2,5-5 1,-1 3 1,1-2 0,-5 3-1,1 1 0,-6 0 0,9 0 0,-4 0 1,-2-1 0,-1-3-2,2 3 1,1-4-1,-1 5 1,4-5 28,-9 3 1,6-3 5,-3 5 7,-3 0-10,4 0 5,-5 0-15,0 5 1,0-2 1,0 5 1,0-5-53,0 5 44,0 0 1,0 3-36,0 0 1,-4-3 14,0 0 1,1-1-3,3 5 0,0-1 7,0 1 0,0 3-4,0 0 1,0 1 5,0 0 0,0-2 3,0 5 1,0 0 39,0 4 1,0-1-39,0 1 1,0 0-11,0 0 0,0 0 10,0 0 1,0-1-16,0 1 0,1 0 6,3 0 1,-3 0-3,3 0 1,-3-2 1,-1-2 1,0 3-4,0-3 0,1-1-128,3 1 1,-3-5 118,3 1 1,-3-2-186,-1-2 0,0 0-68,0 1 267,0-6 0,-5 4 0,-1-3 0</inkml:trace>
  <inkml:trace contextRef="#ctx0" brushRef="#br0" timeOffset="1">4317 3678 8015,'-6'-2'-563,"2"-2"-70,-2 3 0,3-4 333,-5 5 694,6 0-388,-8-5 1,7 4-14,-4-3 38,4 3 1,-3 1 40,2 0-74,3 0 3,-4 0 1,1-2-13,0-1 12,0 1 0,3-3-4,-3 5 26,3 0 0,-6 0 19,4 0 103,1 0-108,-3 0 421,5 0-429,5 0 0,-3 2-56,1 1 81,4-1-48,-1 3 0,6-2-11,-1 1 1,0 1-8,1-1 1,3-3 5,0 3 1,2-1-7,-2 1 0,4-3-2,8 3 1,-2-3 4,6-1 0,-1 0-35,4 0 0,2 0 40,2 0 0,-3 0-19,3 0 1,-2 0 20,-2 0 1,1 0-4,-1 0 0,-1-1 4,-3-3 0,2 3 2,-5-3 0,4 3-21,0 1 1,-3 0-2,-2 0 1,-2-2-20,-1-2 0,4 3 29,0-3 0,-1 2-18,-3-2 0,0 3-21,0-3 1,-2 3-2,-2 1 1,-2 0-27,-6 0 0,-1 1-10,-2 3 1,1-2-90,-5 6 176,0 0 0,-4 8 0,0 2 0</inkml:trace>
  <inkml:trace contextRef="#ctx0" brushRef="#br0" timeOffset="2">4466 3255 8076,'11'0'-193,"0"0"1,-4 1 170,-3 3-189,-3-3 0,0 8 29,3-5 1,-3 1 163,3-1 1,-3-2 55,-1 6 0,0-4-4,0 3 0,0-3-2,0 4 1,0-1-29,0 5 0,2-1 54,1 1 1,0-1-22,4 1 1,1 3 7,4 0 0,-1 5-15,0-1 0,-2 3-5,3 1 0,-7-5 12,6-3 0,-2-1 0,2 1 1,1-6-20,-1 2 15,1-7 0,-1 1-73,1-5 1,-5-6 61,1-6 1,-4 0-145,3-7 1,0 3 160,0-3 0,3 2-5,-2-2 0,2-3-2,2 3 0,-1 1 6,0-1 1,1 4-34,-1-4 0,1 5 13,-1-1 0,0 0-134,1 3 0,-2-2 132,-2 7 1,2-2-202,-3 1 1,0-2 12,0 2 1,-3 3-400,4 1 571,-6-2 0,8 5 0,-3-4 0</inkml:trace>
  <inkml:trace contextRef="#ctx0" brushRef="#br0" timeOffset="3">5916 2524 8201,'6'0'-2443,"5"-5"2443,-5 4 362,0-4-276,4 5-106,-8 0 10,3 0 3,-5 0 34,-5 0-31,3 0 30,-8 0-59,9 0 28,-9 0-60,9 0 61,-10 0-4,10 5 1,-5-4 22,2 3-12,3-3 207,-4-1-197,5 0 48,0-5-40,5 4 0,1-9-15,5 2 0,1-1 1,-1 1 0,6-6-10,2 3 1,2-4-42,2 0 0,0 2-11,0-2 0,4-2-14,-1 2 1,0 0-301,-7 3 369,2 1 0,-3-1 0,5 1 0</inkml:trace>
  <inkml:trace contextRef="#ctx0" brushRef="#br0" timeOffset="4">9845 9160 8254,'7'3'-1017,"1"1"1,-4 0 781,3-4 1,-3 0 234,4 0 0,-1 0 0,5 0 0,-1 0 0,1 0 0,-5 0 0,1 0 0,-4 0 0,3 0 0,1 0 0,3 0 0,1 0 0,-1 0 4,1 0 1,-3 0 0,2 0 0,-2 0 1,6 0 0,-2 0 1,-2 0 0,4 0-7,1 0 0,0 0 5,-1 0-5,3 0 0,5 0 0,0 0 0</inkml:trace>
  <inkml:trace contextRef="#ctx0" brushRef="#br0" timeOffset="5">10359 9160 8254,'23'3'-311,"-1"1"1,1 0-389,0-4 1,0 4 592,0 0 1,1-1 136,3-3 1,-3 0-35,2 0 0,0 0 71,0 0 0,0 0 6,4 0 1,-3 0-28,3 0 0,1 0 6,3 0 0,-2 4-43,2 0 1,-6 0-2,6-4 0,-3 0-14,-1 0 0,3 0 42,-2 0 1,2 0-66,1 0 1,-4 0 41,1 0 1,0 0-7,7 0 1,-6-1-4,2-3 0,-1 2 2,6-1 0,-4 1 12,3 2 1,-1-1 2,1-3 1,-2 3 10,2-3 1,2-1-14,2 1 1,-3-3 2,-1 3 0,-2 0-25,-2 4 1,4-4-3,0 0 0,0-1 3,-3 2 0,-2 1-3,-3-1 0,3 1 13,-2 2 0,-3 0-3,-2 0 0,-2 0 9,-1 0 1,0 0-14,0 0 1,-4 0-10,0 0 0,-5 0-51,1 0 1,-2 0-326,-2 0 365,1 0 18,-6 0 0,4 0 0,-4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2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14159 2503 15229,'18'0'-3211,"-7"-6"3296,1 0 29,-8 1-789,11 5 606,-13 0 0,8 0-56,-4 0 65,-4-8 0,7 6-14,-3-4-60,-4-4 1,8 9 123,-5-5 1,-1-2-67,8 2 1,-8-2 9,1 3 32,5 3 311,0-6-209,7 8 85,0-8 0,1 6 27,-1-3 1,-5 3-78,-1 2 27,1-8 1,5 6 53,1-4 0,-7 2 80,1-1-207,-1 3 1,7-6-9,-1 8 0,1 0-119,-1 0 1,-5-6 47,-1 0 0,1 0 41,5 6 1,0 0-97,1 0 0,-1 0 60,1 0 0,1 0-26,4 0 1,-4 0-12,5 0 1,-3 0 31,2 0 1,-2 0 59,8 0 0,-2 0-61,2 0 1,4 0 7,-4 0 0,4 0 48,1 0 1,1 6-114,0 0 1,0 0 48,-1-6 0,1 0 11,0 0 1,0 0 17,-1 0 0,3 0-7,4 0 0,1 0-8,4 0 0,3 0-1,-9 0 1,8-2 94,-1-4 1,1 4-15,-2-4 1,3 3 55,-9-3 1,8 4-71,-1-4 0,-5 2 12,-1-2 1,1 4-16,-1-3 0,1-3 15,-1 2 1,-5-5 73,5 5 0,1-6-21,-1 6 0,1 1-124,-1 5 1,-4 0 15,3 0 0,-5 0-97,-6 0 1,6 0 39,-1 0 1,-1 0-13,2 0 0,0 0 1,-6 0 1,4-2-8,1-4 1,1 4 10,0-4 0,-2 4 10,-4 2 1,3 0 115,-3 0 1,4-6-86,2 1 0,-6-1 63,0 6 0,-2-2-11,2-4 0,2 4 5,-8-4 1,6 4-72,-6 2 1,2-5 37,-2-1 0,-9 0 1,3 6-19,-3 0 0,-3-6-169,1 0 161,-8 1-402,3 5 217,-7 0-280,0 0 1,-7 0 0,-3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2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2658 7422 6200,'0'10'59,"0"-3"-44,0-7 73,0 0-77,0 8-9,0-6 0,2 11 13,4-7 0,-4 2-5,4-2 0,-4-2 35,-2 7 1,0 1 15,0 5 1,0 1-69,0-1 0,1 2 29,5 4 1,-4 2-110,4 4 0,-4 4 35,-2-4 0,6 4-13,-1 2 1,1 0 24,-6-1 0,2-1-15,4-4 0,-4-4-72,4-7 1,-4 5 54,-2 0 72,0 0 0,0-5 0,0-1 0</inkml:trace>
  <inkml:trace contextRef="#ctx0" brushRef="#br0" timeOffset="1">2710 7822 6619,'10'0'-29,"5"0"0,-5 0-7,7 0 1,-5 0-84,0 0 107,-1 0 1,7 0-110,-1 0 0,-6 0 39,1 0 0,0 0-93,5 0 175,0-8 0,1 6 0,-1-6 0</inkml:trace>
  <inkml:trace contextRef="#ctx0" brushRef="#br0" timeOffset="2">3127 7544 8044,'0'11'-559,"0"1"336,8-8-49,-6 11 1,6-11 62,-8 7 1,2-5 161,3 6 0,-3-6 24,4 5 0,-4-5 35,-2 6 1,0-7 1,0 7-9,0 0 1,0 5-24,0 0 1,-6 1 17,0-1 0,-7 0 0,3 1 0</inkml:trace>
  <inkml:trace contextRef="#ctx0" brushRef="#br0" timeOffset="3">2815 8013 8066,'17'0'-1846,"0"0"2174,1 0-288,-9 0 1,7 0-23,-5 0 0,-1 0-110,2 0 1,-7-2 85,7-4 0,-6 4-60,5-4 1,-5-1 88,6 1 0,-7-2-61,7 2 0,0 4 0,5-3 1,-5-3-15,-1 2 1,1-5 1,5 5 1,0-2-54,1 2 103,-8 4 0,13-13 0,-4 5 0</inkml:trace>
  <inkml:trace contextRef="#ctx0" brushRef="#br0" timeOffset="4">3336 7578 8070,'0'10'-1441,"-2"3"1081,-4-7 0,4 2 425,-4-2-22,4-4-42,2 13 0,0-5-6,0 7 0,-2-5-4,-3-1 0,3 1 33,-4 5 1,4-3-3,2 3 0,-2-3 5,-4 9 1,4-4-15,-3-1 0,3 5-14,2 0 1,0 6-52,0-6 1,0 0-63,0-5 114,0-1 0,-8 8 0,-2 2 0</inkml:trace>
  <inkml:trace contextRef="#ctx0" brushRef="#br0" timeOffset="5">3423 7926 8070,'0'17'-712,"0"-7"0,5 0 571,1-5 0,2-3 94,-2 4 1,-2-4 112,7-2-313,-7 0 166,11 0 81,-5 0 0,7 0 0,1 0 0</inkml:trace>
  <inkml:trace contextRef="#ctx0" brushRef="#br0" timeOffset="6">3023 8204 8155,'0'17'-812,"0"1"647,0-1 0,0 1-85,0-1 1,-6-5 104,0-1 0,1-5-23,5 5 0,-2-5 163,-4 6 0,4-6-5,-4 5 1,2-7 80,-1 2-75,3 4 1,-6-7 82,8 9-58,0-8 47,0 4 37,0-8 216,8 0-253,1 0 0,9 0 10,-1 0 1,0 0 65,1 0 1,-1 0-77,0 0 0,3-2-109,3-4 0,-2 2 117,8-8 0,-6 3-223,6-3 1,-6-1-15,6 7 0,-5-6-333,4 6 494,-6-7 0,11 3 0,-6-7 0</inkml:trace>
  <inkml:trace contextRef="#ctx0" brushRef="#br0" timeOffset="7">3666 7596 8056,'9'0'-968,"7"0"1,-14 2 1965,4 3-891,3-3 1,-7 8-452,4-4 237,-4-4 0,-2 13 115,0-3 0,0-3 74,0 3 0,0 0 8,0 5 0,0 0 0,0 1 1,0-1-85,0 0 0,0 3-86,0 3 1,0-4 12,0 4 0,0-3-169,0-3 1,0 1-314,0-1 549,-8 0 0,6 1 0,-13-9 0,5-1 0</inkml:trace>
  <inkml:trace contextRef="#ctx0" brushRef="#br0" timeOffset="8">3718 7839 8056,'10'0'-1845,"-1"0"2372,-3 0-485,-4 0 1,8 0 43,-5 0-31,-3 0-133,14 0 1,-12 0 1,7 0 0,-5 0 78,6 0 1,-7-6-71,7 0 0,-6 1 60,5 5 0,-1-2-26,2-4 0,3 4-138,-3-4 172,3 4 0,10-5 0,2-3 0</inkml:trace>
  <inkml:trace contextRef="#ctx0" brushRef="#br0" timeOffset="9">4031 7596 8038,'-10'9'-818,"2"7"0,6-14 721,-3 3 98,3 5 1,-6-6-1,8 8 0,-2-9 66,-4 3 1,4-2 12,-4 2 1,5-2 138,1 7 1,0-5-114,0 6 1,0-6-64,0 5-76,0 1 0,-6 5-133,0 0 1,0-5 116,6 0 1,0-1-90,0 7 0,0-7-51,0 1 1,0-6-101,0 5 289,0 1 0,-8 5 0,6 1 0,-5-1 0</inkml:trace>
  <inkml:trace contextRef="#ctx0" brushRef="#br0" timeOffset="10">3683 8013 8038,'6'11'0,"0"1"-84,0-8 60,-6 11-40,0-13 1,1 6 97,5-8-339,-4 0 275,6 0 70,0 0-219,1 0 192,9 0-133,-1-8 1,0 4 55,1-7 0,-7 5-349,1-6 140,0 9 273,5-5 0,0 0 0,1-2 0</inkml:trace>
  <inkml:trace contextRef="#ctx0" brushRef="#br0" timeOffset="11">3874 8048 8038,'0'17'-603,"-7"0"1,3-1 209,-8-5 390,8 5-108,-3-7 1,5 3-41,-4 0 112,4-8 0,-6 5 31,8-3 0,0-4 1,-2 8 13,-4-5-6,5-3 0,-15 6 0,6-8 0</inkml:trace>
  <inkml:trace contextRef="#ctx0" brushRef="#br0" timeOffset="12">3544 8291 8038,'18'0'-121,"-7"0"76,1 0 1,-6 0 31,5 0 1,-5 0-495,5 0 478,1 0 0,5-2-83,1-4 1,1 4 130,4-4 0,-1-3 30,6-3 1,1-3-63,6-3 0,0 1-92,0 0 1,-6-1-92,0 1 0,0 5 114,5 1 0,-1 1-133,-4-2 0,2-1 133,-8 7 0,0-5 82,-5 5 0,-1 0 0,0 6 0,1 0 0</inkml:trace>
  <inkml:trace contextRef="#ctx0" brushRef="#br0" timeOffset="13">3631 8447 8038,'15'-2'-16,"-3"-3"0,4 3 80,-5-4 0,-1 2 38,1-2 0,1 4-165,5-3 0,1-3-162,-1 2 0,6-2 139,0 2 0,2-1-60,-1-5 0,-5-3 23,4 3 0,-2 2 102,2-1 0,-3-1 14,3-5 0,-6 5-55,-5 1 0,3 5-126,-3-6-109,3 9 194,3-5 1,-3 10 16,-3 4 104,-4 3 1,-8 9-31,0-1 1,0 0 90,0 1 0,-2-1-79,-4 0 0,2 1 15,-8-1 0,7 1-51,-7-1 1,6 0 43,-5 1 1,7-7-9,-2 1 0,-4-1 0,1 7 0</inkml:trace>
  <inkml:trace contextRef="#ctx0" brushRef="#br0" timeOffset="14">4552 7787 7926,'-10'2'-1895,"4"4"2653,-3-4-422,7 5 0,-12-5-701,9 4 206,-1-4 289,6 6 4,0-8 74,0 0-203,7-8 1,-3 4-400,8-8 288,-1 1 1,5-7-121,-5 1 0,5 6 66,-4-1 1,-3 2 159,3-1 0,-1-5 0,7 7 0</inkml:trace>
  <inkml:trace contextRef="#ctx0" brushRef="#br0" timeOffset="15">4587 8152 8015,'0'11'-220,"0"1"0,0-6 314,0 5-137,0-7 1,0 6 93,0-4 1,0-2-358,0 7 38,0-7 21,0 4 217,0 0-28,0-7-125,0 7 62,0-8 39,0 0 0,0-8 1,0-1-1</inkml:trace>
  <inkml:trace contextRef="#ctx0" brushRef="#br0" timeOffset="16">5525 7839 7482,'-10'0'-1333,"2"0"1205,1 0 169,5 0 90,-6 0-29,0 0 4,6 0-103,-13 0 1,13 0 19,-6 0 8,1 0-51,5 0 0,-8 0 48,4 0-14,4 0 0,-7 0-23,3 0 4,4 0 0,-8 6-6,4 0 0,3 1 0,-9-1 0,6-2-2,-5 8 0,5-3-5,-6 3 1,3 3-5,-3-3 1,-3 3 10,3 3 0,-3 5 123,-3 0 0,7 2-67,-1-2 1,2 2 11,-1 4 0,-3 2-40,8-8 0,1 6 11,5-5 0,0 5-28,0-6 0,0-6-4,0-5-3,7-1 0,3-1 20,7-4 1,1-4-28,-1-2 1,2 0 6,5 0 0,-5-6-1,4 0 0,-4-7 9,-1 1 0,-1-3 2,1-3 1,-1 7-4,0-1 1,1-2-1,-1-9 1,0 4-24,1-4 1,-3 3 22,-3 3 1,1-2-44,-7-4 1,6 3 39,-7-3 1,1-2-1,-6 2 0,0 5 2,0 7 1,0-1-1,0-5-9,0 7 0,0 1-7,0 3 7,0 4 0,-2-6-6,-3 8 44,3 0 87,-14 8 15,14 2-123,-13 7 0,13 0 6,-4 1 1,4-1-8,2 0 1,0 1 2,0-1 1,0 1-50,0-1 0,0 2 52,0 4 0,0-3-140,0 3 1,2-4 7,4-1 1,-4-1-167,4 0 286,3 1 0,1-1 0,7 1 0</inkml:trace>
  <inkml:trace contextRef="#ctx0" brushRef="#br0" timeOffset="17">5820 7630 7964,'17'0'-2069,"-5"0"3027,0 0-419,-8 0-666,3 0 212,-7 0-372,8 0 243,-6 0 0,6 2 30,-8 4 1,0-2 57,0 8-8,0-9 1,-2 13-6,-4-4 1,4-3-11,-4 3 1,4-1 5,2 7 1,-2-1-32,-3 0 1,3 1-14,-4-1 1,4 1-15,2-1 0,0-5-59,0-1 199,0 1-112,0 5 0,2-7 48,4-4 0,-3 1-56,9-1 1,0 0 4,5-6 1,-2-2-8,-3-4 1,9 4-2,-3-4 0,3-1-17,-4 1 1,1-8-22,-1 3 1,0 3-167,1 2 0,-7-1 89,1 1 1,-2-2 128,1 2 0,5 4 0,-7-5 0</inkml:trace>
  <inkml:trace contextRef="#ctx0" brushRef="#br0" timeOffset="18">5733 8082 7964,'10'10'-170,"5"-2"0,-5-8-284,7 0 0,1 0 443,-1 0 1,0 0-9,1 0 1,7-2-171,4-4 0,2 2 110,-2-7 1,4 1 89,-4-2 1,3-3-129,3 3 1,-6 3 116,0-3 0,-8 8 0,12-11 0,-6 5 0</inkml:trace>
  <inkml:trace contextRef="#ctx0" brushRef="#br0" timeOffset="19">5924 8221 8008,'0'18'0,"0"-7"-703,0 1 0,6-6 0,0 5 770,0 1 1,-4 3-42,3-3 0,-3-2 3,4-5 1,-2-1 104,2 8 9,-4-8-49,13 11-1,-5-13-40,7 6-7,1-8 0,-1 0-100,0 0 0,1 0 85,-1 0 1,0 0-6,1 0 0,-1-6-17,1 0 1,-1-5-8,0 5 1,6-6 14,1 6-17,-1-7 0,2 3 0,2-7 0</inkml:trace>
  <inkml:trace contextRef="#ctx0" brushRef="#br0" timeOffset="20">7366 7578 7868,'0'10'-1393,"0"-2"1351,0-8 53,0 7-35,0-5 1,0 8-54,0-4-13,0-4 125,0 13-43,0-5 0,-5 7 12,-1 1 0,-2-1 4,2 0 1,2 1-6,-7-1 1,5 8 3,-6 4 0,7 4-15,-7 2 0,0 7 16,-5 5 0,6 3-39,-1 2 0,0-2 32,-5-3 1,7 1-44,5-8 1,-3-5-20,2-6 1,0-8-61,6 3 121,0-5 0,-7-2 0,-3 1 0</inkml:trace>
  <inkml:trace contextRef="#ctx0" brushRef="#br0" timeOffset="21">7384 7630 7868,'17'0'-376,"0"0"0,-5 0 214,0 0 1,-9 2-54,3 4 269,4-4 0,-6 12-135,7-9 0,-7 3 78,2-2 0,-2-2 34,2 7 0,-4-5 32,3 6 1,-1-1-9,2 7 1,-4-1-53,4 0 0,2 7 21,-3-1 1,7 8-21,-6-2 0,5 4 35,-5 1 0,6 1-86,-7 0 0,7 0 23,-6-1 0,2 1-8,-3 0 0,-1-6-25,8 0 1,-6-8-128,5 2 1,-7-3 108,2-3 1,-4 0-96,-2 1 1,0-7 169,0 1 0,7-1 0,3 7 0</inkml:trace>
  <inkml:trace contextRef="#ctx0" brushRef="#br0" timeOffset="22">7158 8221 7868,'8'10'23,"-5"-2"-209,9-8 0,-6 0 148,5 0 1,1-6-64,5 0 0,1-5 11,-1 5 0,2-6-44,5 6 0,-5-7 113,4 1 1,2 3-18,-2-3 0,6 0 69,-6-5-31,8 0 0,-11-1 0,5 1 0</inkml:trace>
  <inkml:trace contextRef="#ctx0" brushRef="#br0" timeOffset="23">7853 7578 7868,'-8'10'-140,"6"0"-99,-4-5 236,4-3 1,2 8-174,0-4 0,0-2 168,0 7 1,0-5 60,0 6 72,0-1 0,0 7-53,0-1 0,0 0-53,0 1 1,0-1 25,0 0 1,0 1-266,0-1 1,0 1-5,0-1 1,0-5-328,0-1 303,8 1 248,-6 5 0,6-7 0,-8-2 0,0-1 0,0 3 0</inkml:trace>
  <inkml:trace contextRef="#ctx0" brushRef="#br0" timeOffset="24">7870 7804 6671,'10'0'52,"5"0"-98,-5-7 0,7 5 60,1-4 0,-7-2-160,1 2 1,-1-1 49,7 1 0,-7 2-52,1-8 0,-2 7 122,1-7 1,5 6 25,-5-5 0,5-1 0,1-5 0</inkml:trace>
  <inkml:trace contextRef="#ctx0" brushRef="#br0" timeOffset="25">8096 7578 7868,'0'18'-966,"0"-1"1,0 0 1239,0 1 0,0-7-172,0 1-103,0 0 0,0 5-76,0 0 0,0 1 71,0-1-37,-8 0 0,6 1 58,-3-1-95,3 1 0,-4-1 42,0 0 0,-2-5-195,3 0 233,3-9 0,-14 21 0,7-5 0</inkml:trace>
  <inkml:trace contextRef="#ctx0" brushRef="#br0" timeOffset="26">7853 7961 7868,'-10'7'0,"-3"-3"0,7 8 70,0-8-142,6 3-542,0-7 437,0 0 213,8 0 127,1 0 1,9 0-113,-1 0 1,1-5-57,-1-1 0,0-2-106,1 2 0,-1 4-57,0-3 1,1-3 50,-1 2 1,1-5-455,-1 5 571,0-8 0,8 5 0,2-9 0</inkml:trace>
  <inkml:trace contextRef="#ctx0" brushRef="#br0" timeOffset="27">7610 8169 7868,'17'0'62,"0"0"0,1 0 127,-1 0 1,2-6-388,5 1 1,-3-9 45,8 3 1,0 1-109,5-2 0,1 1 120,0-7 0,-2 1-59,-4 0 0,4-1 92,-5 1 0,3-1 91,-2 1 0,-4 5-42,-7 1 1,-1 7-49,1-2 0,-1-1 28,0 1 54,-7 0 0,0 12 15,-5 0 1,-3 7 39,4-1 0,-4-3-21,-2 3 0,-6 1 150,0 11 1,-7-5-102,1 4 0,3-4 53,-3-1 0,1 1-93,-7 4 1,1-3-41,-1 3 1,3 2 1,3-2 1,-3 0-14,3-5 1,-1-1 63,1 0-32,-3-7 0,5 5 0,-7-5 0</inkml:trace>
  <inkml:trace contextRef="#ctx0" brushRef="#br0" timeOffset="28">8270 7665 7861,'17'0'0,"-5"-2"0,-1-4-212,1 5 1,5-7 88,1 8 1,-1-2-102,0-4 1,-5 4 155,0-4-10,7-3 1,6 5 59,4-8 1,-4 6-99,-8-5 0,1 5-93,-1-6 212,0 9-3,1-13 0,-1 7 0,1-9 0</inkml:trace>
  <inkml:trace contextRef="#ctx0" brushRef="#br0" timeOffset="29">8305 7874 7861,'0'17'119,"0"1"-339,7-9 1,3-1 147,7-8 1,-5 0-128,-1 0 1,1-2 14,5-4 1,1-2-30,-1-3 0,1-5 126,-1 5 0,0 1 29,1-1 1,-1-1 57,0-5 0,1-1 0,-1 1 0</inkml:trace>
  <inkml:trace contextRef="#ctx0" brushRef="#br0" timeOffset="30">8305 7717 7861,'0'12'-67,"0"0"1,0-7-8,0 7 1,0-6 116,0 5 0,0 1-168,0 5 0,0-3 114,0 3 1,0-3-114,0 9 0,0-2-41,0 2 0,1-3 155,5 3 1,-2-4-52,8-2 0,-1-5 96,7 0 1,-1-9-43,0 3 1,3 2-62,3-2 1,-2 0-3,8-6 0,-6 0 58,6 0 12,0-8 0,6-2 0,0-7 0</inkml:trace>
  <inkml:trace contextRef="#ctx0" brushRef="#br0" timeOffset="31">8669 7787 7565,'0'10'-503,"0"-3"324,0-7 234,0 0-120,8 0 1,2 0 61,7 0 0,0 0-110,1 0 0,-1-7-234,1-5 347,-1 4 0,0-15 0,1 4 0</inkml:trace>
  <inkml:trace contextRef="#ctx0" brushRef="#br0" timeOffset="32">9086 7439 7861,'0'18'0,"6"-1"4,0 0 314,0-7-630,-6 5 1,0-5 161,0 8 1,0-7 67,0 1 0,-2-1 111,-4 7 1,2-1 246,-7 0 0,5 7-56,-6-1 0,3 8-122,-3-2 1,-4 3-82,5 3 1,1 2 14,-1 3 0,5-3-157,-6 4 1,6-3 62,-5 3 0,7-6-223,-2-1 0,-1-1 55,1-10 0,0 1-58,6-7 1,2-7 103,4-5 1,-2-3-50,7-2 233,1 0 0,5-7 0,0-3 0</inkml:trace>
  <inkml:trace contextRef="#ctx0" brushRef="#br0" timeOffset="33">9642 7683 7789,'2'9'-1374,"4"-3"2465,-4-4-796,6-2-735,-8 0 367,7 0 0,-3 0-98,8 0 324,-8 0-57,11 0-106,-5 0-63,7 0 1,1-2-35,-1-4 0,-6 4 44,1-3 0,0 3-154,5 2 0,0-6 74,1 0 0,-1 0 143,1 6 0,-1-8 0,8-1 0,2-9 0</inkml:trace>
  <inkml:trace contextRef="#ctx0" brushRef="#br0" timeOffset="34">9677 7961 7789,'17'0'0,"1"0"-44,-1 0 0,1 0-9,-1 0 1,6 0-22,0 0 1,0-2-293,-5-4 0,-1 4 70,1-4 0,-1 2 296,0-1 0,8-5 0,2-7 0</inkml:trace>
  <inkml:trace contextRef="#ctx0" brushRef="#br0" timeOffset="35">9660 7683 7833,'0'11'0,"0"1"0,0-6-250,0 5 0,0-5 277,0 6-231,0-1 0,0 6 121,0 1 1,0-1-20,0 1 0,0-1 36,0 0 0,0 1 41,0-1 0,0 1 48,0-1 0,-6 0-8,0 1 1,0-7 15,6 1 1,-6-1-29,1 7 1,-1-1-26,6 1 37,0-1 1,-6 0-255,0 1 229,1-1 1,5 0-9,0 1 1,0-7 63,0 1 0,5-6 44,1 5-62,8-7 1,-5 4 11,9-8 0,-1 0 104,0 0 0,1 0-105,-1 0 1,1-2-17,-1-4 1,0 2-66,1-7 1,1 5-144,4-6 1,-4 7 130,5-7 54,3 0 0,0-5 0,7 0 0</inkml:trace>
  <inkml:trace contextRef="#ctx0" brushRef="#br0" timeOffset="36">10111 7630 7138,'12'0'0,"0"0"0,-7-2 18,7-3 0,-6 3-1,5-4 0,1 4-233,5 2 92,1-8 0,-1 6-44,0-3 0,1 3 95,-1 2 0,0 0-1,1 0 1,-7 0 12,1 0 0,-2 2 43,1 3 0,3-1 34,-8 8 0,1-1 174,-1 7 0,-4-1-109,4 1 0,-4 7 55,-2 4 0,-8-2-235,-4 2 0,-3 0 138,-2 5 1,-1-7-125,1-3 0,-1 1 10,1-2 0,0-6-255,-1-5 330,-7-1 0,-2 7 0,-8-1 0</inkml:trace>
  <inkml:trace contextRef="#ctx0" brushRef="#br0" timeOffset="37">10407 7596 7766,'9'0'-309,"-1"0"1,-8 2 1101,0 3-938,0-3-18,0 6 9,0-8 1,2 0-9,4 0 181,-4 0 21,5 0-19,-7 0-156,8 0 139,2 0-38,7 0 1,1 0 45,-1 0 1,-2 2-24,-3 4 0,3-4 12,-3 3 0,3-1-6,3 2 1,-1-4-18,1 4 17,-1 4 0,0-9-5,1 5 0,-7 2 6,1-2 1,-6 7 8,5-1 1,-7 3-7,2 3 1,-4-1-57,-2 0 1,-2 7 15,-4-1 0,2 2-76,-7-2 1,1 2 55,-2 4 1,-3-2-19,3-4 0,-3-3-73,-2 3 1,-1-4 55,1-1 0,-1-1 96,1 0 0,0-7 0,-1-2 0</inkml:trace>
  <inkml:trace contextRef="#ctx0" brushRef="#br0" timeOffset="38">10980 7561 7766,'0'17'-1047,"-8"1"914,-1-1 1,-3-2 64,0-3-77,9 4 239,-13-7 1,14 3 7,-4-1 1,-1-5-65,1 6 0,0-6 2,6 5 0,0-5-126,0 6 1,0-1 23,0 6 0,0-5-69,0 0 1,0-1 112,0 7 0,0-1-18,0 0 1,0 1 9,0-1 0,0 1-11,0-1 1,0 0-5,0 1 1,-6-1 13,1 0 1,-1 1 26,6-1 0,-8 1 0,-2-1 0</inkml:trace>
  <inkml:trace contextRef="#ctx0" brushRef="#br0" timeOffset="39">10911 7891 7766,'9'8'-1477,"-1"-6"1871,0 6 1,-5-8-372,9 0 1,-6 0-588,5 0 260,-7 0 272,12 0 0,-12-2 70,7-4 1,-5 4-22,6-4-17,-9-4 0,13 1 0,-6-9 0</inkml:trace>
  <inkml:trace contextRef="#ctx0" brushRef="#br0" timeOffset="40">11119 7648 7762,'10'0'-32,"-1"0"80,-3 0 1,-4 2-40,4 4 0,-2-5-458,1 5 190,-3-4-236,14-2 581,-6 0 1,1 0-31,1 0 64,-1 0 0,7-6-102,-1 1 1,-2-3-37,-3 2 0,3 4 24,-3-4 0,3 2-117,3-1 1,-1 3 102,1-4 1,-1 4-40,0 2 1,-1-2 7,-5-4 0,5 4 9,-5-3 1,-1 3 30,2 2 1,-7 2-1,7 3 0,-8-1 7,2 8 0,-4-1-2,-2 7 0,-2-1 0,-4 1 1,-2 5-7,-3 0 1,-11 8-3,5-2 1,-6-2 1,0 2 1,1-2-2,-7 2 1,0 4-121,-5-4 0,-1-2 57,0 2 0,6-2-12,0 2 1,0 2 3,-5-8 0,5 2-10,0-2 0,7-6 37,-1 1 0,6-1 45,5-5 0,-3-5 0,13 1 0,-6-16 0,8-1 0</inkml:trace>
  <inkml:trace contextRef="#ctx0" brushRef="#br0" timeOffset="41">11293 8030 7762,'17'10'0,"0"3"-89,1-7 80,-1 0 0,1 0-61,-1 0-501,0-1 180,1 3 297,-1-6 1,-5 12 351,-1-9-248,-7 1 1,4-4 260,-8 4-406,0-4-279,0 13 297,0-5 0,2 0-213,4-5 330,-4 5 0,5-8 0,-7 6 0</inkml:trace>
  <inkml:trace contextRef="#ctx0" brushRef="#br0" timeOffset="42">11744 7509 7767,'0'19'0,"0"4"0,0-9-16,0 3 1,-1-5 88,-5-1 1,4 5-82,-4-5 1,-2 7 15,3 5 0,-1-4-179,6 4 1,-6-1 150,0 1 0,0 2-101,6 4 0,-2 4 137,-3-4 0,3 5 38,-4 7 1,4-4-79,2 3 0,0-3-1,0-2 1,0 1 13,0 5 1,0-4-23,0 3 1,0 3-86,0-3 0,0 3 75,0-3 1,0-9-14,0 4 0,0-6-129,0 0 0,0-2-12,0-4 197,0-4 0,-8 7 0,-1-9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4T08:09:25.25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4900 9571 8007,'1'6'-1421,"3"-2"853,-3 2 562,4 1 0,-5 0 161,0 1-249,0-6 0,1 7 46,3-5-18,-3 0 64,4 1 1,-5-3-7,0 6 63,0-5-67,0 7 0,4-8 66,0 6 1,0-4-48,-4 3 0,0-3 94,0 4 0,0-1-45,0 5 1,0-1 7,0 1 0,4 0-8,-1 3 0,1-1 7,-4 5 1,0 1-10,0 2 0,0 2-11,0 3 0,0-1 47,0 4 0,0 0-39,0 5 1,0-1-94,0 0 0,0 0 23,0 1 1,-4-5-10,1 1 1,-1-6 2,4 2 0,0-7-117,0-1 1,0-5-198,0 1 173,0-2 166,0-2 0,-5-4 0,-2-2 0</inkml:trace>
  <inkml:trace contextRef="#ctx0" brushRef="#br0" timeOffset="1">4865 9582 6804,'7'-5'-190,"-1"2"168,-2-4 0,-2 3 65,6-4 1,-4 5-12,3-5 1,0 4-19,0-3 0,3 3 8,-2-4 0,4 4-52,3-3 0,-3 3 42,4-4 1,1 6-3,2-2 1,-1 3-16,1 1 0,0 0-9,4 0 1,0 0 18,0 0 1,-2 1-5,-2 3 0,3-2 87,-3 6 0,1 0-87,-1 3 1,-1-1 3,-3-2 0,-2 2 7,2-2 0,-3 2-1,-5 1 0,2 1-12,-5-1 1,0 0-7,-4 1 1,0-1 1,0 1 0,-5-1 6,-3 0 1,-2 5-16,-1-1 1,-2 0 10,-2-3 1,1-1 2,-5 0 0,0 1 1,-4-1 1,-4 4-1,0 1 0,-3-1-45,3-4 0,-4 1-6,0-1 0,-2-1-176,-1-2 0,1 2 226,2-2 0,-2 2 0,4 1 0</inkml:trace>
  <inkml:trace contextRef="#ctx0" brushRef="#br0" timeOffset="2">5528 9696 8021,'0'12'-921,"0"-1"0,0-3 851,0-1 1,0 1 495,0 3 1,0 1-585,0-1 1,0 1-12,0-1 0,0 1 68,0-1 0,-4 0 132,0 1 0,0-1-2,4 1 1,0 0 8,0 4 1,0 0 2,0 3 0,0 3-37,0-3 0,4 2 11,0 2 1,5 0 9,-2 0 0,4 3-6,0 1 0,0-2 2,1-6 1,3 2-19,0-6 0,4-1-8,-3-6 0,3-3 80,-4-5 0,4 0 5,-4 0 1,4-5 123,-4-3 1,1-3-92,-5-5 0,0 2 57,1-5 0,-1 4-64,1-4 0,-2 0 61,-3-4 0,4 0-98,-4 1 1,2-3-22,-1-1 0,1 2 12,-6-3 1,1-1-157,-4 1 0,0 1-292,0 3 0,0 0 161,0 0 1,0-2-47,0 2 1,0-1 29,0 9 0,-1-1 243,-3 5 0,3-5 0,-4-2 0</inkml:trace>
  <inkml:trace contextRef="#ctx0" brushRef="#br0" timeOffset="3">6167 9651 7876,'-6'5'-82,"-4"-4"62,3 4 23,-4 0 0,1-2-234,2 4 1,2-4-23,2 1 0,3-2 127,-3 2 1,-1-1 97,1 4 1,-3-3 60,3 4 0,-1-1-1,1 5 1,3-5-25,-3 1 0,-1 1-41,1 6 1,-1-2 42,1 2 0,3-2 2,-3-2 1,3 4-12,1 0 1,0 1 11,0-5 1,1 0-29,3 1 1,2-4 8,5-1 1,1-1 0,-1 2 1,1 1 3,-1-5 0,2 3 2,2-3 0,-2 1-1,2-1 0,1-3-2,0 3 1,-1 1 32,-4-1 1,5 1-29,-1-1 119,0-3 1,-4 9-40,1-2 0,-6-2 102,-2 2-138,-3 0 1,-2 3 13,-3 0 1,-2 5-54,-6-1 0,-3 0-11,0-4 1,-4 1-177,4-1 1,-6 1 66,2-1 0,-2 1-73,-2-1 1,0-1-41,0-2 0,0 2 225,1-2 0,-1-3 0,0 0 0</inkml:trace>
  <inkml:trace contextRef="#ctx0" brushRef="#br0" timeOffset="4">6544 9548 7896,'0'11'0,"0"1"-1337,0-1 1002,0 1 1,-1-1 504,-3 0 1,3-3-84,-3 0 0,1-2-153,0 2 0,1 2 83,-1-3 0,1 3-8,2 2 1,0-4 19,0-1 0,0 1 1,0 3 0,0 2-30,0 2 0,0-2 13,0 2 0,0 3-12,0 1 0,0 2-6,0 2 0,4 0-8,0 0 1,0 1 11,-4 3 1,1-2-9,3 5 1,-3-4 30,3 1 1,-3-3-2,-1-2 1,4-2-164,0-1 1,0-6 40,-4 3-165,5-4 266,-4-5 0,4-2 0,-5-5 0</inkml:trace>
  <inkml:trace contextRef="#ctx0" brushRef="#br0" timeOffset="5">6636 9833 7868,'7'0'-255,"1"0"0,-4-3 43,3-1-140,1 0 289,3-1-82,1 4 1,-1-8 88,0 5 1,-3 0 25,0 4 0,-1-4-27,5 0 1,-5-1 78,1 2-160,0 1 1,3-7 137,0 6 0,1-6 0,-1 2 0</inkml:trace>
  <inkml:trace contextRef="#ctx0" brushRef="#br0" timeOffset="6">6875 9434 7868,'8'0'-511,"0"0"479,-6 0 1,4 0-64,-2 0 1,-2 1 106,1 3-81,-1-3 84,-2 9 0,0-4 38,0 6 1,1-1 40,3 1 1,-3 3-4,3 0 0,-3 5 45,-1 0 0,0 2-64,0 5 0,1 2-30,3 5 1,-3 5 47,3-1 1,1 1-229,-1-1 0,1-4-24,-1 1 1,-2-2-34,6-7 1,-4 1 88,4-4 0,-2-6-110,1-1 0,2-4 6,-5 0 1,4-1 73,-4 1 136,-1-6 0,2-1 0,2-5 0</inkml:trace>
  <inkml:trace contextRef="#ctx0" brushRef="#br0" timeOffset="7">7504 9377 7821,'0'7'0,"0"1"-73,0-6 70,0 8 1,0-7-337,0 5 304,0-6 1,-4 8-1,0-2 1,-1-2 11,1 2 1,1-1 22,-4 5 0,3-1 10,-4 1 1,5 0-6,-5 4 1,0-2-4,-3 5 0,1 0 24,2 4 1,-2 1-84,2 2 0,-2 3 84,-1 6 0,-1 0-35,1 3 0,3-1 46,1 5 0,4 0-2,-1 4 0,3-6 17,1-2 0,1-3 96,3-5 0,6 2-161,6-6 0,3 1-91,-4-4 0,4-5-140,-4-3 1,5-2 84,0-2 0,-4 0-49,-1 1 0,3-6-59,1-2 266,-2-3 0,9 4 0,-2 2 0</inkml:trace>
  <inkml:trace contextRef="#ctx0" brushRef="#br0" timeOffset="8">7858 9456 7255,'0'8'-263,"0"0"510,0-6-127,0 8 1,0-3-71,0 4 0,0 1 9,0-1 0,0 4-131,0 0 0,0 7 83,0 1 1,0 1-90,0 6 0,0 1 65,0 3 1,-2 0-2,-2 1 0,3-1 78,-3 0 1,3-1 0,1-2 1,0-5-22,0-7 0,0 2 19,0-6 0,1 3 64,3-7-74,-3 3 0,10-13-3,-4 3 1,3-3 1,2-1 0,3-5-79,0-2 0,6-5 8,-2-3 1,2 1-143,2-5 1,-1 5 23,-3-1 0,2 2-215,-2 2 0,2 1 65,-2 2 0,-2-1 287,-1 5 0,-4-5 0,5 3 0</inkml:trace>
  <inkml:trace contextRef="#ctx0" brushRef="#br0" timeOffset="9">8509 9993 7727,'-2'12'0,"-2"-1"0,2-1-65,-6-2 0,5 2 38,-5-2 1,0 2-55,-3 1 1,-1 1 41,1-1 0,0 0-190,-1 1 1,1 3 68,-1 0 0,-3 1 140,0-5 0,-2 0 63,2 1 1,2-2-56,-2-2 0,3 2-97,0-3 109,6-2 0,-4 6 0,3-5 0</inkml:trace>
  <inkml:trace contextRef="#ctx0" brushRef="#br0" timeOffset="10">9217 9628 7722,'-12'6'0,"5"3"-37,-1-5 1,4 0 260,-3-4-846,4 0 412,-7 5 1,7-4-51,-4 3 1,3 1 234,-4-1 0,4-1 77,-3-3 7,-1 6 0,-3-1 115,-1 2 1,1 3-190,0-2 0,3-2-1,0 2 0,1 3-25,-5 5 1,1 0 39,-1-1 1,2-1-12,3 5 1,-2-1 15,5 1 0,0-2-15,4-6 1,0 4 1,0 1 0,0-5 20,0-3 0,5-6 65,3 2 0,2-3-69,1-1 0,1 0 92,-1 0 1,1-1-87,-1-3 0,4-2-3,1-6 1,0 0 1,-1-4 1,-2 4-1,2-4 0,-1 3-65,1-3 1,-2 2-131,2-5 1,-2 4-31,-2-4 1,2 4 73,2-4 1,-6 1 142,3-1 1,-3-1-24,2 4 0,-3 1 128,-1 4 0,-4 3-117,1 1 40,2 4 1,-5-1 13,3 8 0,-3 2 27,-1 6 1,0-1 69,0 1 1,0 4-63,0 3 1,-1-1-45,-3 1 0,3-4-28,-3 4 0,2 0-7,-2 4 1,3-1-59,-3-3 1,2 2-147,2-2 0,0-1 202,0 1 0,0 0 0,0 4 0</inkml:trace>
  <inkml:trace contextRef="#ctx0" brushRef="#br0" timeOffset="11">9605 9342 7722,'0'8'-1228,"0"-1"921,0 1 0,0 0 1388,0-1-566,5 1-731,1 8 0,6 1 194,-1 2 0,1-1-24,-1-3 1,-1-1 223,-2 5 0,2-4-83,-2 4 1,2 0-29,1 4 0,-3 4-43,-1-1 1,-3 6-71,4-1 0,-6 5 48,2 2 0,-4 9-140,-4-1 1,-2 4-89,-5-1 0,-2-2 51,-2 3 1,-4 0 174,-8 0 0,3-1 0,-4-3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리스트를 프로그램으로 구현하기 위해서 꼭 필요한 것은 데이터를 저장할 메모리 공간이에요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충분한 크기의 메모리 공간을 확보해서 주소만 저장해 놓으면 데이터를 저장할 수 있어요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그리고 관리를 편하게 하기 위해서 총 데이터 수도 따로 저장해둬요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351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리스트를 써서 </a:t>
            </a:r>
            <a:r>
              <a:rPr lang="en-US" altLang="ko-KR"/>
              <a:t>A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알파벳 문자를 저장하려면 어떻게 하면 될까요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먼저 리스트를 새로 만들고 </a:t>
            </a:r>
            <a:r>
              <a:rPr lang="en-US" altLang="ko-KR"/>
              <a:t>L </a:t>
            </a:r>
            <a:r>
              <a:rPr lang="ko-KR" altLang="en-US"/>
              <a:t>이라는 이름의 변수에 리스트의 주소를 저장해놔요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첫번째 자리에 </a:t>
            </a:r>
            <a:r>
              <a:rPr lang="en-US" altLang="ko-KR"/>
              <a:t>A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두번째 자리에 </a:t>
            </a:r>
            <a:r>
              <a:rPr lang="en-US" altLang="ko-KR"/>
              <a:t>B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세번째 자리에 </a:t>
            </a:r>
            <a:r>
              <a:rPr lang="en-US" altLang="ko-KR"/>
              <a:t>C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네번째 자리에 </a:t>
            </a:r>
            <a:r>
              <a:rPr lang="en-US" altLang="ko-KR"/>
              <a:t>D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다섯번째 자리에 </a:t>
            </a:r>
            <a:r>
              <a:rPr lang="en-US" altLang="ko-KR"/>
              <a:t>E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r>
              <a:rPr lang="ko-KR" altLang="en-US"/>
              <a:t>그리고 </a:t>
            </a: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size</a:t>
            </a:r>
            <a:r>
              <a:rPr lang="ko-KR" altLang="en-US"/>
              <a:t>에는 </a:t>
            </a:r>
            <a:r>
              <a:rPr lang="en-US" altLang="ko-KR"/>
              <a:t>5</a:t>
            </a:r>
            <a:r>
              <a:rPr lang="ko-KR" altLang="en-US"/>
              <a:t>를 저장하면 다 됐어요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71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341F8-7DC2-5F68-D2A7-21E0A748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F3CDFE-A0BE-A330-F1D4-039463876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95B664-8458-9223-A144-86600A365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코드를 조금 더 간단하게 만들기 위해서 리스트 끝에 데이터를 추가하는 작업을 함수로 만들어봐요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함수 이름은 밀어 넣는다는 의미로 </a:t>
            </a:r>
            <a:r>
              <a:rPr lang="en-US" altLang="ko-KR"/>
              <a:t>PUSH</a:t>
            </a:r>
            <a:r>
              <a:rPr lang="ko-KR" altLang="en-US"/>
              <a:t>라고 정해볼게요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매개변수로는 데이터가 추가될 리스트 </a:t>
            </a:r>
            <a:r>
              <a:rPr lang="en-US" altLang="ko-KR"/>
              <a:t>L</a:t>
            </a:r>
            <a:r>
              <a:rPr lang="ko-KR" altLang="en-US"/>
              <a:t>과 추가할 데이터 </a:t>
            </a:r>
            <a:r>
              <a:rPr lang="en-US" altLang="ko-KR"/>
              <a:t>value</a:t>
            </a:r>
            <a:r>
              <a:rPr lang="ko-KR" altLang="en-US"/>
              <a:t>를 받아요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동작을 보면 먼저 </a:t>
            </a:r>
            <a:r>
              <a:rPr lang="en-US" altLang="ko-KR"/>
              <a:t>L</a:t>
            </a:r>
            <a:r>
              <a:rPr lang="ko-KR" altLang="en-US"/>
              <a:t>에 저장된 데이터 개수를 </a:t>
            </a:r>
            <a:r>
              <a:rPr lang="en-US" altLang="ko-KR"/>
              <a:t>1 </a:t>
            </a:r>
            <a:r>
              <a:rPr lang="ko-KR" altLang="en-US"/>
              <a:t>증가시켜놓고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메모리에서 데이터 개수번째 자리에 데이터를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원래 메모리에 데이터가 있었고</a:t>
            </a:r>
            <a:r>
              <a:rPr lang="en-US" altLang="ko-KR"/>
              <a:t>, 1</a:t>
            </a:r>
            <a:r>
              <a:rPr lang="ko-KR" altLang="en-US"/>
              <a:t>번부터 기존 </a:t>
            </a:r>
            <a:r>
              <a:rPr lang="en-US" altLang="ko-KR"/>
              <a:t>size</a:t>
            </a:r>
            <a:r>
              <a:rPr lang="ko-KR" altLang="en-US"/>
              <a:t>번째까지 있었는데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여기서 </a:t>
            </a:r>
            <a:r>
              <a:rPr lang="en-US" altLang="ko-KR"/>
              <a:t>size</a:t>
            </a:r>
            <a:r>
              <a:rPr lang="ko-KR" altLang="en-US"/>
              <a:t>를 늘려놓고 거기에 새로운 데이터가 이렇게 저장돼요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E3107-11AF-88EA-D334-A22B639B0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223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32CA-3B0E-9823-AB78-81C1BF10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5944C4-2C98-2F02-55EE-3EF8CE4C8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493EE0-DB4A-A98A-0534-17D5EE241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문자를 리스트에 저장하는 것을 </a:t>
            </a:r>
            <a:r>
              <a:rPr lang="en-US" altLang="ko-KR"/>
              <a:t>PUSH </a:t>
            </a:r>
            <a:r>
              <a:rPr lang="ko-KR" altLang="en-US"/>
              <a:t>함수를 써서 어떻게 할 수 있을까요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en-US" altLang="ko-KR"/>
              <a:t>A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문자를 </a:t>
            </a:r>
            <a:r>
              <a:rPr lang="en-US" altLang="ko-KR"/>
              <a:t>alphabet</a:t>
            </a:r>
            <a:r>
              <a:rPr lang="ko-KR" altLang="en-US"/>
              <a:t>에 저장해가며 반복하는데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반복할 때마다 </a:t>
            </a:r>
            <a:r>
              <a:rPr lang="en-US" altLang="ko-KR"/>
              <a:t>PUSH(L, alphabet)</a:t>
            </a:r>
            <a:r>
              <a:rPr lang="ko-KR" altLang="en-US"/>
              <a:t>을 실행하면 저장이 돼요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코드가 간단해졌어요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2D7BCA-7681-1FB5-468D-58163AFBD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735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9.xml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customXml" Target="../ink/ink7.xml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1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t>리스트</a:t>
            </a:r>
            <a:r>
              <a:rPr lang="ko-KR" altLang="en-US"/>
              <a:t>를 배열로</a:t>
            </a:r>
            <a:r>
              <a:rPr lang="en-US"/>
              <a:t> </a:t>
            </a:r>
            <a:r>
              <a:rPr lang="ko-KR" altLang="en-US"/>
              <a:t>구현하기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데이터를 저장할 공간</a:t>
            </a:r>
            <a:r>
              <a:rPr lang="en-US" altLang="ko-KR"/>
              <a:t>(</a:t>
            </a:r>
            <a:r>
              <a:t>배열</a:t>
            </a:r>
            <a:r>
              <a:rPr lang="en-US"/>
              <a:t>)</a:t>
            </a:r>
            <a:r>
              <a:rPr lang="ko-KR" altLang="en-US"/>
              <a:t>과 관련 정보의 묶음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data: </a:t>
            </a:r>
            <a:r>
              <a:rPr lang="ko-KR" altLang="en-US"/>
              <a:t>메모리 공간의 주소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size: 저장된 데이터 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68D8357-7AEA-7FA3-3068-78547BF632A5}"/>
                  </a:ext>
                </a:extLst>
              </p14:cNvPr>
              <p14:cNvContentPartPr/>
              <p14:nvPr/>
            </p14:nvContentPartPr>
            <p14:xfrm>
              <a:off x="706680" y="995040"/>
              <a:ext cx="3384000" cy="4759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68D8357-7AEA-7FA3-3068-78547BF632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320" y="985680"/>
                <a:ext cx="340272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18688B0-6C99-20AE-BC2A-3B9CD15F2881}"/>
                  </a:ext>
                </a:extLst>
              </p14:cNvPr>
              <p14:cNvContentPartPr/>
              <p14:nvPr/>
            </p14:nvContentPartPr>
            <p14:xfrm>
              <a:off x="494280" y="851040"/>
              <a:ext cx="5297760" cy="35042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18688B0-6C99-20AE-BC2A-3B9CD15F28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920" y="841680"/>
                <a:ext cx="5316480" cy="352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86"/>
    </mc:Choice>
    <mc:Fallback>
      <p:transition spd="slow" advTm="102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예시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다음과 같이 데이터를</a:t>
            </a:r>
            <a:r>
              <a:rPr lang="en-US" altLang="ko-KR"/>
              <a:t> </a:t>
            </a:r>
            <a:r>
              <a:rPr lang="ko-KR" altLang="en-US"/>
              <a:t>리스트에 저장해보자</a:t>
            </a:r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AA1CA29-984A-B470-06EC-367B54F0B8E3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81ACDB4-516C-8AFF-EA58-AF0401C5A0F9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FDFE5D8-56FE-1110-B7A2-F99F07550BDB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B42E1DF-7A80-77A1-534F-3520FA41AFC9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025CC93-F420-B0A6-C53C-6BDCC9FBF3C0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497EBB6-23C4-3A16-B398-D2A351D2DF6A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E9ED700-DDE5-F394-CE3F-07F77C2B974B}"/>
              </a:ext>
            </a:extLst>
          </p:cNvPr>
          <p:cNvSpPr txBox="1"/>
          <p:nvPr/>
        </p:nvSpPr>
        <p:spPr>
          <a:xfrm>
            <a:off x="5172076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CF9268E-1BF6-2135-B927-AC72D0171F32}"/>
                  </a:ext>
                </a:extLst>
              </p14:cNvPr>
              <p14:cNvContentPartPr/>
              <p14:nvPr/>
            </p14:nvContentPartPr>
            <p14:xfrm>
              <a:off x="1056960" y="2383920"/>
              <a:ext cx="2414520" cy="30229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CF9268E-1BF6-2135-B927-AC72D0171F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7600" y="2374560"/>
                <a:ext cx="2433240" cy="304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56"/>
    </mc:Choice>
    <mc:Fallback>
      <p:transition spd="slow" advTm="157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A279-C9F0-627F-61C2-072F06AA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BA90E-A78E-075D-682B-2B461333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7" y="262442"/>
            <a:ext cx="7912928" cy="607653"/>
          </a:xfrm>
        </p:spPr>
        <p:txBody>
          <a:bodyPr>
            <a:spAutoFit/>
          </a:bodyPr>
          <a:lstStyle/>
          <a:p>
            <a:r>
              <a:t>리스트</a:t>
            </a:r>
            <a:r>
              <a:rPr lang="en-US"/>
              <a:t> </a:t>
            </a:r>
            <a:r>
              <a:rPr lang="ko-KR" altLang="en-US"/>
              <a:t>끝에 데이터 추가하는 기능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FE6B8-34E9-7653-945B-A92FE357E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PUSH(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데이터 </a:t>
            </a:r>
            <a:r>
              <a:rPr lang="en-US" altLang="ko-KR"/>
              <a:t>value):</a:t>
            </a:r>
          </a:p>
          <a:p>
            <a:r>
              <a:rPr lang="en-US" altLang="ko-KR"/>
              <a:t>L-&gt;size += 1</a:t>
            </a:r>
          </a:p>
          <a:p>
            <a:r>
              <a:rPr lang="en-US"/>
              <a:t>L</a:t>
            </a:r>
            <a:r>
              <a:rPr lang="en-US" altLang="ko-KR"/>
              <a:t>-&gt;data[L-&gt;size] = value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4FDA75B-BC64-E533-E1B7-3C27574E6451}"/>
                  </a:ext>
                </a:extLst>
              </p14:cNvPr>
              <p14:cNvContentPartPr/>
              <p14:nvPr/>
            </p14:nvContentPartPr>
            <p14:xfrm>
              <a:off x="768960" y="933480"/>
              <a:ext cx="1208880" cy="3988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4FDA75B-BC64-E533-E1B7-3C27574E64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760" y="917280"/>
                <a:ext cx="124128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B6828371-B678-FF5E-60A9-BDB4256052E2}"/>
                  </a:ext>
                </a:extLst>
              </p14:cNvPr>
              <p14:cNvContentPartPr/>
              <p14:nvPr/>
            </p14:nvContentPartPr>
            <p14:xfrm>
              <a:off x="1463400" y="2133720"/>
              <a:ext cx="969840" cy="504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B6828371-B678-FF5E-60A9-BDB4256052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54040" y="2124360"/>
                <a:ext cx="9885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5AFF044-1B89-45DB-45C9-886AFB9A4E6E}"/>
                  </a:ext>
                </a:extLst>
              </p14:cNvPr>
              <p14:cNvContentPartPr/>
              <p14:nvPr/>
            </p14:nvContentPartPr>
            <p14:xfrm>
              <a:off x="437760" y="638280"/>
              <a:ext cx="3546720" cy="15832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5AFF044-1B89-45DB-45C9-886AFB9A4E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8400" y="628920"/>
                <a:ext cx="3565440" cy="16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76DF379-E4A7-3828-D620-4633A7967319}"/>
                  </a:ext>
                </a:extLst>
              </p14:cNvPr>
              <p14:cNvContentPartPr/>
              <p14:nvPr/>
            </p14:nvContentPartPr>
            <p14:xfrm>
              <a:off x="2089080" y="794520"/>
              <a:ext cx="3853080" cy="13896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76DF379-E4A7-3828-D620-4633A79673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79720" y="785160"/>
                <a:ext cx="3871800" cy="14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CCB6EBE-279A-F7BD-659A-7E481B46A0C8}"/>
                  </a:ext>
                </a:extLst>
              </p14:cNvPr>
              <p14:cNvContentPartPr/>
              <p14:nvPr/>
            </p14:nvContentPartPr>
            <p14:xfrm>
              <a:off x="1363320" y="1357920"/>
              <a:ext cx="782280" cy="14144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CCB6EBE-279A-F7BD-659A-7E481B46A0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53960" y="1348560"/>
                <a:ext cx="801000" cy="14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62AD9DE0-F2B0-D33B-7FB0-A2930851F973}"/>
                  </a:ext>
                </a:extLst>
              </p14:cNvPr>
              <p14:cNvContentPartPr/>
              <p14:nvPr/>
            </p14:nvContentPartPr>
            <p14:xfrm>
              <a:off x="1517040" y="830520"/>
              <a:ext cx="2952360" cy="24796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62AD9DE0-F2B0-D33B-7FB0-A2930851F97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00840" y="814320"/>
                <a:ext cx="2984760" cy="251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0096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128"/>
    </mc:Choice>
    <mc:Fallback>
      <p:transition spd="slow" advTm="181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CFF0-6916-0A8D-8AD2-AFF1A220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D1D0-7E60-0E55-597A-68153176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396" y="262442"/>
            <a:ext cx="5752079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</a:t>
            </a:r>
            <a:r>
              <a:rPr lang="en-US" altLang="ko-KR"/>
              <a:t>PUSH </a:t>
            </a:r>
            <a:r>
              <a:rPr lang="ko-KR" altLang="en-US"/>
              <a:t>함수 예시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B731-F69D-523B-8FDA-B94A67D55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다음과 같이 데이터를</a:t>
            </a:r>
            <a:r>
              <a:rPr lang="en-US" altLang="ko-KR"/>
              <a:t> </a:t>
            </a:r>
            <a:r>
              <a:rPr lang="ko-KR" altLang="en-US"/>
              <a:t>리스트에 저장해보자</a:t>
            </a:r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5E32929-96FD-250E-9733-EEE2D4569411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1A6C962-C254-BFDB-B91B-6FB374AC6A6B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2B3EAB-E100-15FA-B73B-5D0B58776171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7CB339-5B28-FFA5-5A7A-2B7B771BD758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8B93486-42A4-754C-8D13-8B00DC33E8EB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5B48D28-41DD-0A1B-8A69-8DE96F68DC79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6B304D8-5CF6-E358-632A-CBC50B173872}"/>
              </a:ext>
            </a:extLst>
          </p:cNvPr>
          <p:cNvSpPr txBox="1"/>
          <p:nvPr/>
        </p:nvSpPr>
        <p:spPr>
          <a:xfrm>
            <a:off x="5172076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AE65375-BD38-6C06-0187-BC77FBEC2AC6}"/>
                  </a:ext>
                </a:extLst>
              </p14:cNvPr>
              <p14:cNvContentPartPr/>
              <p14:nvPr/>
            </p14:nvContentPartPr>
            <p14:xfrm>
              <a:off x="5097240" y="782280"/>
              <a:ext cx="1188720" cy="1191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AE65375-BD38-6C06-0187-BC77FBEC2A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7880" y="772920"/>
                <a:ext cx="12074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2230D514-EA9A-0350-E54B-D04CC019AEC8}"/>
                  </a:ext>
                </a:extLst>
              </p14:cNvPr>
              <p14:cNvContentPartPr/>
              <p14:nvPr/>
            </p14:nvContentPartPr>
            <p14:xfrm>
              <a:off x="956880" y="2671920"/>
              <a:ext cx="3271320" cy="44460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2230D514-EA9A-0350-E54B-D04CC019AE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7520" y="2662560"/>
                <a:ext cx="329004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DC27EB8F-239F-9D97-B178-BDA00412B99F}"/>
                  </a:ext>
                </a:extLst>
              </p14:cNvPr>
              <p14:cNvContentPartPr/>
              <p14:nvPr/>
            </p14:nvContentPartPr>
            <p14:xfrm>
              <a:off x="1751400" y="3363120"/>
              <a:ext cx="1759680" cy="36648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DC27EB8F-239F-9D97-B178-BDA00412B9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35200" y="3346920"/>
                <a:ext cx="1792080" cy="3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5794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86"/>
    </mc:Choice>
    <mc:Fallback>
      <p:transition spd="slow" advTm="118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21319</TotalTime>
  <Words>329</Words>
  <Application>Microsoft Office PowerPoint</Application>
  <PresentationFormat>화면 슬라이드 쇼(4:3)</PresentationFormat>
  <Paragraphs>70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Aptos</vt:lpstr>
      <vt:lpstr>Aptos Display</vt:lpstr>
      <vt:lpstr>Arial</vt:lpstr>
      <vt:lpstr>Office 테마</vt:lpstr>
      <vt:lpstr>리스트를 배열로 구현하기</vt:lpstr>
      <vt:lpstr>리스트 예시</vt:lpstr>
      <vt:lpstr>리스트 끝에 데이터 추가하는 기능</vt:lpstr>
      <vt:lpstr>리스트 PUSH 함수 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(Data Structure) 1주차: 리스트</dc:title>
  <dc:creator>K C</dc:creator>
  <cp:lastModifiedBy>K C</cp:lastModifiedBy>
  <cp:revision>43</cp:revision>
  <dcterms:created xsi:type="dcterms:W3CDTF">2025-07-28T15:04:23Z</dcterms:created>
  <dcterms:modified xsi:type="dcterms:W3CDTF">2025-10-05T02:17:22Z</dcterms:modified>
</cp:coreProperties>
</file>