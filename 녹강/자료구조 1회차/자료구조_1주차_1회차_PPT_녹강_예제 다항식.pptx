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4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5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6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7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8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9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1"/>
  </p:notesMasterIdLst>
  <p:sldIdLst>
    <p:sldId id="281" r:id="rId2"/>
    <p:sldId id="315" r:id="rId3"/>
    <p:sldId id="321" r:id="rId4"/>
    <p:sldId id="318" r:id="rId5"/>
    <p:sldId id="285" r:id="rId6"/>
    <p:sldId id="319" r:id="rId7"/>
    <p:sldId id="320" r:id="rId8"/>
    <p:sldId id="288" r:id="rId9"/>
    <p:sldId id="32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0108" autoAdjust="0"/>
  </p:normalViewPr>
  <p:slideViewPr>
    <p:cSldViewPr snapToGrid="0">
      <p:cViewPr>
        <p:scale>
          <a:sx n="66" d="100"/>
          <a:sy n="66" d="100"/>
        </p:scale>
        <p:origin x="180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1:04:41.3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17617 7735 8424,'-10'0'-986,"2"0"0,6 0 1104,-3 0-25,3 0-73,-6 0 46,8 0 1,-2 0-224,-4 0 176,4 0-17,-5 0 84,7 0-5,0 0-56,0-8 0,0 4 58,0-7 0,2 7-47,3-2 1,-3-4 19,4-1 0,2 1-10,-2-2 1,1 7 3,-1-7 1,-2 6-40,7-5 1,-5 5-1,6-6 0,-6 3-28,5-3 1,-1-3 32,1 3 1,5-2 0,-5 1 0,7 1 0,3-1 0,2-3 71,-2-1 0,7 0-29,0-1 0,5 1 16,2-1 0,0 7-53,0-1 0,5 3 2,1-3 0,7 2-23,-2 5 0,-1 3-15,1-4 0,-7 4-28,1 2 1,3 2 56,-3 4 1,-1-2-36,-10 7 1,2 1 70,-8 5 0,-6 8 11,-5 4 1,-8-2-60,1 2 1,-3 0 7,-2 6 1,-2 0-62,-3-1 0,-5 3 67,-8 4 1,-7-5-152,-4 5 1,-3 3 80,-3 3 1,-2-3-11,-3 2 0,1-5 20,-7 5 1,-1 1-2,-5 5 0,2-8 59,4-3 1,-4 1 10,3-1 1,5-2 121,1-11 1,6-4-87,7-13 0,8 3 317,9-8-189,7-1-147,-4-5 1,14-2 19,0-3 1,7 3-9,-1-4 1,9-4 20,2-1 1,8 1-4,-2-2 0,4 1-201,2-7 1,-7 3 101,1 3 0,0-1-161,6 7 0,-2-5 101,-4 5 0,4-2-72,-4 2 1,-2 4 50,2-4 1,0-1-28,5 1 1,1 0-68,0 6 1,-2-2 200,-4-4 0,11 5 0,-3-7 0</inkml:trace>
  <inkml:trace contextRef="#ctx0" brushRef="#br0" timeOffset="1">19389 7457 8446,'17'0'-947,"1"0"781,-1 0 336,0 0-277,1-8 0,-1 4 67,0-8 1,-5 7 65,0-7 0,-1 6-1,7-5 0,-1 5-97,0-6 1,1 8 32,-1-1 1,0-3 3,1 2 0,5 0-3,0 6 1,0 0 37,-5 0 0,-1 2 38,0 4 0,1 4-14,-1 7 1,-1 0 3,-5 1 0,3 1-26,-9 4 1,1-1 2,-6 7 0,-2 0-42,-3 5 0,-5 3-8,-8 4 1,-7-5-102,-4 5 1,-3 1 128,-3-1 0,2 5 5,4-5 1,-4-3 2,4-9 1,2 2 5,-2-8 1,14 1 9,-2-7 2,3-7 1,4-1 31,5-3 1,5-4 119,5 4 1,5-4 31,7-2 1,3 0-88,3 0 1,6 0-77,11 0 1,-1-2-27,7-4 0,1 2-137,5-7 0,0 5 126,0-6 1,0 6-126,0-5 1,0 1 18,0-1 0,-7 1-340,-5 4 453,-11 4 0,-4-13 0,-7 5 0</inkml:trace>
  <inkml:trace contextRef="#ctx0" brushRef="#br0" timeOffset="2">17026 7161 9769,'10'0'-1709,"-1"0"1052,-3 0 521,-4 8 1,8-6 91,-5 4 48,-3-4 1,8-2-21,-4 0 147,-4 0-127,13 7 0,-11 3 111,8 7 0,-8 3 116,1 3 1,3 6-88,-2 11 0,2 12-52,-3 12 0,-3 11-79,4 7 0,2 10-204,-6-43 1,2 1-1,7 44 210,-5-1 0,7-12 18,-1-5 0,-2-5-187,1-1 1,1-11 72,5-6 0,-5-9-239,-1-9 1,-1-2-89,2-4 1,1-4 143,-7-8 0,2-7-214,-3-5 643,-3-3 0,6-17 0,-8-4 0</inkml:trace>
  <inkml:trace contextRef="#ctx0" brushRef="#br0" timeOffset="3">17321 7144 8564,'0'-12'0,"0"1"0,0 5-501,0-6-524,0 8 882,0-11 0,0 11 166,0-8 1,-2 9 148,-3-3 1,3 4 4,-6-6-132,8 6-26,0-6 69,0 8-30,0 0 1,8 0-10,3 0 0,-1 0-26,2 0 1,-1-1 24,6-5 1,7 4 5,-1-4 1,2 4-8,-2 2 1,2-6-3,4 0 1,4 1-32,-4 5 1,4-2 5,1-4 0,7 4 35,0-4 0,5 2-16,-6-1 0,9 3 43,-3-4 1,4-2-37,2 2 0,0 1 4,1 5 0,-1-6-8,0 0 0,6 0-1,0 6 0,-6 0-26,-6 0 0,0 0-8,6 0 1,1 0 2,-1 0 0,0 0 19,0 0 0,-6 0-25,1 0 1,-3-6 27,2 1 0,3-1 0,-9 6 1,6 0-2,-5 0 1,7 0-2,-1 0 1,-3 0-37,2 0 1,-5 0-7,5 0 1,-1-2-33,1-4 1,2 4 53,-7-4 0,1 4-82,-1 2 1,-5-2 60,5-3 0,1 3-2,-1-4 0,1-2-28,-1 2 1,-2-5 0,7 5 1,-7-2 28,1 3 0,-3 3-3,-3-4 1,1 2 19,0-2 1,-2 4-20,-4-4 1,-4 5 29,-8 1-47,8 0 0,-5 5-1,3 1 0,-10 2-19,-1-2 1,-1-4-4,7 3 0,-7-3 11,1-2-16,0 8 48,5-6 1,0 6-24,1-8 1,-9 2 91,-3 3-57,4-3 0,-6 6 8,7-8 0,-7 2-3,2 4 2,-4-4 0,0 7-9,4-3 1,-5-4 0,7 14 121,-8-5 0,0-1-114,0 1 1,0 1-9,0 5 0,0 1-28,0-1 0,6 0-3,0 1 0,1 5 11,-1 0 1,-4 8-9,4-2 1,2 6-27,-2 5 0,5 5-115,-5 7 1,0 2 103,-6 4 0,0 6 16,0 11 1,0 4-101,0 8 0,-8-2 248,-4-4 1,3 4 105,-3-4 0,1-2-146,-7 3 0,3-11-20,3-1 0,-3-9-100,3-9 1,-5 1-150,-6-1 1,3-8-35,-3-3 0,6-12 47,5-6-394,-3-4 591,5-9 0,0 5 0,3-5 0</inkml:trace>
  <inkml:trace contextRef="#ctx0" brushRef="#br0" timeOffset="4">17287 8639 8289,'9'7'0,"1"-5"-770,-4 4 571,-4-4 45,5-2 218,1 0 1,-4 0-135,8 0 106,-9 0 1,13 0-11,-5 0 1,-1 0 20,2 0 1,-1-6-16,7 0 0,-1-7-41,0 1 1,6 3 51,1-3 1,7 6-25,-2-5 0,-2 5 20,1-6 1,1 6 1,6-5 1,0 5-28,0-6 1,5 9 0,1-3 1,5-2 5,-5 2 0,-1-1-2,-5 1 0,0 4-16,-1-4 1,1 2 13,0-2 1,-2 4 2,-4-3 0,2 3-4,-8 2 1,6 0 78,-6 0 0,0 0-65,-6 0 0,1 0 6,-1 0 1,0 0-1,1 0 0,-1-2 4,1-4 0,5 4-26,0-4 0,2 4-6,-2 2 0,-3-5 28,3-1 1,4 0-14,2 6 1,-4-2-17,-2-4 0,2 4 3,-2-3 0,8-3-1,-2 2 1,-2-2 28,2 2 0,-6 5 3,6-5 1,-6 2-18,6-2 0,-8 4-2,3-4 0,1 4-54,-2 2 0,0 0 49,-6 0 1,7 0-85,-1 0 0,0 0 63,-6 0 0,3 0-9,3 0 1,-4 0 16,4 0 1,-2 0-3,3 0 1,-5 0 8,4 0 0,2 0-12,-2 0 1,1 0 6,-7 0 0,6 0-11,0 0 0,0 0-1,-5 0 1,5 0 4,0 0 1,0 0-4,-5 0 0,-1 0 46,0 0 1,1 0 3,-1 0 1,1 0-15,-1 0 0,0 2-20,1 4 1,-1-4-19,0 4 1,1-4 24,-1-2 1,0 0-114,1 0 0,5 0 90,0 0 1,0 0-10,-5 0 1,1 0 9,4 0 1,-3 0-6,3 0 0,-2-2 5,2-4 0,-4 4-5,5-4 1,1 4-18,-2 2 1,6 0 26,-6 0 0,6-1-2,-6-5 1,6 4-4,-6-4 1,6 4-1,-6 2 0,2 0-11,-1 0 1,-3 0-2,8 0 0,-8 0 19,2 0 1,2 0-11,-2 0 0,1 0 6,-7 0 1,0 0-10,1 0-284,-1 0 80,0 0-272,-7 0 114,-2 0-171,-8 0 542,-8 0 0,-9 8 0,-10 1 0</inkml:trace>
  <inkml:trace contextRef="#ctx0" brushRef="#br0" timeOffset="5">19093 7092 7024,'10'-8'13,"-2"6"0,-8-8-105,0 4 37,0 5 0,6-9 114,-1 4 59,1 4-28,-6-6 182,8 8-221,-6 0 0,6 8-1,-8 4 0,5 11-14,1 6 0,0 4-5,-6 2 1,0 13-60,0 4 1,2 17 81,4 1 1,-4 17-550,3 0 1,-1 6 433,2-1 0,2-11 61,3 0 0,12 1 0,-3-3 0</inkml:trace>
  <inkml:trace contextRef="#ctx0" brushRef="#br0" timeOffset="6">22012 7265 8245,'12'0'-1167,"-1"0"1,-5 0 2200,6 0-725,-1 0 1,7-2-347,-1-3 0,0 3 75,1-4 1,-7 2-178,1-2 1,0 4-1,5-3 0,0 3 141,1 2 0,-1-6-19,0 0 0,3 0 23,3 6 0,-4 0-29,4 0 0,2 0 18,-1 0 0,1 6 2,-2 0 1,-4 5 7,4-5 1,-3 8-1,-3-3 0,-5 5 50,-1 1 1,-7 1-43,2-1 0,-4-4 43,-2 5 1,-10-5-40,-7 11 0,-8-5-32,-10-2 1,-2 3 26,-3 3 0,1-4-1,-7 4 1,1 0-49,-1-5 1,2 3-14,3-9 0,4 1 82,-3-1 1,9-5-40,2-7 0,8 0 161,-2 0 0,9 0-41,3 0 211,7 0-285,-4-7 1,10 5 11,4-4 0,5 4-24,12 2 1,-3-2 1,3-4 1,4 4-107,2-3 1,4 3 113,1 2 0,1 0-149,0 0 1,0 0 19,-1 0 0,-5 0 35,0 0 1,-6 5 42,6 1 0,-7 8 4,1-3 0,-4 5-4,-1 1 1,-7 1-1,1-1 0,-8 2 61,1 4 0,-10-1-55,-7 7 1,-5-6 88,-7 6 1,-3-6-120,-7 6 1,-7-6-87,1 6 1,-7-8-6,7 3 0,-9-5-211,3-2 0,4 1 340,1-1 0,-3-7 0,-1-3 0</inkml:trace>
  <inkml:trace contextRef="#ctx0" brushRef="#br0" timeOffset="7">23593 7265 8069,'10'10'141,"5"-2"35,-13 0 1,12-5-370,-9 9 0,1-6 128,-6 5 0,0 1-36,0 5 0,0 3 3,0 3 1,0-2 117,0 8 1,0 2-30,0 9 0,0-3-201,0 4 0,0-5 0,0-1 0,0 6 210,0-1 0,8 1 0,2-6 0</inkml:trace>
  <inkml:trace contextRef="#ctx0" brushRef="#br0" timeOffset="8">21404 6831 8291,'0'11'-123,"0"1"1,0-6 78,0 5 1,0-5 115,0 6-176,0-1 1,0 13 60,0-1 1,-2 8 128,-4-2 0,4 5 1,-3 7 1,3 5 0,2 12 1,0 4-118,0 8 0,0 5 90,0 0 0,0 1-140,0-7 0,0 1 89,0-1 1,0-1-128,0-5 0,2-3 78,3-8 0,-3-5-151,4-1 0,2-9 77,-2-2 1,5-8-172,-5-10 1,8-7-42,-3-5 1,-1-3 324,1-2 0,-7-7 0,4-3 0</inkml:trace>
  <inkml:trace contextRef="#ctx0" brushRef="#br0" timeOffset="9">21578 6814 8311,'9'0'-160,"1"0"308,-4 0-63,-4 0 0,11-2 50,-7-4-279,8 4 0,-5-6 152,9 8 0,-7-2-95,1-4 0,-6 4 188,5-3-166,1 3 0,5 2 34,1 0 0,-1 0 65,0 0 0,1 0-6,-1 0 0,6 0 28,0 0 1,8 0 0,-2 0 0,-2 0-8,2 0 0,0 0 11,6 0 1,5 2-24,1 3 0,0-3 10,-7 4 1,1-2-74,0 2 0,0-4 65,-1 4 0,1-3-16,0 3 0,5-4-8,1 4 1,-1 2-12,-5-3 1,4 3-15,-5-2 1,11-4-4,-10 4 0,3-2-23,-3 1 0,0-3 42,-1 4 0,1-4 89,0-2 1,6 0-86,-1 0 1,3 0 44,-3 0 1,-1 0-45,7 0 0,-2 0 4,3 0 0,-3 0-33,-3 0 0,-5 0-7,5 0 1,-4 0-46,-3 0 0,-5 0 73,0 0 0,-6 0-22,6 0 1,-7 0 2,1 0 0,2 0 14,-2 0 0,2 0-6,-2 0 1,-2 0 5,8 0 0,-7 0 15,1 0 1,-4 0 22,-1 0 244,-1 0-262,0 8 0,1-4-4,-1 7 9,0-7 0,1 6-136,-1-4 0,0-5 117,1 5 0,-7-4-10,1-2 12,0 0 1,5 0 10,0 0 109,-7 0-126,5 0 0,-11 0 17,8 0 6,-8 0-32,3 0-14,-7 0-52,0 0 63,0 8 5,0-6 0,0 7 27,0-3 1,0-2-23,0 8 0,0-6 32,0 5 1,-5 1-30,-1 5 0,-2 0 2,2 1 0,4 5-3,-3 0 0,1 8-1,-2-2 1,4 4-84,-4 2 1,-1-1 76,1 1 1,-2 8-143,2 3 0,4 2 120,-3-1 0,1 3-183,-2-4 1,4-1 39,-4 1 0,4-7-83,2 1 0,0-3 111,0-2 0,0-1-22,0 1 0,-2-2 166,-3-4 0,-5 12 0,-8-5 0</inkml:trace>
  <inkml:trace contextRef="#ctx0" brushRef="#br0" timeOffset="10">21526 8326 7934,'9'7'-967,"-1"-5"940,-8 6 0,2-8 101,4 0 0,-2 0-51,7 0 0,-5 0 72,6 0 0,-1-2 5,7-4 1,-1 4-81,0-3 0,1 3 26,-1 2 0,8 0-92,4 0 0,-2 0 105,2 0 0,2 0-76,10 0 0,-3-2 28,8-4 0,-5 4-11,5-4 1,-7 4 81,1 2 1,3-5 18,-3-1 1,1 0-31,-6 6 0,0 0 16,-1 0 0,1-6-129,0 0 0,5 1 101,1 5 0,-1 0-71,-5 0 1,0 0 26,0 0 1,5 0-18,1 0 0,-1 0-19,-5 0 0,-2 0 2,-4 0 1,4 0 5,-4 0 0,-2 0 6,2 0 0,-6 0-5,6 0 0,0-8 18,5-4 1,1 3-19,0-3 0,-2 2 37,-4-1 0,3 1 0,-3 4 1,4 4 3,2-3 0,-8 3 9,-4 2 0,2 0-80,-2 0 0,6 0-8,-5 0 1,-1 0-3,-6 0 0,0 0 48,1 0 0,5-2 88,0-4 1,2 4-94,-2-4 1,-1-2 68,7 3 1,-8-1-12,2 6 0,2-6 24,-2 0 0,2 0-46,-2 6 0,-1 0-3,7 0 1,-8 0-84,2 0 1,-4-1 83,-1-5 1,-1 4-292,0-4 257,1 4-227,-1 2 121,-7 0-16,-2 0 8,-8 0 1,0 2-359,0 4 54,0-4 0,-8 11 427,-4-7 0,-3 8 0,-3-5 0</inkml:trace>
  <inkml:trace contextRef="#ctx0" brushRef="#br0" timeOffset="11">23037 6970 8215,'10'8'-506,"-2"-4"-39,-8 7 1,2-5 362,3 5 1,-3-5 205,4 6 13,-4-8 0,-2 11 9,0-3 1,0-3 116,0 3 0,0 2-33,0 9 0,0 6 5,0 11 1,-6 5-64,0 7 1,-7 10 8,1 7 1,3 3-87,-3 9 1,8-8-136,-2 2 1,4-5-51,2-6 0,0-6-7,0-12 197,0-4 0,0-7 0,0 0 0</inkml:trace>
  <inkml:trace contextRef="#ctx0" brushRef="#br0" timeOffset="12">16592 6900 9333,'0'-9'-832,"0"-7"0,0 12 1355,0-7-436,0 7-34,0-4-243,0 1 356,0 5-324,0-6 125,0 8 26,0 0 33,0 8 1,2 7-9,3 8 0,-1 10 1,8 2 1,-3 2 98,3 9 0,4 8-24,-5 10 0,5 11 2,1 6 1,-2 4-445,-3 2 1,3 6 212,-3-1 0,-2 5 27,1-10 1,-5-4-174,6-14 0,-9-7 116,3-4 0,2-6 16,-2-5 1,0-5-72,-6-7 0,5-8-52,1-4-100,0 4 372,-6-8 0,8-1 0,1-10 0</inkml:trace>
  <inkml:trace contextRef="#ctx0" brushRef="#br0" timeOffset="13">16939 6814 8476,'18'9'-432,"-7"-1"454,1-8 0,-7 0-58,7 0 1,-6 0 96,5 0 0,-5 0-249,6 0 114,-1-8 1,7 0 118,-1-3 1,0 1-85,1 4 0,-5 4 76,5-3 0,-5-3-55,10 2 1,3 0 67,-3 6 0,8-5 11,-2-1 0,5-2 54,7 2 0,3 2-60,8-7 1,6 5 59,0-6 1,10 7-41,1-7 1,1 2-196,5-1 0,-4-3 155,-1 8 1,-6-5-9,-1 5 0,-7-2-34,2 3 0,-11 3-12,-7-4 0,-3 4 11,-3 2 1,1 0 15,0 0 0,0 0-26,-1 0 1,9-6 11,3 0 1,-3 1 145,-3 5 1,3-6-126,-3 0 1,3 0 0,-3 6 1,-3 0 14,4 0 1,-5-2-1,-1-4 0,2 5 33,3-5 1,-9 4-22,4 2 1,-4-6 107,3 0 1,1 0-115,0 6 1,0 0-17,-1 0 0,1 0 6,0 0 1,2 0-10,3 0 1,-3 0-16,3 0 0,-3 0-10,-2 0 0,5 0 24,1 0 0,-1 0-5,-5 0 0,6 0-29,-1 0 0,1 0 25,-7 0 1,7 0-88,0 0 0,-1-5 70,-5-1 0,5 0-8,1 6 0,-1-6 2,-5 0 0,0 1-9,0 5 1,5 0 97,1 0 0,-6-6-82,-7 0 1,1 0 32,6 6 1,0 0-24,0 0 0,-8 0-5,-4 0 1,2 6 31,-2 0 1,8 0-8,-2-6 1,-2 0-10,2 0 0,0 0-3,6 0 1,5 0 68,1 0 0,1 0-44,-1 0 0,-5 0 89,5 0 0,1 0-86,-1 0 1,-1 0-27,-5 0 1,6 0-10,-1 0 0,1 0-16,-6 0 1,-1-2 18,1-4 1,0 4-6,0-4 1,5 4-43,1 2 0,-1 0 42,-5 0 1,2 0-37,3 0 0,-3 0 30,3 0 0,3-6-171,-3 1 0,7-1 97,-7 6 1,9 0-67,-3 0 0,-2-2 114,3-4 0,-7 4-17,6-4 1,1 4 43,5 2 0,-8 0 11,-3 0 1,1 0-136,-1 0 0,5 6 97,-5 0 1,1 0-59,-1-6 0,-5 0 60,5 0 0,3 0-5,3 0 0,-3 0-35,2 0 1,1-2-3,5-4 1,-6 2-51,0-7 1,-1 7 65,1-2 0,-1-2-205,-5 3 0,-3-1 62,3 6 1,-5 0-190,-6 0 1,2 0 386,-8 0 0,0 7 0,-5 3 0</inkml:trace>
  <inkml:trace contextRef="#ctx0" brushRef="#br0" timeOffset="14">16904 8465 8262,'-9'0'-1268,"-1"0"1026,4 0 168,4 0 0,-7 0-118,3 0 176,4 0-21,-6 0 80,1 0 176,5 0-203,-14 0 51,14 0 22,-5-8 18,-1 6 111,6-6-108,-6 8 39,8 0-59,0 0 174,0 8-154,0-6-45,8 13 1,-4-5-10,7 7 0,-5-5-13,6 0 1,-8-1-80,1 7 0,5-1 92,2 0 1,-5 1-72,-1-1 1,2 1 50,-2-1 1,5 0 62,-5 1 0,2-1-4,-3 0-39,-3 1 1,12-1-49,-8 1 0,0-7 4,-6 1-113,7-8 177,-5 11-27,6-13 0,-6 6 82,4-8 29,-4 0 1,7 0-101,-3 0-7,-4-8 0,8 4-30,-5-7-18,-3 7-16,14-12 0,-7 12 52,9-7 1,-1 5-51,0-6 1,1 9 13,-1-3 1,3-2-14,3 2 1,2-5 12,4 5 1,4-6 5,-4 6 0,3-1-3,3 1 1,0 4-3,0-4 0,-1-1-17,1 1 1,0 0 17,0 6 1,-1-2 33,1-4 1,-6 4-33,0-4 0,0 5 130,6 1 1,-6 0-28,0 0 1,-6 0-25,6 0 1,-6 0-52,6 0 0,-8 0 6,2 0 1,2 0-121,-2 0 1,1 0 124,-7 0 1,0 1-134,1 5 0,-1-4 97,1 4 0,-1-2-13,0 2 0,1-4 2,-1 3 0,0-3 3,1-2 1,1 2 4,4 4 0,-3-4 5,3 4 0,-4-4 19,-2-2 1,7 0-17,-1 0 1,2 0 45,-2 0 1,-2 0-31,8 0 0,0 0 0,6 0 0,-6 0-34,0 0 0,-8-2 4,2-4 0,2 4 6,-2-4 1,6 4-4,-5 2 0,-1 0 93,-6 0 0,6-2-83,0-3 1,3 3 20,-3-4 0,-4 4-39,4 2 0,2-6-1,-2 0 0,2 1-11,-1 5 1,-5 0-5,4 0 0,2 0 28,-2 0 1,1 0-11,-7 0 1,6 0 63,0 0 0,0 0-65,-5 0 0,5 0 28,0 0 1,2-2-8,-2-4 0,2 4-112,4-4 1,4 4 63,-4 2 1,-2 0-11,2 0 0,-6 0 48,6 0 1,-6-6-9,6 1 1,-5-1 34,5 6 0,-6 0-53,6 0 1,-8 0 64,2 0 0,-2-6-57,2 0 1,-3 0 6,3 6 0,2 0 4,-2 0 1,0 0-7,-5 0 1,1 0-3,4 0 1,-3 0-7,3 0 1,-2 0 3,2 0 0,-2 0-1,8 0 1,-6 0-54,6 0 0,-5 0 57,5 0 0,-1 0 2,7 0 0,-2 0 0,-4 0 1,4 0-3,-4 0 1,4 0-20,1 0 1,-7 0 0,-3 0 0,1 0 24,-2 0 1,6 0 1,-6 0 1,0 2-6,-6 4 0,3-4-58,3 4 0,-4-2-5,4 2 1,-1-5 64,1 5 1,-4-4-4,4-2 1,-3 0 31,-3 0 0,2 0 4,4 0 1,-3 0-24,3 0 1,2 0-13,-2 0 0,2 0-4,-2 0 1,-1-2 25,7-4 1,-8 5-118,2-5 0,2 2 59,-2-2 0,2 4-9,-2-4 0,3 4 11,3 2 1,1 0 4,-6 0 1,6-5 49,-1-1 0,-2-2-43,2 2 0,-5 4 28,5-3 0,-6 3 2,6 2 1,-2-2 3,2-4 1,1 4-7,-6-4 0,5-2 1,-6 3 0,6-1-14,-6 6 1,6-6-7,-6 0 1,2 0-131,-2 6 1,-1 0 127,6 0 1,-6 0-77,1 0 1,-4 0 78,-1 0 0,-1 0-2,0 0 1,1 0 39,-1 0 0,0 0 15,1 0 1,-7 0-4,1 0-2,0 0 1,5 0-12,0 0 0,-5 0 10,-1 0-41,1 0 1,5 0-1,1 0-2,-1 0 0,1 0 0,-1 0 1,0 0-4,1 0 1,-1 0-39,0 0 0,1 0-5,-1 0 1,6 0-44,0 0 1,3 0 73,-3 0 0,-2-5-7,8-1 1,-6-8-6,6 3 1,0 1 33,6-1 1,-6 5-8,0-6 1,0 6 11,5-5 1,-5 7-55,0-2 1,-6-2-4,6 3 0,-5-1 14,5 6 1,-8 0 15,2 0 0,-4 0 23,-1 0 1,-1 0-32,0 0 5,1 0 74,-1 0 107,0 0 0,-5 0-105,0 0-22,-9 0 0,7 0-269,-4 0 253,-4 8 0,8-7-49,-5 5 1,-1-2 57,8 2-13,-8-4 1,9 8-12,-7-5 18,7-3-55,-3 6 0,7-2 4,1 0 0,-7-1 44,1-5 1,0 0-10,5 0 1,-5 6-2,-1 0 0,1 0 0,5-6 1,0 0 0,1 0-17,-1 0 15,1 0 1,-1 0 20,0 0 9,1 0-79,7 0 1,-6 0 46,4 0 1,-3 0-13,-3 0 1,0 0 6,1 0 1,-1 0-6,0 0 0,1-6 7,-1 0 0,1 0 2,-1 6 0,0 0-12,1 0 0,-1-5-1,0-1 1,1 0 34,-1 6 0,1 0-25,-1 0 0,-6 0-96,1 0 1,0-2 88,5-4 1,0 4-48,1-3 1,-1 3-65,0 2 59,1 0 0,-1 0 17,1 0 0,-7 0-81,1 0-106,-1 0 184,7 0 1,-7 0-409,1 0 4,-8 0 459,11 0 0,-13 7 0,6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1:04:41.3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4673 11924 8059,'-9'2'-581,"3"3"-727,-4-3 1213,8 6 64,-13 0 1,11-6 143,-7 3-83,7-3 1,-6-2-45,4 0 38,4 0-19,-5 0 0,5 0 37,-4 0 1,4 0-7,-6 0-7,8 0-57,0 0 19,8 0 13,2 0 0,7 6-8,0 0 1,1 0 17,-1-6 0,0 0-12,1 0 1,-1 6 8,1-1 0,5 3-5,0-2 0,8-4-12,-2 4 1,-2-4 8,2-2 1,5 5-2,7 1 1,1 0 8,-1-6 1,-2 0 0,7 0 1,0 0 39,6 0 1,-1 0-45,-5 0 1,4 6-13,-4 0 1,5 1 16,1-1 1,0-4-28,0 4 0,-6-2 38,1 1 0,5-3-4,6 4 1,0-4-2,-6-2 1,0 0 0,0 0 1,0 0 19,0 0 0,-2 0-16,-3 0 1,3-6 1,-4 0 1,3 1-4,-3 5 1,2 0 34,-7 0 0,-1 0-8,-5 0 0,5 0-2,1 0 1,0 0-12,-7 0 1,3 0 3,3 0 0,-3 0-9,4 0 1,-5 5 4,-1 1 1,-6 0-76,0-6 1,-2 0 64,2 0 0,2 0 7,-8 0 1,2 0-24,-2 0 1,-3-2-4,3-4 0,-4 4-12,-2-3 0,1 3-3,-1 2 1,1 0 14,-1 0 1,-7 0-48,5 0 0,-11 0 42,8 0-72,-9 0 0,5 2-37,-8 3-192,0-3 62,0 14-185,0-7 421,-8 9 0,-1-9 0,-9-1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1:04:41.3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4448 13627 8017,'2'12'-1420,"3"-1"986,-3-7 888,6 4-490,-8-8 1,2 0 199,4 0-199,-4 0 180,5 0-225,1 0 1,2 0 126,7 0 0,-5-6 6,-1 0 0,1-5-67,5 5 0,6-6-137,1 6 0,1-1 146,-2 1 0,4-2-2,8-3 0,-1-3 64,1 8 0,2-7-52,3 1 1,10-1 67,8 1 1,2-3-49,-2 3 1,-2 2 8,8-1 0,5 1-19,7-1 0,-7 3-108,-5 8 0,0-6 94,5 0 1,0 0-10,1 6 1,-1-1 1,1-5 1,-1 2 10,1-8 0,-1 6 6,1-5 0,-1 5 11,1-6 1,-6 7 3,-1-7 0,-1 8-1,2-2 0,-2 5 3,-4 1 0,-4 0-22,3 0 0,-2 0-6,-3 0 0,-8 0-44,-3 0 1,-5 0 54,-1 0 0,-2-2-86,-4-4 0,-4-2-66,-8-4-63,1-3 1,-1 7 264,0-3-61,-7-5 0,5 7 0,-5-9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384"/>
    </inkml:context>
    <inkml:brush xml:id="br0">
      <inkml:brushProperty name="height" value="0.053" units="cm"/>
      <inkml:brushProperty name="color" value="#FF0000"/>
    </inkml:brush>
  </inkml:definitions>
  <inkml:trace contextRef="#ctx0" brushRef="#br0">14507 7665 5747,'0'-9'19,"0"-1"62,0 4-74,0 4 7,0-6 1,-6 6 4,0-3 123,0 3-126,6-6 0,-1 8 13,-5 0 12,4 0-6,-6 0 28,8 0 0,-8 0 18,6 0-5,-5 0 4,-1 0-22,6 0 71,-6 0-32,1 0 10,5 0-53,-6 0-26,8 0 1,-2 0 13,-4 0 1,4 2 26,-3 4 102,3-4-87,2 5 168,0-7-81,0 0-69,-8 0 0,6 2 79,-4 4 14,4-4-75,2 6-175,0-8 34,0 0 0,6 2 86,0 4 0,2-5 99,-3 5-73,5-4 0,9 0-31,4 4 0,-3-4-63,3 4 1,-2 1 55,2-1 1,2 0-34,4-6 0,4 0 21,-4 0 0,4 0-2,2 0 0,-1 0 9,1 0 1,0-6 3,0 0 1,-6-5-51,0 5 1,0-6 32,5 7 0,-7-7 3,-4 6 1,-1-2 5,1 3 1,-4 3-46,4-4 1,-9 4 3,-3 2 1,-5-6 2,6 0 7,-8 1-10,3 5-34,-7 0-280,0 0 30,-7 0 0,3 0-279,-8 0 36,8 7 124,-11-5 28,13 6-290,-13-8 662,13 0 0,-14 0 0,7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3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8426 8760 6297,'0'10'244,"0"-2"-192,0-8 189,0 0 0,-2 5-246,-4 1 1,4 2 32,-3-2 1,-3 3-73,2 9 0,-5-1 56,5 1 0,-8 5 62,3 0 1,-5 6-37,-1-6 0,0 8 8,-1-2 1,1 4-40,-1 1 1,-5 3 2,0 4 0,-2-3-11,2 9 1,2-7 33,-8 7 0,2-9-137,-2 3 0,2-5 109,3-1 0,5-2-122,-4-4 1,-2 2 38,2-8 1,5-2-9,7-9 0,1 3-97,-1-3-17,-5-4 22,14-1 42,-6-7 136,8-7 0,8-3 0,-6-15 0,6-2 0</inkml:trace>
  <inkml:trace contextRef="#ctx0" brushRef="#br0" timeOffset="1">8166 9090 6194,'9'8'597,"-1"-6"-439,-8 6-452,0-8 283,0 0 118,0 8-44,0-6 1,0 7 72,0-3-96,0-4 0,0 13 22,0-3 1,0-2-103,0 1 1,0 1 89,0 5 0,6 6-134,-1 0 1,7 6 36,-6-5 1,7 7 24,-1-3 0,1 3-28,-1-2 1,3 2-83,-3-8 0,4 6 51,1-5 1,-6-1-82,1-6 0,-6-1 162,5-5 0,-7 5 0,12-7 0,-7 9 0</inkml:trace>
  <inkml:trace contextRef="#ctx0" brushRef="#br0" timeOffset="2">8617 8865 8043,'0'17'-712,"0"0"1,0-5 309,0-1 700,0 1 1,0 5-335,0 1 1,0-7 78,0 1 0,0 0-154,0 5 0,0 0 98,0 1 1,0-1-4,0 0 1,0 1 108,0-1 0,0 8 77,0 4 0,-6-2-144,1 2 1,-1 0 7,6 6 0,-2 0-40,-4 0 1,4-3 6,-4-3 1,-1 4-148,1-4 0,-2 2 101,2-2 0,3 2-111,-9-8 1,8 0 22,-2-5 1,2-3 26,-1-3 1,3-3 18,-4-3 87,4-4 0,2 4 0,0-12 0,0 2 0,0-7 0,0-9 0,0-7 0</inkml:trace>
  <inkml:trace contextRef="#ctx0" brushRef="#br0" timeOffset="3">8635 9212 8043,'0'10'-524,"0"-2"500,7-8-173,-5 0 162,14 0-91,-7 0 1,3 0 86,0 0 0,-7 0 69,7 0 0,-6 0-253,5 0 71,-7 0-44,12 0 1,-13 0 195,9 0 0,-8 0 0,4 0 0</inkml:trace>
  <inkml:trace contextRef="#ctx0" brushRef="#br0" timeOffset="4">8808 8934 8043,'10'17'-570,"0"-1"-71,-5-5 0,-3 5 584,4-5 0,-4-1 523,-2 2 1,0-1-467,0 7 0,0-1 42,0 0 1,0 3-68,0 3 0,0 4-47,0 8 0,-2 0-143,-4-1 0,4 1 139,-3 0 1,-3 5 28,2 1 1,0-1-68,6-5 0,-2-6-64,-3 0 178,3 0 0,-14 6 0,7 0 0</inkml:trace>
  <inkml:trace contextRef="#ctx0" brushRef="#br0" timeOffset="5">9451 8760 5898,'8'10'1082,"-6"-2"-1252,6-8 119,-8 0 73,7 0-35,-5 0 1,8 0-31,-4 0 89,-4 0 0,7-2 10,-3-4 153,-4 4-183,13-6 1,-5 6-52,7-4 1,1 5 16,-1-5 1,1 2-120,-1-2 0,0 4 98,1-4 1,-1-1-18,0 1 0,1 0-23,-1 6 0,1 0-13,-1 0 0,-6 0-249,1 0 217,0 0 114,5 0 0,-7 0 0,5 8 0,-5 1 0</inkml:trace>
  <inkml:trace contextRef="#ctx0" brushRef="#br0" timeOffset="6">9260 9038 7471,'0'10'-656,"0"5"744,0-13 126,0 14-416,8-14 208,1 5 1,9-1-54,-1 0 1,1 0 131,-1-6 1,0 0-9,1 0 1,-1 0-100,0 0 0,3 0-8,3 0 1,-2-2-57,8-4 0,-2 4 118,2-4 0,4-1-209,-4 1 1,2-6 100,-2 6 0,3-1-82,-3 1 0,-2-2 50,2-3 1,-7-5 107,1 5 0,-4-5 0,6-1 0,2-1 0</inkml:trace>
  <inkml:trace contextRef="#ctx0" brushRef="#br0" timeOffset="7">9469 9282 7993,'-2'11'-709,"-4"1"0,4-6 513,-4 5 0,2-7 139,-2 2 117,5 4 0,-7-1-203,0 9 255,6-1 159,-6 0-138,8 1 6,-7-1 36,5 0-113,-6 1 0,14-7 39,0 1 0,5-6-37,-5 5 1,8-7-39,-3 2 0,-1-2-39,1 2 0,1-4-33,5 3 26,1-3 0,-1-2-18,0 0 1,1-2-14,-1-3 1,-5-5 51,-1-7 1,1 5-26,5 0 0,-5-1 9,-1-10 0,-5 3 1,6-3 1,-8 4-17,1 2 0,-3-1-5,-2 1 1,0-1 23,0 1 1,0 0-4,0-1 0,-7 1 39,-5 0 0,2-1-38,-1 1 1,-1 5 51,-5 1 1,5 7-46,1-2-234,-1 4 168,-5 2 0,-1 2-15,1 4 1,5 3-71,1 9-41,-1-1 0,-3 1 198,3-1 0,3 0 0,3 1 0,-4 7 0,-7 2 0</inkml:trace>
  <inkml:trace contextRef="#ctx0" brushRef="#br0" timeOffset="8">10077 8708 7976,'0'10'-763,"0"-1"216,0-3 438,0-4 1,-2 12 87,-4-9-202,4 9 191,-6-4 1,8 7 76,0 0 0,-6 1 11,1-1 1,-1 6 2,6 0 1,-6 8-121,0-2 1,-1 6 11,1 6 0,4 1 24,-4 5 1,-2 3-86,3-4 1,-1-2 95,6 3 1,-6-9-11,0 3 0,0-4 129,6-3 0,0 1-141,0 0 1,0-6-11,0 0 28,0-8 18,0 4 0,0-15 0,0-2 0</inkml:trace>
  <inkml:trace contextRef="#ctx0" brushRef="#br0" timeOffset="9">9972 9247 7976,'10'10'-1386,"0"-3"693,-5-7 1248,-3 0 1,14 0-304,-5 0 0,-1 0-468,2 0 0,-1 0 89,7 0 1,-1 0-195,0 0 0,1-2 216,-1-3 0,0 3 44,1-4 1,-7-2 167,1 2 1,0-1-199,5 1-9,0 4 100,1-6 0,-1 0 0,0-1 0</inkml:trace>
  <inkml:trace contextRef="#ctx0" brushRef="#br0" timeOffset="10">9642 9716 7989,'0'10'-1719,"0"5"2068,0-5 0,0 2-279,0-1 1,0-5-230,0 6 1,0-7-4,0 7 0,-6-6 138,1 5 1,-1-5-38,6 6 151,0-1 1,0 7-59,0-1 0,0 0 52,0 1 1,0-7 71,0 1-59,0 0 0,2 5-98,4 0 1,-3-5 53,9-1 0,-2-5-108,1 6 0,5-8 66,-5 2 0,5-5-14,1-1 0,1 0-5,-1 0 0,0-1-6,1-5 0,-1 0-6,0-11 1,1 3 4,-1-9 0,1-4 48,-1-2 1,0 2-30,1-2 0,-1 2 28,0-2 1,-5-4-53,0 4 0,-7 2-2,7-2 0,-8 8-4,2-2 1,-5 3-5,-1 3 0,-5 0-116,-1-1 1,-8 3 75,3 3 0,-5-1 43,-1 7 1,-2 0-21,-4 6 0,3 8-76,-3 3 0,-2 5 70,2 1 1,0 1-51,5-1 1,1 6 10,0 0 92,-9 8 0,7-4 0,-6 8 0</inkml:trace>
  <inkml:trace contextRef="#ctx0" brushRef="#br0" timeOffset="11">10772 8552 7416,'-10'0'-1185,"0"2"1347,4 3-180,5-3 0,-9 6-24,4-8 6,4 8 1,-8-6 57,5 3-17,3 5 0,-6-6 35,8 8 0,-6-7-20,0 7 1,-1-6-29,1 5 1,4 1 24,-4 5 1,2 3-21,-1 3 1,3-2 2,-4 8 0,-2 2-5,2 9 1,1 5-3,5 7 1,0 2-7,0 4 1,1 4 4,5 7 0,4 1-140,7-1 0,1 1 148,-1-1 0,8 1 0,2 0 0</inkml:trace>
  <inkml:trace contextRef="#ctx0" brushRef="#br0" timeOffset="12">10997 8865 7143,'10'0'-159,"-2"0"-107,-8 0 166,7 0-36,-5 0 162,14 0-11,-14 0 53,13 0 0,-11-2-66,8-4 1,-7 4 57,7-4 0,-6 4-26,5 2 1,-5 0 159,6 0-185,-1 0 0,7 0-8,-1 0 0,-5 0-22,-1 0 1,-1 2-15,2 4 1,3-2-10,-3 7 1,-3-5 45,3 6 1,-8-1-19,1 7 0,-3-1-9,-2 0 0,0 1 4,0-1 1,0 2-28,0 5 0,-7-5-88,-5 4 0,2-2 110,-1 3 1,-1-5-6,-5 4 0,0-4-4,-1-1 0,1-1-3,-1 1 1,1-3 69,0-3 1,-1 3-65,1-3 1,5-3 158,1 3-74,7-8 1,-10 5 63,9-3-106,-1-4 0,8 6 3,3-8 0,-1 0 242,8 0-230,0 0 0,5 0 94,0 0 1,1 0-95,-1 0 0,0 0-2,1 0 0,-1 0-41,1 0 1,1 0-4,4 0 1,-4 0-38,4 0 1,-3 0-307,-3 0 363,0 0 0,1 8 0,-1 1 0</inkml:trace>
  <inkml:trace contextRef="#ctx0" brushRef="#br0" timeOffset="13">11623 9264 6449,'0'12'-26,"0"-1"1,0-7 1,-6 12-119,0-5 1,-1 5 94,1 1 1,2 1-23,-8-1 1,3 0 69,-3 1 0,-3-1 0,5 0 0,-7 1 0</inkml:trace>
  <inkml:trace contextRef="#ctx0" brushRef="#br0" timeOffset="14">11831 8899 8008,'18'0'-1402,"-9"0"702,7 0 982,-7 0 1,3 0-92,0 0 0,-7-2-319,7-3 0,-6 3 137,5-4 1,-5-2-107,6 2 0,-6-1 100,5 1 0,-5 4-24,5-4 228,-7 4-217,12 2 132,-7 0-103,9 0 0,-7 6 16,1 0 1,-8 7-35,2-1 0,1 3-15,-1 3 0,0-1-23,-6 0 1,0 1-25,0-1 0,-8 6-7,-3 1 1,-5 4 45,-1-4 0,-1 7-9,1-2 0,0-2-12,-1 2 0,1-8-11,0 2 0,-1 0 39,1-5 0,1 3-7,5-10 3,-5 5 0,12-1-20,-7-3 90,7 3-72,-4-13 0,10 6 59,4-8 1,-2 0 14,7 0 0,1 0 123,5 0 0,1-2-88,-1-4 0,1 2-50,-1-7 1,0 7-66,1-2 0,1-2 70,4 3 1,-4-1-238,5 6 1,-5 0 71,-2 0 1,1-2-146,-1-4 267,0 4 0,1-13 0,-1 5 0</inkml:trace>
  <inkml:trace contextRef="#ctx0" brushRef="#br0" timeOffset="15">12387 8413 7897,'2'9'-123,"4"-3"-22,-4 4-125,6-1 0,-6 9 159,3-1 0,-3-5 54,4-1 0,-4 1 15,-2 5 1,6-5 19,0-1 1,-1 1 47,-5 5 0,2 3 1,4 3 0,-4-2-12,4 8 0,-4-2-11,-2 2 1,0 10-31,0-4 1,0 9 39,0-4 1,-2 7-80,-4-7 1,2 7 36,-7-7 1,5 9-86,-6-3 0,1-4 64,-7-1 1,1-2 48,0 1 0,-9-3 0,-1 5 0</inkml:trace>
  <inkml:trace contextRef="#ctx0" brushRef="#br0" timeOffset="16">4048 8830 7707,'0'11'-890,"0"1"1,-2-8 1148,-4 2-250,4-4 83,-5 5-143,7-5 134,0 14-224,-8-14 180,6 13-3,-6-13 24,1 13 1,3-11 64,-8 8 99,8-8-147,-3 11-21,-1-5 0,6 7 0,-4 1 1,-2-7-30,3 1 1,-1-1 55,6 7 1,0 1-1,0 4 1,0-2 27,0 8 0,0 0 14,0 6 0,0 2 15,0 3 1,0 5-62,0 7 1,0 2-119,0 4 0,0-2 125,0 8 1,0-10-108,0-2 1,6 0 27,-1-6 0,1-3-122,-6-3 1,0-11 55,0-5 1,0-5-11,0-2 1,0-5-378,0-1 275,0-7 1,0 2-97,0-12 1,-2-3-125,-4-9 391,4-7 0,-13-10 0,5-9 0</inkml:trace>
  <inkml:trace contextRef="#ctx0" brushRef="#br0" timeOffset="17">4048 9021 8290,'10'8'-494,"-1"-6"538,-3 3 1,-2-3-205,8-2 0,-1 0 69,7 0 0,-1 0 154,0 0 0,1 0 2,-1 0 1,6 0-111,0 0 0,2 0 45,-1 0 1,-3 0 76,8 0 1,-8 2 9,2 4 0,-4-2-122,-1 7 1,-1-5 55,1 6 1,-3-1-45,-3 7 0,1 5-7,-7 0 1,0 8 17,-6-2 0,-8-2-4,-4 2 0,-3-2 49,-2 2 0,-7 2-23,1-8 1,-8 0-33,2-5 0,-3-1 37,-3 0 1,0-5-178,0 0 0,-1-7 5,-5 7 1,3-8-110,-9 2 1,9-4 119,-3-2 0,4 0-8,3 0 0,7 0 165,3 0 1,11 0-185,1 0 173,9-8 0,3-2 0,9-7 0</inkml:trace>
  <inkml:trace contextRef="#ctx0" brushRef="#br0" timeOffset="18">4760 8951 8259,'0'12'-600,"0"0"504,0-9-385,0 5 103,0-8 39,0 0 463,0-8-76,0 7-27,0-7 13,0 8 934,0 0-907,8 0 0,-6 2-59,4 4 1,-4-3-14,-2 9 1,0-6-13,0 5 0,0 1 53,0 5 1,0-5 88,0-1 0,0 1-94,0 5 0,5 7 86,1-1 1,0 6-48,-6-6 1,2 10 20,4 2 0,-2-1-96,7 7 0,-5 1-6,6-1 0,-3-1 26,3-5 1,3 0-120,-3 0 1,3-6 42,3 0 1,-1-8 62,0 2 0,1 2 1,-1-2 0,1-1 10,-1-11 0,0 3-2,1-8 0,-1-1 26,0-5 1,1 0 9,-1 0 0,1-2-32,-1-3 1,6-5-10,0-7 1,-5-7-17,-7 1 1,-1-8 25,1 2 1,3-9-39,-8-3 1,5-7 20,-5 2 1,2-5-4,-2-1 0,-3 0-48,9 0 1,-8 0-95,2 0 1,-4 5 39,-2 1 0,0 7-147,0-1 1,0 3 258,0 2 0,0 1 0,0-1 0</inkml:trace>
  <inkml:trace contextRef="#ctx0" brushRef="#br0" timeOffset="19">5751 8673 8138,'-10'0'-10,"-5"8"-183,5-6 0,-8 13 30,1-3 1,6 3 33,-1 3 0,0 1 147,-5 4 1,0-1-7,-1 7 0,1 0 0,0 5 1,1-1-15,4-4 1,-1 2 41,7-8 1,0 2-20,6-2 1,0-3 15,0 3 0,0-4-14,0-1 0,6-7-1,0 1 0,7-3 9,-1 3 1,4 2-1,1-9 0,0 1 37,1-6 1,-1 0-6,0 0 1,1 2 38,-1 4 0,-5-4-58,-1 4 0,-1-3-4,2 3 1,1-2-36,-7 8 0,0-1-8,-6 7 1,0-7 6,0 1 1,-2-1-92,-4 7 0,-4-1 5,-7 1 1,-6-1-185,0 0 1,-8 1-90,2-1 1,-4 0-76,-2 1 430,0-8 0,1 5 0,-1-5 0</inkml:trace>
  <inkml:trace contextRef="#ctx0" brushRef="#br0" timeOffset="20">6029 8517 8238,'0'17'0,"-2"1"-1,-4-1 0,4 0-37,-4 1 1,2 1 23,-2 4 0,5 2-175,-5 4 0,4 4 162,2-4 1,0 6-99,0 5 1,0-1 11,0 7 1,0-1 168,0 1 0,-6 2 26,0-7 0,-5 11-70,5-5 0,-6-1-9,7-11 0,-7-1-48,6 1 1,0 0-137,6 0 1,-5-8-53,-1-4-464,0-4 697,6-1 0,-15-16 0,-5-4 0</inkml:trace>
  <inkml:trace contextRef="#ctx0" brushRef="#br0" timeOffset="21">5994 9073 8152,'17'-8'0,"1"-3"-29,-9-5 1,-1-1 223,-8 0 22,8 7-169,-6 2 1,7 8-460,-3 0 283,4 0 0,7 6-131,0 0 1,-5 5-61,0-5 1,-3 8 166,3-3 1,1-1-286,-7 1 437,8 1 0,-5 5 0,9 1 0</inkml:trace>
  <inkml:trace contextRef="#ctx0" brushRef="#br0" timeOffset="22">6428 8569 8051,'-9'8'-41,"-7"-6"17,6 5 0,-1-5 105,-1 4 0,8-2-99,-1 8 1,3-7 61,2 7 0,-6 0-175,0 5 0,0 0 109,6 1 0,0 7 135,0 4 1,0 4-88,0 1 1,0 9-49,0 3 0,0 6-205,0 6 0,0-2 89,0 8 0,0-8-127,0 2 0,0-4 8,0-2 1,0-7 119,0-5 0,2-5-112,4-6 249,-4 4 0,13-14 0,-5 6 0</inkml:trace>
  <inkml:trace contextRef="#ctx0" brushRef="#br0" timeOffset="23">7002 8169 8131,'-16'18'-50,"4"-1"1,-3 0 15,3 1 1,3 1 99,-3 4 0,3 4-127,-3 8 0,-2 2-147,9 3 0,-9 5 139,3 7 1,1 8-84,-2 3 0,1 7 87,-7 5 1,1-1-202,0 7 1,-3 0 298,-3 6 0,4 0-34,-4 0 0,11-8 159,6-4 1,4-3-132,2-3 0,8 5 58,4-5 0,5 3-15,6-15 0,-2 7-283,8-6 1,0-2-33,6-10 1,-6-5-45,0-12 1,0-4 288,6-8 0,-6-1 0,0-4 0,0-5 0</inkml:trace>
  <inkml:trace contextRef="#ctx0" brushRef="#br0" timeOffset="24">7175 8691 8069,'-6'-12'-274,"1"1"0,-3 7 197,2-2-47,4-4 0,-6 6 135,8-7-156,-7 7 22,5-4 136,-6 8 1,6 2 18,-4 4 1,4 4 26,-3 7 0,-3 8-54,2 4 0,-5 4-4,5 2 1,-6 7 4,6 4 0,-7 5 53,1 1 1,3 6 10,-3 0 0,8 0 87,-2-6 0,-1 4-111,1-4 1,0 2-42,6-13 1,6-3 56,0-9 0,7 0-104,-1-12 1,3 3 129,3-14 1,-1-1 5,0-5 0,7 0-70,-1 0 0,2-5-6,-2-1 0,-4-8-249,4 3 0,3 1 87,-3-2 1,0 3-79,-6-3 1,-5-3 221,-1 3 0,1-11 0,5-4 0</inkml:trace>
  <inkml:trace contextRef="#ctx0" brushRef="#br0" timeOffset="25">7540 9560 8168,'-11'0'294,"-1"0"0,6 0-139,-5 0 0,7 7-110,-2 5 1,2 5-160,-2 7 0,4-3-455,-3 8 1,1 0 568,-2 6 0,-4 7 0,-7 2 0</inkml:trace>
  <inkml:trace contextRef="#ctx0" brushRef="#br0" timeOffset="26">12752 7909 7957,'16'11'0,"-3"1"0,-1 1 0,-7-3-282,7 1 0,-6 1 208,5 5 1,-5-3 72,6 3 0,-6-3 45,5 9 0,-1 2-158,1-2 1,3 8 92,-8-2 0,5 10 85,-5 1 1,6 9 121,-7-3 1,3-2-93,-2 3 0,-4 5 14,4 6 1,-4 8 3,-2-3 0,0 5 38,0 1 1,0 1-62,0-1 0,-2 7-116,-4-1 0,4 0-185,-4-5 0,-2-6 217,3-1 0,-9-1-100,3 2 0,-5 2 0,-1-9 0,-1 7-86,1-6 1,-2 12 100,-4-7 80,3 9 0,-13-14 0,4 4 0,-3-4 0,-3 3 0,0 5 0</inkml:trace>
  <inkml:trace contextRef="#ctx0" brushRef="#br0" timeOffset="27">8687 11089 6610,'0'12'-474,"0"0"750,-8-9-96,6 5-141,-6 0-214,8-6 17,0 13 149,-7-13 0,5 8-76,-4-4 101,4-4 1,0 11 42,-4-7 1,4 2-69,-3-3 1,1-1 10,-2 8 0,4-6 2,-4 5 1,-3 1 3,-3 5 0,2 8-127,-1 4 0,-1 4 79,-5 2 0,-1 2 1,1 3 0,-6-1 17,0 7 1,0-7 64,5 1 0,-5-5-48,0-6 0,0 4 12,5-4 1,7-4-56,-1-2 0,1-9 48,-7-3 0,1 1 0,-1 5 0</inkml:trace>
  <inkml:trace contextRef="#ctx0" brushRef="#br0" timeOffset="28">8444 11472 8041,'9'0'-1739,"-1"0"2042,-8 0-545,0 0 153,8 0 91,-6 0 0,7 0 58,-3 0 0,-4 2 3,4 3 1,1-1-38,-1 8 1,2-2-7,-2 1 1,-2 5-50,7-5 0,-5 5 60,6 1 0,-3 0-138,3 1 0,3 1 18,-3 4 1,-3-5-254,3-1 342,0 0 0,5-7 0,0 7 0</inkml:trace>
  <inkml:trace contextRef="#ctx0" brushRef="#br0" timeOffset="29">8774 11072 8000,'9'0'-687,"7"8"407,-14-6 1,5 7 25,-7-3 159,8-4 182,-6 13-260,6-5 184,-8 7 0,0 1 1,0-1 75,0 1 1,0 5-6,0 0 1,0 2-126,0-2 0,0-2 75,0 8 1,-2 6-149,-4 6 1,4-1 87,-4-5 1,4 0-109,2 0 1,-5 3 108,-1-3 1,0 2-3,6-14 1,-2 0-103,-4-6 131,4 9 0,-5-15 0,7 5 0</inkml:trace>
  <inkml:trace contextRef="#ctx0" brushRef="#br0" timeOffset="30">8774 11506 8000,'9'10'-1821,"5"0"1672,-8-4 532,-1-4 1,-3 5-458,4-7 1,-2 6-48,8 0-188,-9 0 264,13-6 0,-7 0-44,9 0 1,-7 0 89,1 0-1,-8 0 0,11-8 0,-5-2 0</inkml:trace>
  <inkml:trace contextRef="#ctx0" brushRef="#br0" timeOffset="31">8965 11228 8000,'11'16'0,"1"-5"0,-8 5-473,2-5-59,-5 5 1,1 1 467,4 1 0,-4-1 90,4 0 1,-4 7-82,-2-1 1,0 6 27,0-6 1,0 8-9,0-2 0,0 4 34,0 1 0,0 1-1,0 0 0,-2 5 3,-4 1-1,4 0 0,-13-7 0,5 1 0</inkml:trace>
  <inkml:trace contextRef="#ctx0" brushRef="#br0" timeOffset="32">9399 11002 8084,'0'12'-652,"0"0"0,-2-9 597,-4 3 1,4-2 353,-3 2-272,3-4 0,2 7-276,0-3 82,0-4 266,0 14-295,0-14 259,7 5 1,1-5 34,4 4-107,3-4 0,-5 6 4,7-8 0,-5 0-49,-1 0 0,1 0-136,5 0 1,1 0 24,-1 0 165,-7 0 0,13 0 0,-4 0 0</inkml:trace>
  <inkml:trace contextRef="#ctx0" brushRef="#br0" timeOffset="33">9399 11298 7264,'10'0'-213,"5"0"0,-11 0 168,8 0 1,-3-2 64,3-4 0,3 4-93,-3-4 0,3 3 52,3-3 0,1 4-122,4-4 1,-4-2 58,5 3 0,-5-3-168,-2 2 252,8 4 0,-5-13 0,5 5 0</inkml:trace>
  <inkml:trace contextRef="#ctx0" brushRef="#br0" timeOffset="34">9521 11437 8058,'0'12'0,"0"-1"0,-6-5-498,0 6 1,-2-9 108,3 3 341,3 4 0,-12-1 73,8 9 0,-5-7-9,5 1 1,-6 0 3,7 5 1,-3-5-115,2-1 0,4 1 65,-4 5 1,-1 1-45,1-1 138,0 0 1,6 1-70,0-1 1,0 0 41,0 1-22,0-1-9,0 1 0,6-7 32,0 1-11,7-8-14,-3 3 0,7-14 2,1-5 0,-7-3 2,1-3 1,-7 1-10,7-1 1,-6 1 0,5 0 0,-7-1-2,2 1 1,-2-2-1,2-5 0,-4 5-44,3-4 1,-3 4-120,-2 1 0,-2 1 99,-3-1 0,1 7-99,-8-1 1,6 8 58,-5-1 0,5-3 96,-6 2 0,9 0 0,-13 14 0,7 2 0</inkml:trace>
  <inkml:trace contextRef="#ctx0" brushRef="#br0" timeOffset="35">9920 11124 8069,'0'17'-1,"-2"1"1,-3-1-182,3 1 0,-6-1-198,8 0 0,-6 1 243,0-1 0,1 1 158,5-1 1,0 0-102,0 1 0,0-1 56,0 0 0,0 3 38,0 3 1,-6-4 37,0 4 0,0 3-6,6-3 0,-2 6-56,-4-6 1,4 6 27,-3-6 1,3 0-194,2-5 0,-2-1 175,-4 0 0,-4 8 0,-7 2 0</inkml:trace>
  <inkml:trace contextRef="#ctx0" brushRef="#br0" timeOffset="36">9886 11524 7231,'1'-10'32,"5"4"-435,4 4 0,7 2 30,1 0 373,-1 0 0,0 8 0,1 2 0</inkml:trace>
  <inkml:trace contextRef="#ctx0" brushRef="#br0" timeOffset="37">9642 11941 7996,'0'17'-1416,"0"1"1755,0-1 1,0-5-419,0-1 0,0-5 37,0 6 1,0-6-84,0 5 1,0-5 67,0 5 0,0-5 21,0 6 1,6-6 93,0 5 1,0-5-31,-6 6 0,0-7-3,0 7 0,5-6-11,1 5 1,2-7 10,-2 2 1,-2-4-19,7-2 0,1 0-5,5 0 0,1 0-35,-1 0 0,-6-2-14,1-4 1,0-3 26,5-9 0,-2-5 15,-3 0 1,2-2 50,-9 2 1,3 1-52,-2-7 0,-4 8 9,4-2 0,-4 2-22,-2-2 0,0 3-18,0-3 2,-8 4 1,-2 3-102,-7 5 1,-1 3-55,1 8 0,0 2 86,-1 4 0,1-1 103,0 13 0,-1-5 0,1 11 0,-8-5 0,-2-2 0</inkml:trace>
  <inkml:trace contextRef="#ctx0" brushRef="#br0" timeOffset="38">10476 11020 8044,'0'11'0,"0"1"-516,0 0 0,-2 3 306,-4-3 0,5-3-25,-5-3 285,4 4 1,-4 7-97,0 0 1,0 1 59,6-1 0,-5 1-6,-1-1 0,0 0 29,6 1 0,-6 5-5,0 0 1,-5 8 31,5-2 0,-7 4-38,1 2 0,2 7 9,-1 4 1,7 5-1,-2 1 1,4 6 2,2 0 1,0 2-42,0-3 1,2-2-86,4 2 1,4-10 52,7-7 1,6-3-285,0-2 319,0-8 0,-5 6 0,-1-6 0</inkml:trace>
  <inkml:trace contextRef="#ctx0" brushRef="#br0" timeOffset="39">10806 11194 7908,'-11'0'-175,"-1"0"0,6 0-55,-5 0 291,7 0-127,-4 0 181,8 0-638,0 0 543,8-8 61,2 6 0,7-12-36,0 9 0,1-1-76,-1 6 1,0 0 58,1 0 0,-1 0-51,1 0 31,-1 0 0,0 2-97,1 4 1,-1-3 64,0 9 1,-7-6-15,-4 5 0,2-5-57,-3 6 60,1-1 0,-6 7-81,0-1 93,-8 1 1,-1-1 18,-9 0 1,1-5-6,0-1 1,-1-7-5,1 2 0,0 2-14,-1-2 0,7 5 4,-1-5 1,6 0 9,-5-6 0,5 0-4,-6 0 31,8 0-39,-3 8 43,14-7 0,3 7-31,7-8 0,1 0 31,-1 0 0,1 0 7,-1 0 0,0 0 7,1 0 0,-1 0 11,0 0-23,1 0 1,-1 6 27,1 0 1,-7 2-18,1-3-3,-8-3 0,3 14-18,-7-5 0,0 5-1,0 1 0,-6 0-56,1 1 1,-11-1-8,-1 1 1,-1-1 11,-5 0 0,-2 1-97,2-1 0,-6 1 139,6-1 0,-8 0 0,4 1 0</inkml:trace>
  <inkml:trace contextRef="#ctx0" brushRef="#br0" timeOffset="40">11310 11646 7947,'0'27'0,"-2"-2"-60,-4-8 0,3 6-6,-9 0 0,6 1-649,-5-7 715,-1 8 0,-13 2 0,-2 8 0</inkml:trace>
  <inkml:trace contextRef="#ctx0" brushRef="#br0" timeOffset="41">11814 11124 7926,'10'27'0,"-3"4"0,-7-8 0,0 0-149,0-5 1,0 7 70,0 4 1,0-2 2,0 2 1,-2 2-1,-3 9 1,3-3-220,-4 4 0,-2 1 196,2-1 1,-5-1-80,5-5 1,-6-2 158,7-4 0,-7-4 18,6-8 0,-7 1 0,3-1 0</inkml:trace>
  <inkml:trace contextRef="#ctx0" brushRef="#br0" timeOffset="42">12318 10881 7851,'0'17'-515,"0"1"1,0-7 609,0 1 0,0-1-16,0 7 0,6 1 96,-1 4 1,9-2-158,-3 8 0,-1 0-151,2 6 1,-8 6 121,1-1 0,-3 8-8,-2-1 0,-2 3-7,-3 2 1,-5 0 41,-7 0 0,-7 1-283,1-1 267,-8 0 0,-3 0 0,-11 0 0</inkml:trace>
  <inkml:trace contextRef="#ctx0" brushRef="#br0" timeOffset="43">4118 11420 8368,'-8'17'-2446,"6"0"2746,-14 1 1,14-1-52,-3 0 0,3 3-175,2 3 0,0-4-46,0 4 0,0 4-15,0 2 0,0 4 66,0 2 1,0 0-5,0 0 1,0 5-8,0 1 0,-6-1-22,0-5 1,-2 6 4,3-1 1,1 1-44,-8-7 0,8-1-175,-1-4-16,-5 4 1,6-16-62,-8 1 30,9-9 0,-11-10 91,8-5 0,1-4-147,5-7 1,0-6 269,0-1 0,0-5 0,0 6 0,0-8 0,0 4 0,0-7 0</inkml:trace>
  <inkml:trace contextRef="#ctx0" brushRef="#br0" timeOffset="44">4065 11576 8368,'0'-10'-731,"0"-5"0,0 11 654,0-8 164,0 9-70,0-13 0,0 12 37,0-7-138,0 7 0,0-6 50,0 4 122,0 4-67,8-5 0,2 7-15,7 0 0,1 0 58,-1 0 0,0 6-34,1-1 0,-1 9 0,0-3 0,1-1 38,-1 2 0,0-1 7,1 7 1,-1-3-28,1-3 0,-1 3-3,0-3 1,-7 9 29,-4 2 1,-4 0-28,-2-5 0,0-1-79,0 0 1,-2 1-6,-4-1 0,-4 4-178,-7-3 1,-2 3 158,-4-9 1,1 1-142,-7-1 1,2-3-83,-2-3 0,-2-4 69,8 4 0,-2-4 209,2-2 0,4-8 0,-6-2 0</inkml:trace>
  <inkml:trace contextRef="#ctx0" brushRef="#br0" timeOffset="45">4552 11541 9148,'17'0'-1489,"-7"-7"1205,-2 5 50,-8-6 215,0 8 1,0 8 91,0 3 0,0-1-160,0 1 0,-6 1 140,0 5 1,-2 7-104,2-1 0,5 6 80,-5-6 1,-2 8-15,2-2 0,0 6 23,6 5 0,0-1-4,0 7 1,6-5-30,0 5 0,8-7 3,-3 1 0,5-3-89,1-2 0,0-8 145,1-4 0,1-10 0,4-1 0,-4-8-3,5 2 0,-5-6 6,-2-6 0,1-4-45,-1-7 0,0-3 6,1-3 1,-7-2-29,1-4 1,-2-4 50,1 4 1,3-5-183,-8-7 0,-1 4 85,-5-3 0,0 3-172,0 2 1,0-5-42,0-1 1,0 6-57,0 6 0,-5 8 189,-1-2 1,-2 0 124,2 6 0,4-5 0,-5 13 0</inkml:trace>
  <inkml:trace contextRef="#ctx0" brushRef="#br0" timeOffset="46">5490 11315 8368,'-10'0'-362,"-5"0"1,11 2 194,-8 4 1,7-4-58,-7 4 0,6-4 190,-5-2 1,5 0-70,-6 0 0,7 5 120,-7 1 1,6 0 25,-5-6 0,5 2 108,-6 4 1,3-2-80,-3 7 1,-3-5-9,3 6 1,2-7 116,-1 7-84,-1 0 1,-5 5-38,-1 0 1,3 1-14,3-1 1,-1 6-39,7 0 1,-5 1 54,5-7 1,0 6-30,6 0 0,0 1-6,0-7 1,0 0-5,0 1 0,2-3-40,4-3 1,3 1-3,9-7 0,1 6 9,4-7 0,-2 3-11,8-2 0,-6-4-20,6 4 1,-5-4 44,5-2 0,-8 5-28,2 1 1,2 0 17,-2-6 0,0 2 1,-5 4 1,-7-4-18,1 3 7,-8 5 1,4-6 10,-8 8 1,0-1 0,0 6 0,-2 1 62,-4-1 1,-2 1-59,-4-1 0,-3 6-1,3 0 0,-1 2-51,1-1 0,-3-3-4,3 8 0,-1-8-65,1 2 1,-3-3-212,3-3 1,3 0 101,-3 1 0,0-3-293,-5-3 520,7 3 0,-13-13 0,4 6 0</inkml:trace>
  <inkml:trace contextRef="#ctx0" brushRef="#br0" timeOffset="47">5837 11228 8307,'10'12'0,"-4"0"0,-4-7-19,-2 7 1,0-6 69,0 5 0,0 1-224,0 5 0,6 1 127,-1-1 1,1 6-85,-6 0 1,0 8 91,0-2 0,0 10-63,0 1 0,0 3 33,0-3 0,0-3 25,0 4 1,0-5-22,0-1 0,0-6 3,0 0 1,-2-8-418,-3 3 478,3-5 0,-14-2 0,6 1 0</inkml:trace>
  <inkml:trace contextRef="#ctx0" brushRef="#br0" timeOffset="48">5994 11541 8307,'17'0'0,"-5"-6"-195,-1 1 1,-5-7 123,6 6 1,-6 0 16,5 6 109,1-7 1,5 5-127,0-4 1,-3 2-276,3-2 0,-9 4 175,9-3 0,-3 3-106,3 2 0,1 0 190,-1 0 0,-5 0 87,-1 0 0,1 7 0,5 3 0</inkml:trace>
  <inkml:trace contextRef="#ctx0" brushRef="#br0" timeOffset="49">6324 11333 8249,'0'29'0,"0"0"0,0-2-373,0 2 1,0 2 222,0-8 0,0 8-25,0-2 1,6 3 194,0 3 1,5 6 56,-5-1 1,7 9-77,-1-3 0,-2 2 73,1-1 1,-5 3-169,6-4 1,-9-1 98,3 1 1,2-8-6,-2 3 0,0-4 0,-6-3 0</inkml:trace>
  <inkml:trace contextRef="#ctx0" brushRef="#br0" timeOffset="50">7071 10863 8254,'-12'0'-852,"1"0"863,7 0 115,-11 0-155,13 0 113,-14 0-216,7 0 1,-3 8 21,0 4 1,7 3 169,-7 3 1,6 1 134,-5 4 1,5 6-166,-6 12 1,6 3 112,-5 8 0,7 2-85,-2 4 0,4 6-36,2 11 1,0 4-242,0 8 0,2 0 155,4 0 0,-2-6 29,7 0 0,1-7-232,5 1 1,1-19 68,-1-10 1,1-9 97,-1-8 1,8-4-144,4-8 0,2-7 243,-2-4 0,4-12 0,-6-4 0</inkml:trace>
  <inkml:trace contextRef="#ctx0" brushRef="#br0" timeOffset="51">7471 11037 8318,'9'10'-1672,"-1"-2"1835,-8-1 1,0-3-178,0 8 1,0-1 6,0 7 1,0-7-26,0 1 1,0 5 1,0 6 0,0 3 80,0-3 1,0-2-67,0 8 1,-2 6 135,-4 5 0,4 3-49,-3-3 1,-3-1-31,2 7 0,0-1-10,6 1 1,0-3 11,0-9 1,2-7-32,4-3 1,2 1 17,3-2 1,5-6-45,-5-5 0,5-8 33,1 1 0,0-3-14,1-2 0,-1-5-61,1-1 1,-1-8-6,0 3 0,1-5-40,-1-1 1,0-6-179,1-1 0,-1 3-3,1 10 0,-1-5 282,0 5 0,1-5 0,-1-1 0</inkml:trace>
  <inkml:trace contextRef="#ctx0" brushRef="#br0" timeOffset="52">8009 11663 8069,'10'11'-1875,"-4"1"2008,-4-8 619,-2 11 1,0-5-625,0 7 1,0-5-154,0 0 1,-2 5-153,-4 6 1,2 2 127,-8-2 1,7-1-372,-7 7 1,6-6 419,-5 6 0,-1 0 0,-5 6 0</inkml:trace>
  <inkml:trace contextRef="#ctx0" brushRef="#br0" timeOffset="53">12787 10811 7984,'8'10'0,"-6"5"-448,13-5 1,-13 7 267,4 1 1,1-7 220,-1 1 0,0 0-5,-6 5 1,6 0-13,0 1 1,-1 5-43,-5 0 0,2 8 85,4-2 1,-4 11 168,4 7 1,-2 3-107,1 2 0,-3 2 15,4 4 1,-4-2-102,-2 8 1,0-6-87,0 6 0,-2-8 82,-4 2 1,3 1-23,-9-1 0,0 0-160,-5-6 1,-6 1 30,0-1 1,-2-2-469,1-4 579,5-3 0,-14-9 0,6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4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3423 7717 8175,'-18'35'0,"7"6"0,-1-1 0,0 1-763,-5-6 0,5-1 458,1 1 0,-1 2 305,-5 3 0,0-3 0,-1 4 0,-5 3 0,0 2 0,-6 3 0,6-3 0,0-4 0,5-7 0,3-2 0,3-4 0,-3 4 0,5-6 0,-7 8 0</inkml:trace>
  <inkml:trace contextRef="#ctx0" brushRef="#br0" timeOffset="1">3509 7526 8238,'0'10'-2035,"0"-1"2035,0-3 0,0-4 0,0 8 0,0-4 0,0-4 0,0 7-277,0-3 285,0-4 1,0 8 17,0-5-25,0-3 0,0 8 8,0-4-23,0-4 0,2 7 37,4-3-29,-4-4 0,6 8-8,-8-4-12,0-5 24,0 15 1,0-12-1,0 7 0,6-5 1,-1 6 1,1-1 0,-6 7 5,0-1 1,2 0-6,4 1 1,-4-1 19,4 1 1,1-1-19,-1 0 0,6 1 0,-6-1 1,5 2 16,-5 5 1,5-5 3,-5 4 1,6 2-22,-6-2 0,5 8-1,-5-2 0,8-2-42,-3 2 0,-1 0 45,1 6 1,-5 0-5,6 0 0,-1 7 0,7 2 0</inkml:trace>
  <inkml:trace contextRef="#ctx0" brushRef="#br0" timeOffset="2">3266 8204 6548,'18'0'9,"-1"0"0,8 0-42,4 0 1,-2 0-4,2 0 1,6 0 2,5 0 0,7 0 26,-7 0 1,6-6-76,-5 0 0,5-5 15,-5 5 1,-1-6 66,-5 7 0,0-9 0,0 4 0</inkml:trace>
  <inkml:trace contextRef="#ctx0" brushRef="#br0" timeOffset="3">4135 7909 5756,'0'9'858,"0"-1"-1070,0-8 189,0 0 45,8 0-46,-6 0 1,7-6 30,-3 0-5,-4 1 1,8 5-5,-5 0 1,-1 0 66,8 0 1,-1 0-55,7 0 0,-1 0 24,0 0 0,1 0-89,-1 0 0,6 0-3,1 0 1,6 0 20,-1 0 0,-2 0-11,2 0 1,-2 0-13,2 0 1,2 0 58,-8 0 0,8-8 0,-4-2 0</inkml:trace>
  <inkml:trace contextRef="#ctx0" brushRef="#br0" timeOffset="4">4204 8117 5760,'0'10'399,"0"-3"-284,0-7-100,0 0 25,8 0-3,-6 0-42,13 0 1,-7-1 34,4-5-68,3 4 0,-5-8 32,7 4 0,-5 4-3,-1-3 0,1 3 0,5 2 0,1 0-3,-1 0 0,0 0-37,1 0 1,-1 0-8,1 0 0,1 0-27,4 0 1,-4 0 55,5 0 27,-5 0 0,-2-8 0,1-2 0</inkml:trace>
  <inkml:trace contextRef="#ctx0" brushRef="#br0" timeOffset="5">5490 7439 8090,'0'10'-1898,"0"0"1533,0-5 371,0-3 0,-2 6 36,-4-8 40,4 0 12,-5 0-12,7 0 484,0 0-556,-8 0 0,6 8-2,-4 3 0,2-1-21,-1 2 0,1-1-10,-8 7 1,2 5 11,-1 0 1,-7 8 1,1-2 0,0 4-60,-6 1 1,1 7 59,-1-1 1,2 7-97,-8-7 0,8 3 63,-2-3 1,-2-5-10,1 0 0,1 0 10,6-6 1,1-4-2,5-2 0,-5-6-40,5-5 82,3 3 0,-7-13 0,5 6 0</inkml:trace>
  <inkml:trace contextRef="#ctx0" brushRef="#br0" timeOffset="6">5368 7769 7867,'10'8'-301,"0"-6"152,-5 4 1,-3-2 64,4 2-411,-4-4 195,-2 13 263,0-5 0,0 7 0,0 0 38,0 1 0,0-7-17,0 1 0,0 0 7,0 5 0,0 0 17,0 1 0,0-1-24,0 0 1,0 1 1,0-1 0,2-5-107,4-1 0,-4 1 62,4 5 1,1-5 58,-1 0 0,8-1 0,-5 6 0</inkml:trace>
  <inkml:trace contextRef="#ctx0" brushRef="#br0" timeOffset="7">5751 7474 7507,'9'0'-1489,"5"-2"2243,-8-4-636,-1 4-545,-5-5 111,8 7 346,-6 0-79,6-8 0,-6 6 76,3-4-3,-3 4-18,6 2-5,-8 0 12,0 8 0,0 2 2,0 7 0,-6 0 18,1 1 0,-3 1-18,2 4 0,2 2 59,-7 4 1,5 10-65,-6-4 1,3 5-2,-3 1 0,-2-3-32,9 9 0,-9-7-5,3 7 1,1-9 0,-2 3 0,8 1-93,-1-1 0,-3-6-17,2-6 0,-5-2 81,5 2 56,0 4 0,6-14 0,0 4 0,-8-4 0,-1-1 0</inkml:trace>
  <inkml:trace contextRef="#ctx0" brushRef="#br0" timeOffset="8">5751 7822 6196,'0'9'56,"0"-1"0,0-6 33,0 4-231,0-4 161,0 5 0,2-7 6,3 0-10,-3 0-26,14 0-95,-7 0 28,9 0-55,-1-7 0,0 3 72,1-8 1,-7 8 60,1-1 0,-6-3 0,5 2 0,-5-6 0,6 7 0,-1-9 0,7 4 0</inkml:trace>
  <inkml:trace contextRef="#ctx0" brushRef="#br0" timeOffset="9">5942 7491 8071,'9'18'0,"1"-7"-122,-4 1 0,-4-6-61,4 5 0,-5-5-123,-1 6 1,0-7 182,0 7 1,0 0 7,0 5 0,0 0 84,0 1 0,-5-1 30,-1 1 0,-2 5 21,2 0 1,4 2-2,-3-2 1,-3-2-34,2 8 1,-2 0-8,3 6 1,1 0 20,-8 0 0,1 7 0,-7 3 0</inkml:trace>
  <inkml:trace contextRef="#ctx0" brushRef="#br0" timeOffset="10">6880 7370 7474,'0'9'-1555,"0"1"1799,0-4-342,0-4 103,8 5-30,-6-7 66,5 0-27,-7 0 92,8 0 3,-6 0-26,6 0-39,-1 0 1,-3-1 67,8-5-35,-8 4-68,11-6-14,-5 0 1,1 6-12,1-3 1,-6 3 4,5 2 0,-5-6-7,6 0 0,-7 0-1,7 6-1,-8 0-2,11 0 20,-13 8 1,8 0 0,-4 3 1,-4 5-10,3-5 0,-3 5-1,-2 1 0,-5 1-10,-1-1 1,-8 0-3,3 1 0,-3-1 1,3 1 1,-5-1-5,5 0 0,-5 3-34,-1 3 1,-6-4 40,-1 4 1,1-1-7,6 1 1,0-2 12,-1 8 1,1-8 1,-1 2 1,3-3 9,3-3 1,-1 6 9,7 0 1,0 1-5,6-7 1,0-5 9,0-1 7,0 1 0,2 3-20,4-3 0,4-5 2,7-7 0,0 0-4,1 0 0,-1 0-1,1 0 1,1 0-12,4 0 1,-2-5-3,8-1 1,-8-6-31,3 6 0,1-7 43,-2 1 0,8-3 0,-4-2 0</inkml:trace>
  <inkml:trace contextRef="#ctx0" brushRef="#br0" timeOffset="11">7366 7300 8041,'0'18'0,"8"-1"0,-6 0-443,4 1 1,-4-7 266,-2 1 1,0-1 213,0 7 0,0-1 2,0 1 0,-2-1-20,-4 0 0,4 7 21,-4-1 1,-1 8 36,1-2 1,-6-2-109,6 2 1,-5 0 93,5 5 0,-6 1-146,7 0 1,-7 0-32,6-1 1,-1 1-123,1 0 0,4 0 118,-4-1 0,-2 1-99,3 0 0,-1-2 216,6-4 0,0 4 0,0-6 0,0 7 0</inkml:trace>
  <inkml:trace contextRef="#ctx0" brushRef="#br0" timeOffset="12">7922 7300 7963,'-2'16'0,"-3"-5"0,3-1-290,-4-4 1,2-4 217,-2 3 0,4-1 67,-4 2 136,5-4-183,1 13 0,-6-11 111,0 8 1,0-6-159,6 5 107,-8-7 0,7 12 48,-5-5 1,-2-1-98,2 1 0,-1 1 15,1 5 0,-2 1-157,-4-1 0,-3 6 109,3 0 0,-3 8-136,-2-2 1,-1-2 79,1 2 0,-1-2 33,1 2 0,0 2 46,-1-8 0,3 1 51,3-7 0,-3 0 0,5 1 0,-7-1 0</inkml:trace>
  <inkml:trace contextRef="#ctx0" brushRef="#br0" timeOffset="13">7801 7683 7963,'11'0'0,"1"0"-294,-1 0 0,7 0 253,-1 0 0,-5 0-21,-1 0 1,1 0 36,5 0 1,-1 2-104,-5 3 0,5-3 101,-5 4 0,5 2-96,1-2 0,-5 5 58,-1-5 0,-1 2 93,2-3 0,1-1-98,-7 8 1,5-6 7,-5 5 0,2-5 18,-2 6 1,-4-7 23,3 7 20,-3 0 0,-2 5 0,0 0 0</inkml:trace>
  <inkml:trace contextRef="#ctx0" brushRef="#br0" timeOffset="14">7610 8117 7963,'0'10'-1788,"5"-1"1376,1-3 412,0-4 166,-6 6 358,0 0-682,8-6 237,-6 5-182,5-7 265,-7 0 121,0 0-161,8 0-24,-6 0-21,13 0 1,-11 0 9,8 0 1,-1 0-23,7 0 0,-1 0-36,1 0 1,-1 0-20,0 0 1,8 0-132,4 0 0,-2 0 71,2 0 0,0-6-137,6 1 0,0-7 105,0 6 0,-7-1-64,1 1 0,0 2-176,6-8 322,-8 1 0,6-7 0,-6 1 0</inkml:trace>
  <inkml:trace contextRef="#ctx0" brushRef="#br0" timeOffset="15">8391 7352 7388,'10'8'-1415,"0"-6"2045,-5 4-490,-3-4-267,14-2 0,-6 0-82,7 0 193,0 0 1,1-2-41,-1-4 1,0 4 37,1-4 0,5-1-10,0 1 1,0-6-14,-5 6 0,5-1-11,0 1 0,6 4 52,-6-4 0,8-4 0,-4 1 0</inkml:trace>
  <inkml:trace contextRef="#ctx0" brushRef="#br0" timeOffset="16">8548 7630 7945,'9'0'-1091,"7"0"1,-12 0 1179,7 0 16,1 0-22,5 0 1,1 0-62,-1 0 0,0-5 1,1-1 1,-1-2-1,0 2 1,1 4-47,-1-3 1,1-3 33,-1 2 1,0-2-8,1 3 1,-7 3-89,1-4-37,-1-4 121,7 8 0,-1-13 0,1 5 0</inkml:trace>
  <inkml:trace contextRef="#ctx0" brushRef="#br0" timeOffset="17">8582 7300 7943,'-1'12'0,"-5"-1"0,2-1-345,-8 2 1,8-3 270,-1-3 1,-3-2-362,2 8 344,0-9 0,4 11-51,-3-8 147,3 7 0,-12-3 37,8 7 1,1-5 4,5-1 0,-6 1-1,0 5 1,0 1-13,6-1 0,-6 1-1,1-1 0,-1 0-5,6 1 0,-2-1 15,-4 0 0,4 7-53,-4-1 0,5 0 34,1-6 1,0 1-4,0-1 1,0 0-18,0 1 0,0-7-1,0 1-7,0 0 0,0-1 36,0 1-45,7-8 0,3 3 14,7-7 0,-5 0-4,-1 0 1,1-5-15,5-1 0,1 0-6,-1 6 0,0-2-31,1-4 0,5 4-111,0-3 0,0 1 90,-5-2 0,5 2-71,0-8 146,8 9 0,-12-13 0,6 6 0</inkml:trace>
  <inkml:trace contextRef="#ctx0" brushRef="#br0" timeOffset="18">8478 8117 7886,'-6'12'0,"1"-1"-1337,-1-7 1131,6 12 1,-6-13 383,0 9-94,1-8 0,3 6 121,-4-5-257,4-3 0,-6 8 154,8-4-107,-8-4 1,6 7 119,-3-3-15,-5-4 25,8 6-14,-6-8-108,8 0 6,-7 0-2,5 0 29,-6 0 1,10 0 167,4 0-162,-4 0 1,13 0-3,-3 0 0,3 0-30,3 0 0,-1-2 8,0-4 1,6 4-9,1-4 1,5-1-87,-6 1 1,8-2-99,-2 2 1,3 4 45,3-3 0,0 1-89,0-2 0,-1 4 22,1-4 1,0 4 59,0 2 0,-8 0 135,-4 0 0,4-7 0,0-3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4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16036 9021 5890,'-10'0'-138,"2"0"138,8 0 43,0 0-1,8-8-38,-6 6 1,6-7 0,-8 3 0,2 4 3,3-4 0,-3 2 10,4-2-15,-4 5 0,4-9 11,0 4 13,-1 4-13,-5-6 45,0 1 0,2 5-35,4-4 65,-4 4-46,6 2 0,-8-2 56,0-4-49,0 4 1,0-5-66,0 7 215,0 0-170,8 0 3,-7 0 23,7 0 1,-8 0 218,0 0-231,8 0 6,-6 0-54,6 0-4,-8 0 9,0 0-10,7 0 1,-5 2 81,4 3-61,-4-3 20,6 6 11,-6-8-21,13 0 1,-11 0 59,7 0 15,-7 8-91,12-6 1,-12 5 4,7-7-13,-7 0 39,12 0-54,-7 0 1,3 6 30,-1 0 1,-5 0 27,6-6 0,-6 0-23,5 0-7,-7 0 1,11 0-14,-3 0 1,-4 2 1,-3 4-1,5-5 25,0 7-70,-1-8 25,7 0 1,-12 0-32,7 0 33,-7 0 1,6 0-24,-4 0 15,-4 0 11,5 8 0,-5-6 33,4 4-39,-4-4 26,6-2-118,-8 0-268,0 0 0,0 0 0</inkml:trace>
  <inkml:trace contextRef="#ctx0" brushRef="#br0" timeOffset="1">16070 12080 6504,'0'10'-751,"0"-3"751,0-7 0,0 0 106,-7 0-97,5 0 3,-6 0 38,8 0 356,0 0-344,0-7 15,0 5-27,0-6-5,0 8-49,0 0 0,2-6-13,4 0 14,-4 1-6,5 5 17,-7 0 1,2 0 10,4 0 31,-4 0 3,6-8 11,-8 6-51,0-6 0,2 8 12,4 0 43,-5 0-5,7 0 84,-8 0-94,8 0-20,-6 0 27,13 0 5,-13 0-43,14-7 1,-12 5-5,7-4 1,-5 4 27,5 2-11,-7 0-40,12 0 0,-7 0 25,9 0 1,-7 0-50,1 0 1,-6 0 46,5 0-14,1 0 1,5 0 6,1 0 1,-1 0 10,0 0-26,1-8 0,-1 6 2,1-4 1,-1 3-8,0-3 0,1 4 14,-1-4 1,0-2-14,1 3 1,-7-3 8,1 2 0,0 2-2,5-7 0,-6 7-10,1-2 1,-6 2-9,5-2-28,1 4 1,3-7-8,-3 3 0,-2 4-18,-4-4 52,-5 4 1,7 0 11,-8-3-16,8 3 2,-6-6-56,6 8 4,-8 0-164,0 0 0,-8-8 1,-2-2-1</inkml:trace>
  <inkml:trace contextRef="#ctx0" brushRef="#br0" timeOffset="2">16036 9838 6146,'-8'10'-231,"6"-3"260,-6-7-20,1 0 19,5 0-29,-6 0-1,8 0 656,0 0-604,8 0-45,-6 0 30,5 0-3,-7 0 221,0 0-258,8 0 16,-6 0 0,6 2 0,-8 4 4,0-4 1,2 11-2,3-7 0,-3 2 42,4-2 0,-2-2 69,2 7-61,-4 1 1,7 5 8,-3 1 0,-2-1-40,8 0 1,-9 6-29,3 1 1,2-1-5,-2-6 1,5 3-1,-5 3 0,6-4-19,-6 4 0,-1-4 38,-5-1 0,6-1-12,0 1 0,5-7-38,-5 1 39,0-1 0,-6 1-13,0 0 5,8-9 0,-6 7-7,4-4 4,-5-4-10,-1 6-1,0-8 26,0 0 87,0-8 14,0 6 3,0-6 25,0 8-246,0 0 18,0-8 31,0 7 0,0-9 34,0 4 1,2 4-13,4-4-35,-4-3 0,14-1 48,-5-7 1,-1-1-27,1 1 0,1-1-4,5 1 1,6 0-5,1-1 1,-1-5 11,-6 0 0,6-6-2,1 6 1,1-2 40,-2 2 0,-4 3 5,4-3 0,-3 4 89,-3 1 1,-2 1-125,-3 0 261,3 7-209,-5-5 75,0 13-40,-3-6-15,-7 8-103,0 0 77,0 8-34,0-6 21,0 5-1,0-7-53,0 0 25,-7 0 0,5 2-242,-4 4 143,4-4-288,2 6-75,0-8 491,0 0 0,0 7 0,0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4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17843 8917 6089,'0'9'481,"0"-1"-388,0-8-47,0 0 0,-8 0-11,6 0-15,-6 0-46,8 0 74,0 0-108,0-8 45,0 6-12,0-5 25,0 7-4,0 0 34,8 0 1,-4-6 1,7 0 1,-5 0 39,6 6-58,-1 0 1,7 0 23,-1 0 0,-5-6-12,-1 1 0,1-1-42,5 6 0,1 0-8,-1 0 1,6-2-7,0-4 0,0 4 18,-5-4 1,-1 5-10,1 1 1,-7 0-14,1 0 0,-1-6 25,7 0 0,-7 0 7,1 6 0,-6 0-5,5 0 1,-5-2 27,6-4 50,-9 4 18,5-5-60,-8 7 3,0 0-47,-8 0 0,5 0 41,-9 0-55,0 0 1,-5 0 3,0 0 0,5 0-10,0 0 0,1 0 30,-6 0 1,5 0-33,0 0 36,1 0 0,-7 6 6,1-1 0,5 1 26,1-6 1,-1 0-34,-5 0 1,5 6 12,1 0 0,5 0-4,-6-6 0,7 5 0,-7 1 1,6 0-6,-5-6 1,7 2-2,-2 4 99,-4-4 11,8 5 92,-5-7-157,7 0 21,0 0-40,7 0-15,3 0-10,7 0 0,1 0-13,-1 0 1,1 0-15,-1 0 0,-6 0 20,1 0 18,0-7 0,5 5-11,0-4 0,-5 4-1,0 2 0,-7-6 2,7 0 1,-6 1-97,5 5 49,-7 0 1,6 0-250,-4 0 112,-4 0-137,5 0 320,-7 0 0,8 0 0,2 0 0</inkml:trace>
  <inkml:trace contextRef="#ctx0" brushRef="#br0" timeOffset="1">16227 12028 7239,'9'0'-520,"-1"0"280,-8 0 156,0 0 154,-8 0-37,7 0 0,-9 0 38,4 0-28,4 0 0,-7 0 54,3 0-2,4 0-51,-6 0 1,6 0 38,-4 0-15,4 0-55,-5 0 1,5 6 76,-4 0-193,4-1 93,-6-5-7,8 0 1,0 2 134,0 4 20,0-4 124,0 6-123,8-8-112,2 0 0,7 0 34,0 0 1,-5 0-59,0 0 1,-1 0-7,7 0 1,-1-2-16,0-4 1,6 4-5,1-4 0,-1-1-10,-6 1 0,1-6 28,-1 6 0,0-7 2,1 1 1,-1 3 30,0-3 0,-1 6-21,-5-5 0,5 7-5,-5-2 0,-1-2-12,2 2 0,-8-1-15,1 1-2,-3 4 32,-2-6-53,0 8 35,0 0-44,-7 0 47,-3 0 1,-7 0 7,-1 0 1,7 0-5,-1 0 0,0 0 2,-5 0 1,5 0-17,1 0 0,-1 2-20,-5 4-18,0-4 1,-1 11 43,1-7 1,-1 6-10,1-6 0,5 5 1,1-5 1,-1 6 18,-5-7 0,5 7 29,1-6 1,5 5 11,-6-5 0,9 2-19,-3-2 12,-4-4-76,8 5 0,-6-5 52,8 4 58,0-4-67,0 6 1,8-8 0,4 0 0,-3 0 95,3 0-35,0 0 1,5-2-6,0-4 1,1 4 93,-1-4 1,0 4-56,1 2 1,-1-5-42,1-1 1,-1 0-76,0 6 0,1-6 74,-1 0 1,0 1-187,1 5 120,-1 0 1,1 0-15,-1 0 1,-6-6-22,1 0 1,-6 0-58,5 6 51,-7 0 16,4 0-24,-8-8 45,0 7 0,-8-7-47,-3 8 1,1 0 37,-2 0 0,1 0-25,-6 0 32,-1 0 1,1 0-4,-1 0 0,1 6 10,0-1 0,5 3-13,1-2 0,5-4-199,-6 4 169,8-4-231,-11 5 1,13-3 286,-4 8 0,-4-8 0,1 3 0</inkml:trace>
  <inkml:trace contextRef="#ctx0" brushRef="#br0" timeOffset="2">16522 10551 7786,'10'0'-1654,"-2"0"1659,-1 0 90,-5 0-306,6 0 59,0 0 59,-6 0 87,5 0-4,-7 0 12,0-8-26,0 6 251,0-6-227,0 8 1007,0 0-1151,0-8 152,0 6 1,0-7 15,0 3 6,0 4 1,2-11 7,4 7 1,-2-8 4,7 3 1,-1 1 12,2-2 1,3 3-95,-3-3 0,3-3 67,3 3 1,-1-1-144,0 1 0,-5-1 73,-1 7 1,1-8-131,5 3 0,-5 3-178,0 2 218,-1-4 0,5 7 24,-5-9 107,5 8 0,-14-4 0,13 1 0,-5-3 0</inkml:trace>
  <inkml:trace contextRef="#ctx0" brushRef="#br0" timeOffset="3">16626 10707 7281,'-9'10'-1347,"1"-3"1565,8-7 1,0-2-57,0-3 0,0 1-42,0-8 1,2 6-55,4-5 0,-2 5 1,7-6 1,-5 1-7,6-7 0,-7 7 13,7-1 0,0 1-125,5-7 0,0 1 52,1 0 0,5-7-50,0 1 0,0-2 36,-5 2 0,1 4-13,4-5 0,-10 5-25,5 2 1,-5-1-142,5 1 0,-3 5 122,-3 1 0,1 5-337,-7-6 98,8 9 309,-5-5 0,1 0 0,-2-2 0</inkml:trace>
  <inkml:trace contextRef="#ctx0" brushRef="#br0" timeOffset="4">16991 10168 7782,'0'10'-1028,"0"5"1739,0-13-603,0 6-143,0-8-136,0 0 1,2-6 65,4 0 1,-4-7 154,4 1 1,1 3-5,-1-3 0,8 0-59,-3-5 1,3 5 34,-3 1 1,5-1-11,-5-5 1,5 1-16,1 5 1,1-5-85,-1 5 1,0 1 40,1-1 0,-1 5-124,0-6 0,-5 6-93,0-5-41,-1 7 304,7-4 0,-1 0 0,0-1 0</inkml:trace>
  <inkml:trace contextRef="#ctx0" brushRef="#br0" timeOffset="5">17130 10238 7792,'12'5'-148,"-1"1"1,-5 0 52,6-6 72,-8 0 67,11 0 0,-13-2-242,4-4 1,2 2 51,-3-7 1,3 1 144,-2-1 0,-2-5 2,7 5 0,-5-3 34,6 2 1,-7-3 135,7 3 1,0-3-108,5-2 0,-4-1-7,5 1 1,-5-2-59,11-5 1,-3 5-6,2-4 1,-4 4-199,4 1 1,2 1 77,-1-1 1,5 1-298,-6 0 423,0-1 0,2-7 0,2-2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4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3040 9438 8085,'0'10'-1473,"0"-1"937,0-3 642,0-4-84,0 6 0,0-6 29,0 4 197,0-4-165,0 5 31,0-7 329,0 0-392,0 8 1,0-4 48,0 7 1,0-5-10,0 6 1,0-1 0,0 13-38,0-1 0,2 2 62,4-2 0,-4 4-66,4 8 1,-2 0-18,1-1 0,-3 7-42,4-1 1,-4 9-10,-2-3 1,0-1-68,0 1 0,0-8 69,0 3 1,0-10-83,0-2 0,0-6 84,0 6 0,0-13-122,0 1 0,0-4 31,0 5 0,0-7-323,0 1 131,0-8 0,0 4 1,0-10 296,0-4 0,-8-4 0,-1-7 0</inkml:trace>
  <inkml:trace contextRef="#ctx0" brushRef="#br0" timeOffset="1">3023 9473 8008,'10'0'-1808,"5"0"2074,-13 0-198,13 0-42,-13 0 0,8-2-82,-4-4 152,-4 4-48,5-6 33,1 8 48,-6 0-79,14-7 1,-9 3 76,5-8-95,3 8 0,-5-9 8,7 7 1,1-5-38,-1 5 1,0-6 42,1 6 0,-1-1-89,1 1 0,-1 4 70,0-4 0,1-2-13,-1 3 1,0-1 1,1 6 1,-1 0-5,1 0 1,-1 2 57,0 4 1,1-3 9,-1 9 0,0-6-72,1 5 1,-7-1 29,1 2 0,-2 3-3,1-3 1,-1 1-12,-4-1 0,-4 3-1,3-3 0,-3 3 2,-2 3 0,0-1-5,0 0 0,0 1 3,0-1 1,-7 1 3,-5-1 1,-5 0-111,-7 1 0,3-3 104,-8-3 0,6 3-150,-6-3 0,6-5 80,-6-1 0,0 2-112,-6-2 1,6 0 99,0-6 1,0 0-22,-5 0 0,5 0-47,0 0 0,8-6 18,-3 0 1,5 0-312,2 6 271,-1 0 151,1 0 0,0 0 0,-1 0 0</inkml:trace>
  <inkml:trace contextRef="#ctx0" brushRef="#br0" timeOffset="2">3892 9421 7973,'0'9'-469,"0"7"150,-8-14 152,6 13 217,-6-13 0,6 8-278,-3-4 184,3-4 0,-6 7 47,8-3 1,0-2 48,0 7 1,0-5-15,0 6 1,0-1 32,0 7 1,0-1 19,0 1 0,0-1-26,0 0 0,6 3-5,-1 3 0,7 2 61,-6 4 0,7 4-48,-1-4 1,-2-2 16,1 2 1,1-2-63,5 2 0,1 2-1,-1-8 1,0 6-12,1-6 0,-1 0-12,0-6 1,1-1-17,-1-5 0,1 5 42,-1-4 1,0-5-109,1-1 1,-1-2 50,0 2 1,1-4 1,-1 5 52,0-7 0,-5-2 3,0-3 0,-7 1-15,7-8 0,-6-1-5,5-11 0,-1 3-6,2-8 0,3-5 10,-3-7 1,-3-2-132,3 3 0,-8 1 3,2-7 0,1 5 30,-1-5 1,0 5-32,-6-5 0,2 2-172,4-3 1,-4-1 66,3 8 1,-3 1 219,-2 10 0,0-4 0,0 6 0</inkml:trace>
  <inkml:trace contextRef="#ctx0" brushRef="#br0" timeOffset="3">5038 9264 7851,'0'10'-770,"8"-2"1,-6-6 1199,4 3-254,-4-3-5,-2 6-3,0-8-360,0 0 256,-8 0-22,6 0-8,-13 0 1,11 0 14,-8 0 1,6 0-5,-5 0 0,5 0-13,-6 0 1,3 2 23,-3 4 1,-3-2-19,3 7 0,-3 1-28,-3 5 0,1-3-3,0 3 1,-1-3-7,1 9 0,-1-4 15,1-2 1,2 7-6,3-1 1,-3 2 33,3-2 0,2-4-25,-1 5 1,7-5-21,-2-2 17,4 8 1,2-5-109,0 3 0,2-4 33,4-1 1,2-7 25,3 1 1,5-6 22,-5 5 1,5-7-9,1 2 1,0-2 14,1 1 1,1-3 5,4 4 0,-3-4 55,3-2 0,-2 6-62,2 0 1,-4-1 35,5-5 0,-5 2-29,-2 4 0,1-4-1,-1 4 0,-2-2 25,-3 2 1,2-3-2,-9 9 0,1-6 84,-6 5 0,0-5-91,0 6 1,-2-1-4,-4 7 0,-3-7 8,-9 1 1,1 0-183,0 5 1,-6 0-53,-1 1 0,-5-7-84,6 1 1,-2-2 122,2 1 0,-2 3-76,-4-9 0,-2 3 154,8-2 0,0-4 92,5 4 0,-7 3 0,-2-7 0,-8 6 0</inkml:trace>
  <inkml:trace contextRef="#ctx0" brushRef="#br0" timeOffset="4">5368 9143 7669,'0'-10'-42,"0"2"-286,0 1 47,0 5 290,0-6 29,0 8-9,0 0 70,0 8 1,2 1-91,4 9 1,-4 1 17,4 4 0,-2 4-15,1 8 1,-1 2 4,8 3 0,-6-1 70,5 7 1,-5 0-50,6 7 0,-3-1-40,3 0 0,3 0 27,-3 0 0,-2 0-120,1 0 0,-5-7 72,6-5 1,-7-9-80,7-2 0,-8-7 47,2 1 0,1-10-306,-1-1-161,0-8 322,2 3 0,-6-14 200,3-5 0,5-3 0,0-3 0</inkml:trace>
  <inkml:trace contextRef="#ctx0" brushRef="#br0" timeOffset="5">5525 9577 7865,'0'12'-92,"0"-1"22,0-7-168,0 12 228,0-14-149,0 5 136,0-7-1,7 0 1,3 0 49,8 0 1,-7 0-87,1 0 0,-1-6 65,7 1 1,5-3-139,0 2 1,0 2-47,-6-7 0,7 5 98,-1-6 0,0 8-78,-6-1 1,1-3 56,-1 2 0,0-5 102,1 5 0,-1-8 0,1 5 0,-1-9 0</inkml:trace>
  <inkml:trace contextRef="#ctx0" brushRef="#br0" timeOffset="6">5855 9090 7859,'8'10'0,"-6"0"-202,3-4 1,3-3-226,-2 9 0,0-6 284,-6 5 0,0 1 140,0 5 1,0 3 142,0 3 1,2 4-88,3 8 1,-3 5 109,4 1 0,-4 5-64,-2-5 1,0 9-33,0 2 1,0 0-47,0 6 0,0-4-147,0-2 1,0 0-127,0 1 0,2-7 85,4 0 1,-4-7 166,3 2 0,-3-5 0,-2-1 0</inkml:trace>
  <inkml:trace contextRef="#ctx0" brushRef="#br0" timeOffset="7">6532 8899 7785,'0'10'-61,"6"0"17,0-5-203,0-3 262,-6 6-103,0 0 0,0-4 85,0 7 1,-6-5 79,0 6 0,-2-1-26,3 7 0,3-1 15,-4 0 0,-2 3-90,2 3 1,-5-2 21,5 8 1,-5 0 8,5 6 0,-6 1-8,6 5 0,-5 3-11,5 9 1,0-1-9,6 0 1,0 6 29,0 0 1,0 2-54,0-2 1,2-4 42,4 4 0,4-4-114,7-2 1,0-6-19,1 0 1,-1-7-116,0 2 1,3-10 102,3-2 0,-2-6-52,8 6 0,-6-8 196,6 2 0,-8-4 0,5-1 0</inkml:trace>
  <inkml:trace contextRef="#ctx0" brushRef="#br0" timeOffset="8">7384 8899 7299,'9'0'-269,"-1"0"0,-6 0 232,4 0 0,-4 2 49,4 4-141,-5-4 63,-1 6 54,0-8 26,0 7 0,0-3-20,0 8 0,-1-6 14,-5 5 1,4-5 10,-4 6 0,-2 1 1,3 10 0,-7-1-3,6 6 0,-5 1 81,5 6 0,-8 2-34,3 3 1,1 5 85,-2 7 0,1 0-85,-7 0 0,7 6 10,-1 0 0,1 6-43,-7-6 1,1 0 8,0-6 1,-1 2-166,1 4 1,-1-12 45,1 1 0,2-9-67,3-3 1,-1-8-13,7-4 0,0-9-268,6-3 425,0-7 0,-8-4 0,-1-9 0</inkml:trace>
  <inkml:trace contextRef="#ctx0" brushRef="#br0" timeOffset="9">7366 9004 7845,'12'15'-39,"0"-3"68,-9 3 1,7-11 202,-4 7-250,-4 1-177,5 5 0,-1 1 143,0-1 1,0 1 27,-6-1 1,6 0 67,-1 1 0,1 5-87,-6 0 0,6 8 18,0-2 1,5 4-23,-5 2 0,2 1 29,-2 5 0,-4-3-9,3 9 1,3-1-23,-2 6 0,2-1-12,-3-5 0,-3 8-57,4-8 1,2 3 61,-2-9 0,-1-9-90,-5 4 1,6-6 25,0 0 120,0-4 0,-6-8 0,0 1 0</inkml:trace>
  <inkml:trace contextRef="#ctx0" brushRef="#br0" timeOffset="10">7227 9699 7803,'0'9'384,"-7"-1"-282,5-8-294,-6 0 62,8 0 0,2 0-178,4 0 257,-4 0-37,13 0 0,-5 0 73,7 0 1,-5 0-62,-1 0 1,1 0-142,5 0 0,1 0-62,-1 0 279,0 0 0,8 8 0,2 2 0</inkml:trace>
  <inkml:trace contextRef="#ctx0" brushRef="#br0" timeOffset="11">8096 9820 7753,'12'6'-85,"-1"0"1,-7 2 172,2-2 1,-4-3-72,-2 9 0,-2-6-270,-4 5 0,2-5 143,-7 6 0,5-1 32,-6 7 0,1-1 128,-7 1 1,7-1-111,-1 0 1,1 1-17,-7-1 0,1 2-324,-1 5 400,9-5 0,-14 14 0,3-6 0</inkml:trace>
  <inkml:trace contextRef="#ctx0" brushRef="#br0" timeOffset="12">8965 8986 6554,'9'0'-83,"-1"0"292,-8 0 1,0 0-171,0-8-64,0 7 123,0-7-129,0 8 17,0 0-9,-8 0 36,6 0-9,-5 0 1,1 2 7,0 4 0,0-3 0,6 9 1,-5-6 55,-1 5 0,0 1-50,6 5 0,-6 1 8,0-1 0,-1 8-2,1 4 0,2 4 0,-8 2 1,1 1 14,-7 5 0,7-4-5,-1 3 1,1 3-25,-7-3 1,1 1-5,0-6 1,1-1-168,5 1 1,-5-8 55,5-4 1,1 2-94,-2-1 0,7-7 198,-7-5 0,0-9 0,-5 5 0</inkml:trace>
  <inkml:trace contextRef="#ctx0" brushRef="#br0" timeOffset="13">8617 9056 5895,'-9'0'794,"-1"0"-644,4 0-41,4 0-182,-6 0 3,8 0 191,0 0-26,0 7 29,0-5-93,8 14 0,0-12-43,4 7 0,3 1 14,-3 5 1,3 1 4,2-1 0,1 6 0,-1 0 1,2 8-92,5-2 0,-5 2 96,4-2 0,2 4-138,-2-4 1,2 4 62,-1 1 1,-3-1-146,8-4 1,-8-2 207,2-4 0,-4-3 0,-1 5 0</inkml:trace>
  <inkml:trace contextRef="#ctx0" brushRef="#br0" timeOffset="14">9121 9334 7839,'0'9'-295,"0"-1"1,0-6 194,0 4 262,0-4-379,0 6 142,0-8-85,0 0 170,8 0 0,-4 0-26,7 0 0,-5 0 18,6 0 1,-7 0 13,7 0 0,-2 1-54,1 5 0,5-4 49,-5 4 0,5-4-159,1-2 0,-5 0 25,-1 0 1,1 0-286,5 0 408,1 0 0,-1 0 0,0 0 0</inkml:trace>
  <inkml:trace contextRef="#ctx0" brushRef="#br0" timeOffset="15">9277 9108 7869,'-7'10'-632,"5"-3"477,-6-7 0,8 2-2,0 4 183,0-4 1,2 6-101,4-8 1,-2 0 110,7 0 0,-5 0-8,6 0 1,-1 5-19,7 1 1,-7 0-28,1-6 0,-1 6 89,7 0 1,-1-1-44,0-5 0,1 6 8,-1 0 0,1 6-6,-1-7 1,-2 9-3,-3-3 1,3 5-31,-3 1 0,1 1-7,-1-1 1,2 0-6,-9 1 0,1-1-85,-6 1 1,6 5-90,0 0 0,-2 2 48,-10-2 0,2-2-199,-8 8 337,1-7 0,-14 10 0,-2-4 0</inkml:trace>
  <inkml:trace contextRef="#ctx0" brushRef="#br0" timeOffset="16">10094 9299 7506,'-10'0'-338,"3"0"0,5 0 394,-4 0 223,4 0-132,-13 0-72,5 0 0,-2 0-66,1 0 1,5 2-18,-6 4 1,7-4-67,-7 3 1,6 3 77,-5-2 0,1 8-80,-2-3 0,-1 5 85,7 1 0,-6 0-15,7 1 0,-7 1 14,6 4 1,1-3-5,5 3 0,0 2 23,0-2 1,0 6 10,0-6 1,0 0-48,0-5 0,7-7 31,5 1 0,-3-2-85,3 1 70,0-3 0,5-8-25,0 0 0,1-2-14,-1-4 1,-5-4-6,-1-7 1,-1-6 26,2 0 0,3-10-3,-3-2 1,-3 0-63,3-5 0,-8-5 57,1-1 0,3-6-168,-2-6 0,0-2 52,-6-4 0,2-3 27,3 3 1,-3-2 139,4 3 1,-4 5 150,-2 11 1,6 13-80,0 10 39,-1 5 1,-3 9 82,4 5-167,-4 3 0,6 4-189,-8 3 1,6-1 117,-1 8-85,1-1 1,-6 9 145,0 3 1,0-2-19,0 8 0,0 0-8,0 6 1,6 0 17,0-1 0,2 7 26,-3 0 1,-3 7-27,4-2 1,4 4-262,1 3 1,-1-1 218,2 0 0,-1 0 0,6 0 0</inkml:trace>
  <inkml:trace contextRef="#ctx0" brushRef="#br0" timeOffset="17">10789 9247 7778,'-10'0'-1889,"-5"0"2812,5 0-180,1 0-873,-7-8-35,14 6 125,-13-5 1,11 5 194,-8-4-87,8 4 0,-5-6-44,3 8 23,4 0-208,-13 0 123,5 0 5,-7 0 1,5 2 114,0 4-49,9 4 0,-7 7 20,4 0 0,4 1 65,-4-1-109,4 0 0,2 1 58,0-1-134,0 1 1,2-3-56,4-3 32,-4 3 39,14-13-36,-7 6 62,9-16 1,-3-2-2,-3-7 1,1 0 8,-7-1 0,5 1-18,-5-1-40,8 1 0,-7-6 27,5 0 0,2 5-8,-9 7 1,3 1 59,-2-2 1,-2-1-1,7 7 23,-7-7 74,12 11 1,-12-6 16,7 8 0,-7 8-66,2 3 0,1 7 39,-1 5 0,2-2-35,-2 8 0,-4-6-21,3 6 0,3-2-117,-2 2 1,6 2-198,-7-8 1,7 8 132,-6-2 146,7-4 0,-3 0 0,7-7 0</inkml:trace>
  <inkml:trace contextRef="#ctx0" brushRef="#br0" timeOffset="18">11136 8673 7879,'18'0'-788,"-9"0"864,-1 0 253,0 0-432,-6 0 39,6 0-194,-8 0 241,0 0 39,0 8 1,-6 2 60,0 7 1,0 0-67,6 1 0,0 1 109,0 4 1,0 4-94,0 8 1,0 2 5,0 3 0,0 7-11,0 11 1,2-2-110,4 7 0,-2-9 16,7-1 1,-7-1-184,2-6 0,2-3-41,-3-3 1,3-9 87,-2-2 0,-4-14 201,4 3 0,-4-5 0,-2 5 0</inkml:trace>
  <inkml:trace contextRef="#ctx0" brushRef="#br0" timeOffset="19">10963 9177 7326,'9'10'-1277,"1"-2"1708,-4-8 0,-2 0-478,7 0 1,-5 0 55,6 0 0,-7 0-64,7 0 1,0-6 45,5 0 1,0-2-12,1 3 0,-1 1 33,0-8 1,7 6-10,-1-5 1,2 5-5,-2-6 0,4 1 0,8-7 0</inkml:trace>
  <inkml:trace contextRef="#ctx0" brushRef="#br0" timeOffset="20">11727 8951 7821,'0'18'0,"-2"-9"39,-4-3 1,3 2 130,-9-2 0,6 0-308,-5-6 1,5 5-48,-6 1 0,6 2-46,-5-2 0,5-2 168,-6 7 0,3-5 39,-3 5 0,-1-5 22,7 6 0,-6-6-72,7 5 1,-7-5 332,6 6-145,-7-1 1,9 5 200,-8-5-299,8 5 19,-3-7-7,7 9-211,0-1 173,0-7-57,0-2-112,0-8 120,7 0-75,3-8 1,5-2 74,-3-7 0,2-1-10,-9 1 1,9 0 45,-3-1 1,-1-1-3,2-4 1,-7 9 127,7-3 1,-6 3-94,5-3 0,-5 1 107,6 5 1,-6-3-63,5 9 0,-5-7 154,6 6-71,-9 0-60,13 6 0,-12 8 26,7 4 1,-5 3 2,6 3 0,-9 5-33,3 0 0,2 6 8,-2-6 1,2 6-111,-3-6 1,-1 8 94,8-2 1,-6-2-294,5 2 0,-5-8-57,5 2 0,-5-3-49,6-3 1,-6-1 31,5-5 300,-7-3 0,12 0 0,-7 1 0</inkml:trace>
  <inkml:trace contextRef="#ctx0" brushRef="#br0" timeOffset="21">12596 8447 7787,'9'-2'-1463,"-3"-3"1940,-4 3 1,-2-8-159,0 4-440,0 4 50,0-13 0,-2 13 48,-4-4 1,3-2-92,-9 3 0,6-1 58,-5 6 0,-1 0 42,-5 0 0,5 0-36,0 0 0,1 0 27,-6 0 1,-1 0 28,1 0 0,-1 0 25,1 0 0,0 6-7,-1-1 1,1 3-19,0-2 1,-1-2 11,1 7 1,5-7 15,1 2 49,-1 4 16,-5-1-47,7 9 1,0-3 104,5-3-61,3 3 0,-6-5-4,8 7 0,2-1-39,4-5 0,-4 7-62,3-1 0,3 0 64,-2 7 0,5-5-57,-5-2 1,6 6 31,-6 1 0,5 5-7,-5-6 0,6 8-32,-7-2 1,7 4 0,-6 1 1,5-3-97,-5 4 0,2-10 113,-2 10 1,-4-6-135,3 0 1,-3 2 115,-2-8 0,6 0-14,0-6 1,0 1 25,-6-1 1,0-5 178,0-1-146,0 1 1,0-1 77,0 1-47,0-8-10,0 4-40,0-8 0,2 0 12,3 0 1,-1 0-68,8 0 1,-6-2 10,5-4 1,1 4-198,5-4 128,1-3 1,-1 5-145,0-8 0,3 6-41,3-5 0,-4 7 80,4-2 0,-3-2 201,-3 3 0,8-9 0,2 4 0</inkml:trace>
  <inkml:trace contextRef="#ctx0" brushRef="#br0" timeOffset="22">13030 8447 7742,'-10'-7'261,"1"5"-395,3-4 0,4 6 68,-4 6 0,4 3 40,2 9 1,0-1 15,0 0 1,0 9-97,0 3 0,0-2 90,0 2 0,0 0-5,0 5 1,0 1-53,0 0 1,0-2-327,0-4 399,0 3 0,0-4 0,0 6 0</inkml:trace>
  <inkml:trace contextRef="#ctx0" brushRef="#br0" timeOffset="23">13169 8256 7787,'0'10'-1447,"8"-2"1921,-6-8 0,7 0-135,-3 0-422,-4 0 105,14 0 0,-13 0 102,9 0 0,-6 0-185,5 0 0,-5 0 98,6 0 0,-6 0-207,5 0 116,1 0 0,5-6-85,0 0 1,1 0 98,-1 6 0,1 0-15,-1 0 1,-5 0 37,-1 0 0,1 0-5,5 0 1,0 0 116,1 0 0,-7 0-103,1 0 0,-6 0 119,5 0 1,-1 2-50,2 4 0,-3 4-23,-3 7 1,-4 0-37,4 1 0,-2 1-6,1 4 0,-3-2 5,4 8 0,-4 0-9,-2 6 1,0 0-40,0 0 0,0-3 41,0-3 0,0 4 51,0-4 1,0 4-24,0 2 1,0-6 6,0 0 0,-2-8 24,-4 2 1,4-3 247,-3-3 47,3 0-141,2-7 76,0 5-67,0-13-85,-8 6 0,4-8 43,-7 0 3,7 0-125,-12 0 1,12 0-236,-7 0-58,-1 0 1,-5-6 110,-1 0 0,7 1-71,-1 5 0,1 0 38,-7 0 1,1 0-683,0 0 454,-9 0 0,1 0-229,-4 0 619,4 0 0,8 0 0,0 0 0</inkml:trace>
  <inkml:trace contextRef="#ctx0" brushRef="#br0" timeOffset="24">13934 7839 7765,'9'12'-635,"-3"-1"0,2-5 128,-3 6 771,9-9-64,-4 13 0,5-12-113,-3 7 0,1-5-61,-7 6 0,6-6-7,-7 5 0,9-5 42,-3 5 0,-1-5 10,2 6 1,-7-1 56,7 7 1,-6 1-46,5 4 1,-5-1-3,6 7 0,-8 1-36,1 11 0,-3 3-4,-2 9 0,0 1-2,0 4 1,0-2-65,0 7 0,0-1-53,0 2 0,-2 1 64,-3-7 0,1 0-277,-8-5 0,6-1-47,-5 0 1,-1-6 337,-5 0 0,-8-7 0,-2 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4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2971 10881 6219,'0'9'66,"0"-1"-169,0-8 546,0 0-450,8 0 59,-6 0 17,5 0 3,-7 0 72,0 0-103,0 8 1,0-4-10,0 7 0,0-5 4,0 6 1,0-1-49,0 7 1,0 1 40,0 4 0,0-2 71,0 8 1,0-4-90,0 10 0,0-4-2,0 10 1,0-3 4,0 3 1,0 3-2,0 8 1,0-1-91,0-5 1,-6 4 94,1-3 1,-1 3-129,6 2 1,-6-8 99,0-3 0,0-4-161,6-3 1,-5-5-96,-1 0-155,0-7 205,6 3 216,0-16 0,0-1 0,0-31 0,0-6 0</inkml:trace>
  <inkml:trace contextRef="#ctx0" brushRef="#br0" timeOffset="1">3023 10898 6153,'10'10'-398,"-1"-2"603,-3-8-171,-4 0-27,6 0 1,-8 1 31,0 5 29,7-4-71,-5 6-4,6-8 77,-8 0-9,0 0 95,8 0-119,-6 0 50,5 0-29,-7 0-18,8 0-42,-6 0 0,8 0-1,-4 0 117,-4 0-58,13 0 1,-5 0 42,7 0 1,0 0-69,1 0 0,-1 0-4,0 0 1,1 0 4,-1 0 1,1 0 11,-1 0 0,0 0-44,1 0 1,3 2-12,-4 4 0,10-3-3,-9 9 1,-3-8-37,-3 2 103,-1 3-39,7 1 215,-1 7-211,-7 1 1,-3-1-11,-7 1 1,0-1 3,0 0-10,-7 1 1,-1-1-24,-4 0 1,-3-1-16,3-4 1,-3 1-91,-2-7 1,-1 5 67,1-5 0,-2 2-119,-5-2 0,3-4 73,-8 3 1,2-1-4,-2 2 0,-4-4 10,4 4 0,-1-4-11,1-2 1,-2 0 35,8 0 0,-1 0 72,7 0 0,0 0 0,-8 7 0,-3 3 0</inkml:trace>
  <inkml:trace contextRef="#ctx0" brushRef="#br0" timeOffset="2">3805 10968 6452,'-10'0'49,"2"7"-46,8-5 20,0 6-19,0 0 0,0-4 13,0 7 1,0-5-22,0 6 0,0-7 14,0 7 0,0 0-18,0 5 0,2 0 24,4 1 0,-4 7 1,4 4 1,2-2-18,-3 2 1,3-6 10,-2 6 1,-2 0-26,7 6 1,-5-1 21,6 1 0,-7-6 89,7 0 1,-6-2-85,5 2 1,-5-4 116,6-7 1,-6 5-120,5 0 0,-5 0 1,6-5 0,-7-7-4,7 1 0,-6-8 11,5 1-20,1 5 1,-1-8 19,1 4 1,-6-12 5,5-6 0,-5 1-10,6-7 1,-6 5 3,5-10 1,-7-4-19,2-2 0,2-4-1,-3-2 1,7 6-11,-6 0 0,1-6-3,-1-5 0,-2-1-112,8 7 1,-8-1 116,1 0 0,3 0-177,-2 0 1,2 1 88,-3-1 0,-3 8-103,4 4 1,2 3-6,-2 3 204,-1 0 0,3-8 0,2-2 0</inkml:trace>
  <inkml:trace contextRef="#ctx0" brushRef="#br0" timeOffset="3">4691 10933 7304,'9'0'-590,"-1"0"439,-8 0 232,0 0-3,0-8-71,0 6 35,0-5 1,-2 5-26,-4-4-2,5 4-1,-15-6-32,6 8 7,-7 0 1,0 6 19,-1 0 1,1 7 7,0-1 1,-1 3-25,1 3 1,-1-1 4,1 0 0,-2 7-23,-4-1 0,3 2-79,-3-2 0,10-2 120,1 8 0,0-7-2,-5 1 0,7 2 146,5-2-166,3 0 0,2-5 17,0-1 1,0-6-4,0 1 1,2-8 12,3 2 1,5-4 16,7-2 0,1 0-14,-1 0 0,1 0-4,-1 0 1,6 0-5,0 0 1,2 0-35,-1 0 1,-5 0 32,4 0 1,2 0-51,-2 0 1,0 5 44,-5 1 1,-1 0-18,1-6 1,-1 2 82,0 4-36,1-4 0,-7 11 2,1-7 0,-8 8 11,2-3 1,-5-1-49,-1 1 1,-5 1 23,-1 5 0,-8 1-169,3-1 1,-10 0 53,-3 1 0,-7-1-54,3 1 1,-5-3 41,-2-3 0,0 3-118,0-3 1,1 3 215,-1 3 0,0-9 0,-7 7 0,-3-7 0</inkml:trace>
  <inkml:trace contextRef="#ctx0" brushRef="#br0" timeOffset="4">5125 10690 7788,'8'9'-1654,"-6"1"1360,4-4 438,-4-4 0,-1 5-121,5-7 0,-4 2 26,4 4-67,-4-4 50,-2 6 0,0-6-132,0 3 103,0-3 1,-2 6-12,-4-8 15,4 0-16,-5 0 18,7 0-1,0 0 159,0 8-138,0-6 207,0 13-207,0-5 0,0 7 3,0 1 0,0 1-56,0 4 1,5-2-2,1 8 1,6 0 13,-6 6 0,5 2 27,-5 3 0,5-1-16,-5 7 1,6-1-6,-6 1 1,1 2 11,-1-7 1,-4 1-68,4-1 0,-4-4-123,-2 3 1,2-9 116,4-2 1,-5-8 65,5 2 0,-4-9 0,-2-2 0,0-9 0,-8 5 0,-1-8 0</inkml:trace>
  <inkml:trace contextRef="#ctx0" brushRef="#br0" timeOffset="5">5195 11159 7787,'9'10'-1409,"-1"5"2408,0-13-753,-6 6-511,13-8 0,-11 0 84,8 0 1,-7 0 153,7 0 1,-6 0 72,5 0 1,-5 0-18,6 0 0,-7 0-3,7 0 1,0 0-112,5 0 1,-5 0-157,-1 0 175,1 0 1,5 0-123,1 0 1,-7-6 187,1 0 0,-7 0 0,7 6 0,0-7 0,5-3 0</inkml:trace>
  <inkml:trace contextRef="#ctx0" brushRef="#br0" timeOffset="6">5507 10707 7773,'0'17'-1255,"0"-5"627,0-1 1172,0 1 0,0 5-267,0 1 0,0-7-346,0 1 1,0 0 75,0 5 0,0 0-146,0 1 1,0 1 13,0 4 1,0-2 131,0 8 0,0 0-37,0 6 0,0-4 63,0 4 0,0-4-143,0 9 0,6-3 20,0-2 0,0 0-71,-6-1 0,0-5 161,0 0 0,0 0 0,0 6 0</inkml:trace>
  <inkml:trace contextRef="#ctx0" brushRef="#br0" timeOffset="7">6081 10620 6131,'0'10'1074,"0"-3"-1113,0 1-57,0-6 0,-2 12 66,-4-9 1,4 3-3,-4-2 1,-1-2 39,1 7 1,-6-5-13,6 6-8,-7-1 0,3 7-4,-7-1 1,5 0-5,1 1 0,-1 5 34,-5 0 1,1 8-38,5-2 1,-5 6 27,5 5 0,3 5 165,2 7 1,4 0-1,2 0 0,0 0-71,0 1 0,0-1-98,0 0 0,8-6-96,4 1 0,-3-9 29,3 3 1,-1 1 61,7-1 1,-1-7-147,0-5 0,1-7-19,-1 1 1,1-4-40,-1-1 1,0-1 93,1 0 0,5-5 114,0 0 0,8-1 0,-4 6 0</inkml:trace>
  <inkml:trace contextRef="#ctx0" brushRef="#br0" timeOffset="8">6498 10846 7769,'9'0'-697,"-1"0"247,-8 0 294,0 0 238,8 0-33,-6 0-8,5 0-118,-7 0-29,0 0 81,0 8 0,-5 1 27,-1 9 1,0-1-16,6 1 1,-6 1 32,0 4 0,-5 4 12,5 8 1,-5 1-16,5 5 1,-6 3-10,6 9 0,-7-1-34,1 0 1,3 6 11,-3 0 0,2 4-5,-1-10 0,-3 2-8,8-14 0,-1-1-14,1-10 1,2-4-25,-7-8 1,7-5-276,-2 0 340,4-9 0,-6 5 0,-1-8 0</inkml:trace>
  <inkml:trace contextRef="#ctx0" brushRef="#br0" timeOffset="9">6550 10846 7769,'0'10'-1878,"-2"3"2687,-4-7-320,4 0-393,-6 1 1,8-3-4,0 8-251,0-8 291,0 11 19,-7-5-85,5 7 0,-6 1-35,8-1 1,2 0-97,4 1 1,-4-1 87,3 1 1,5 7-87,2 4 0,-3 3 62,3 3 0,0 0-107,5 0 1,0 7-65,1 5 1,-7-5 27,1-1 1,-3-5-60,3-1 0,2-2 51,-9-4 1,7 2 150,-6-8 0,0-6 0,-6-5 0,0-8 0,0 11 0,0-5 0</inkml:trace>
  <inkml:trace contextRef="#ctx0" brushRef="#br0" timeOffset="10">6446 11420 7729,'17'0'-782,"0"0"1,-5 0 1048,-1 0 1,-5 0-215,6 0 0,-1-6-130,7 0 1,-7 0 93,1 6 0,0 0-120,5 0 1,0 0 36,1 0 1,-1-2 62,0-4 0,1 5 3,-1-5 0,1-4 0,-1 0 0</inkml:trace>
  <inkml:trace contextRef="#ctx0" brushRef="#br0" timeOffset="11">7158 11576 7693,'-6'12'0,"0"-1"-116,0 1 0,5 5-94,-5 1 0,2-7 99,-8 1 0,8-1-376,-1 7 267,-5-1 0,2 2 161,-3 5 1,-5-5 42,5 4 1,1-2 15,-2 2 0,1-3 0,-6 3 0,-1 4 0,1 0 0</inkml:trace>
  <inkml:trace contextRef="#ctx0" brushRef="#br0" timeOffset="12">7766 10776 6290,'0'10'-57,"-2"6"31,-4-5 0,4 5 61,-4 1 0,-1 0-31,1 1 0,-2 7 8,2 4 0,-3 4-25,-9 1 1,7 3-3,-1 4 1,1-5 4,-7 5 0,-5 1-5,0-1 0,0-2-109,5-10 1,1 1 62,0-6 0,-1-1 61,1-6 0,-8 1 0,-2-1 0</inkml:trace>
  <inkml:trace contextRef="#ctx0" brushRef="#br0" timeOffset="13">7696 11072 7774,'10'12'-818,"-4"-1"1,-2-5 803,2 6 1,-5-7 467,5 7 1,-2-1-414,2 7 0,-4-1 34,4 1 1,1-1-164,-1 0 0,2 1 9,-2-1 1,-4 2-15,3 5 0,3-5 78,-2 4 1,2-6-142,-3-5 1,-1 4-183,8-5 100,-8 5 238,11 1 0,-13-7 0,6-3 0</inkml:trace>
  <inkml:trace contextRef="#ctx0" brushRef="#br0" timeOffset="14">7974 10829 6696,'-9'0'158,"1"7"-148,8 5 0,0 3 22,0 3 0,2 7-40,4 4 1,-4 4-18,3 1 1,-1 9-143,2 3 0,-4-1 143,4 1 0,-4-2-97,-2 3 1,6-5 40,-1-7 1,1-2-5,-6-4 0,0-4 84,0-8 0,0 1 0,0-1 0</inkml:trace>
  <inkml:trace contextRef="#ctx0" brushRef="#br0" timeOffset="15">8027 11072 7774,'7'17'-1256,"-5"-5"1170,4 0 644,4-9-548,-8 5 1,7-2-429,-3 0 325,-4-1 0,8-5-290,-5 0 383,-3 0 0,6 0 0,0-7 0,1-3 0</inkml:trace>
  <inkml:trace contextRef="#ctx0" brushRef="#br0" timeOffset="16">8200 10742 7774,'8'9'-1881,"-6"1"2409,4-4-264,3-4 0,-7 7-383,4-3 1,-4-2 18,-2 8 0,0-7 101,0 7 1,0 0-5,0 5 0,0 0-17,0 1 0,0-1 24,0 1 1,0 1 4,0 4 1,0 4-124,0 8 1,0 0 112,0-1 0,2 3-167,4 4 0,-4-3 168,3 9 0,5-9 0,0 5 0</inkml:trace>
  <inkml:trace contextRef="#ctx0" brushRef="#br0" timeOffset="17">8652 10724 7266,'0'10'-754,"0"-2"1,0-6 1547,0 3-176,0-3-858,0 6 144,0-8 23,0 0 90,8 0 1,-4 0-4,7 0 1,-5 0-23,6 0 0,-7 0-62,7 0-33,-1 0 1,7-6 116,-1 0 0,1 1-232,-1 5 1,-5 0-75,-1 0 292,1-8 0,5 6 0,0-6 0</inkml:trace>
  <inkml:trace contextRef="#ctx0" brushRef="#br0" timeOffset="18">8652 10898 7769,'0'10'-611,"0"-2"1,2-3 952,4 1-404,-4 0 117,13-6 1,-5-2-172,7-4 0,-5 2 56,-1-7 1,1 5 50,5-6 0,6 1-2,1-7 1,1 1-17,-2 0 1,-2 5-62,8 0 0,-8 3 88,2-3 0,4-3 0,0 5 0</inkml:trace>
  <inkml:trace contextRef="#ctx0" brushRef="#br0" timeOffset="19">8756 11037 7776,'0'18'0,"-2"-1"-29,-3 0 74,3 1-11,-14-1-344,6 0 221,-7 1 0,6-3-134,-1-3 0,6 1 201,-5-7 1,7 2 56,-2-2 1,2-2 48,-2 7 0,4-5-51,-3 6 1,3-1-40,2 7 0,0-7 19,0 1 1,0-7 7,0 7-177,0-8 179,7 4 1,-3-8-209,8 0 173,-1 0 1,7-6 32,-1 0 1,-5-7-5,-1 1 0,-5-3 89,6-3 1,-3 1-98,3-1 0,1 1 7,-7 0 0,6-1-24,-6 1 1,1-1 30,-1 1 0,-4 0-45,4-1 0,-4 7 33,-2-1 0,0 1-50,0-7 0,0 7-54,0-1 1,-2 8-124,-4-2 0,2 4-79,-7 2 119,-1 0 0,-5 0 176,-1 0 0,1 8 0,-1 2 0</inkml:trace>
  <inkml:trace contextRef="#ctx0" brushRef="#br0" timeOffset="20">9138 10742 7771,'-9'2'-1256,"3"3"1115,-4-3 0,6 12 461,-7-8 1,5-1-150,-5-5-244,7 8 0,-6 0 9,4 3 1,4 5 127,-3-4 0,3-3 16,2 3 1,0-1-20,0 7 1,0-1-104,0 1 1,0-1 65,0 0 1,0 1-29,0-1 0,0 6-8,0 0 0,0 1-306,0-7 145,7 0 1,-3-1 87,8-5 0,-6 3-206,5-8 291,-7-1 0,11-5 0,-5 0 0</inkml:trace>
  <inkml:trace contextRef="#ctx0" brushRef="#br0" timeOffset="21">9191 10950 7771,'0'10'433,"0"5"-415,0-13-522,0 14-452,7-14 490,-5 5 285,6-7 142,-8 0 71,8 0 0,-6 2-204,3 4-12,5-4 184,0 6 0,-1-8 0,-1 0 0</inkml:trace>
  <inkml:trace contextRef="#ctx0" brushRef="#br0" timeOffset="22">8947 11315 7744,'0'12'0,"0"-1"-301,0-7 311,0 12 1,0-12-233,0 7 144,0-7-13,0 12 0,0-13 55,0 9 0,-2-6 147,-3 5-54,3-7-35,-6 12-2,8-7 0,-2 7 10,-4-5 0,4 5-20,-3-5 0,3-1 71,2 2-146,0-1 55,7 7 1,-3-3-12,8-3 1,-6 1 26,5-7 1,-5 2-5,5-3 1,1-3-6,5 4 1,1-6 6,-1-6 1,1 3 33,-1-9 1,0-2-26,1-9 0,-1 4 6,0-4 0,1-2 4,-1 2 0,-5-3 1,-1 3 0,-7 2-23,2-8 0,2 8-3,-2-2 1,-1-3-66,-5 3 0,0 0 72,0 6 1,-7 1-117,-5 5 0,2 3 46,-1 8 0,-1 0-125,-5 0 0,-1 2 86,1 4 1,0 3-146,-1 9 1,1-1 118,0 1 130,-1-1 0,-7 8 0,-2 2 0</inkml:trace>
  <inkml:trace contextRef="#ctx0" brushRef="#br0" timeOffset="23">9625 10446 7741,'11'-2'-39,"1"-4"1,-6 5-2,5-5 1,-7 2 82,2-2-325,-4 4 278,6-6 0,-6 7-186,3-5 266,-3 4 67,-2-6-51,0 8 1,0 2-51,0 4 1,0-2-29,0 7 0,0-5 20,0 6 1,-2 1-84,-3 10 1,3-1 41,-4 7 1,-2 0-27,2 5 1,-1 1-23,1 0 1,2 7 58,-8 5 0,7 3 51,-7 2 1,8 2-47,-2 4 0,3 0 6,-3 11 1,4-11-10,-4 6 1,4-8 0,2-4 0,0 0-60,0 1 1,2-3-125,4-4 1,2-3-86,3-9 0,5-1 85,-5-4 1,7-4-164,5-7 340,-4-1 0,14 0 0,-6 1 0</inkml:trace>
  <inkml:trace contextRef="#ctx0" brushRef="#br0" timeOffset="24">10163 10794 6572,'-9'0'-821,"1"0"821,8 0 0,-8 0 0,6 0 0,-5 0 0,7 0 84,0 0 13,-8 0 2,6 0 17,-6 0-68,8 0 170,0 0-265,0-8 59,0 6-5,0-6-17,0 8 396,0 0-331,8 0-55,-6 0 0,13-1 3,-3-5 0,-2 4-16,1-4 1,-5 4 24,6 2 1,-1 0-32,7 0 1,-1 0 27,0 0 0,-5 0-17,0 0 0,-1 0 1,6 0 0,1 6 1,-1 0 1,1 5 21,-1-5 1,-5 6 1,-1-7 1,-1 9 44,1-2 0,3-3-42,-8 3 167,-1-1-107,3 7-36,-6-1 1,6-5 0,-8-1-26,0-7 0,-6 6-24,0-4-7,-7-4 0,9 5-29,-8-7 1,6 0 58,-5 0-78,7 0-38,-11 0-6,13 0 43,-14 0-9,14 0 84,-5 0-2,7 0 206,0 0-154,7 0-58,3 0 0,2 0 11,-1 0-13,1 8 0,3-4 15,-3 7 0,1-5-36,-7 6-1,8-1 1,-7 7 38,5-1 0,1 1-22,-7-1 1,0 0 45,-6 1 0,0-1-29,0 0 1,0 1 26,0-1 1,-8 1-21,-3-1 0,1 0 2,-2 1 0,1-3-53,-7-3 1,1-4-4,0-8 1,-1 5-155,1 1 1,0 0 59,-1-6 1,1-2-179,-1-4 0,7 2 93,-1-7 0,7 1 209,-7-2 0,0-3 0,-5 5 0</inkml:trace>
  <inkml:trace contextRef="#ctx0" brushRef="#br0" timeOffset="25">10737 10968 7859,'-2'9'-709,"-4"-3"618,4-4 1,-8-2-210,5 0 325,3 8-150,-6-6 180,8 5-6,0-7 128,0 0 1,8 0-149,3 0 1,-1 0 15,2 0 0,-1 0-96,7 0 0,1 0 33,4 0 1,-4 0-108,4 0 0,-1 0 53,1 0 1,-4 0-143,4 0 1,-1-2 88,1-3 125,-12 3 0,20-14 0,-11 7 0</inkml:trace>
  <inkml:trace contextRef="#ctx0" brushRef="#br0" timeOffset="26">10893 10724 7859,'-9'2'-118,"3"4"0,2-4-87,-2 4 1,4-2 91,-4 1-157,4-3 183,2 14 1,0-7 143,0 9 0,0-5-87,0 5 0,0-5 47,0 10 1,2-1-1,4 1 1,-2 4-92,8 8 1,-7-1-91,7 1 0,-8-6 110,2 0 1,1-2-96,-1 2 1,6 2 148,-7-8 0,9 0 0,-4-5 0</inkml:trace>
  <inkml:trace contextRef="#ctx0" brushRef="#br0" timeOffset="27">11223 10811 7929,'18'0'0,"-7"-6"-148,1 1 1,-6-3-147,5 2 1,-1 2 209,1-7 1,3 5 19,-8-6 1,7 6-82,-1-5 145,-4 7 210,7-11-125,-5 5 37,7 0-69,0 3 67,1 7-124,-1 0 1,-1 1 6,-5 5 0,3 4-11,-9 7 1,3 1 39,-2-1 0,-4 6-61,4 0 0,-4 6 40,-2-5 1,0 5-26,0-6 1,-2 2 15,-4-2 0,-2-2 2,-3 8 0,-5-8-24,5 3 0,-5-3-7,-1 2 1,-1-4-105,1 5 1,0-5 68,-1-2 1,3 1 41,3-1 0,-3 0-13,3 1 0,4-7 239,3 1-127,3-8 0,2 5 25,0-3-50,0-4 1,7 6 112,5-8 1,3 0-158,3 0 1,5-2 17,0-4 1,2 4-185,-2-4 1,-1 3 115,7-3 1,-6 2-282,6-8 1,-8 8 320,2-1 0,4-5 0,0 0 0</inkml:trace>
  <inkml:trace contextRef="#ctx0" brushRef="#br0" timeOffset="28">11866 11246 6732,'-10'7'-64,"3"3"0,1 2 108,0-1-98,0 1 0,1 5-84,-1 1 1,-6-1 137,6 0 0,-7 1 0,3-1 0</inkml:trace>
  <inkml:trace contextRef="#ctx0" brushRef="#br0" timeOffset="29">12370 10533 7004,'0'12'18,"0"-1"0,0 1-12,0 5 0,0 3-15,0 3 1,0 6-24,0 11 0,0 5 53,0 7 1,0 6-286,0 0 1,0 0-77,0-6 213,0 0 0,8 0 0,1 0 0</inkml:trace>
  <inkml:trace contextRef="#ctx0" brushRef="#br0" timeOffset="30">12717 10255 6627,'10'0'-79,"0"2"76,-5 4 0,-3-2 10,4 7 0,2 1-11,-2 5 0,1 1 74,-1-1 0,-2 0-11,8 1 0,-3 1 8,3 4 1,1 4-21,-7 8 1,8 0 6,-3 0 0,-1 7-86,2 4 0,-7 5 68,7 1 1,-8-2-161,2-4 0,-5 4 83,-1-3 1,0-3-87,0 3 0,-7-9 42,-5 3 0,-3-5-97,-3-1 182,1 0 0,-8 7 0,-2 3 0</inkml:trace>
  <inkml:trace contextRef="#ctx0" brushRef="#br0" timeOffset="31">13186 10116 7801,'12'27'0,"0"-4"0,-7-4-364,7-1 1,-6-1 215,5 1 1,-5-1 188,6 0 1,-6 7-22,5-1 0,-5 6-92,5-6 1,-5 8 81,6-2 0,-8 4-4,2 1 1,1 3-17,-1 4 1,0-3 31,-6 9 0,6-7 6,-1 6 1,1-5-54,-6 5 1,0 1-80,0 5 0,-6 0 50,1 0 0,-9 2-129,3 4 0,-5-4 106,-1 4 1,-1-10 76,1-1 0,-8-9 0,-2 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2919 12515 8005,'0'9'-1001,"2"-1"579,3-8 256,-3 0 148,6 0 110,-8 0 437,0 0-437,0 8-38,0-6 1,0 13-11,0-3 1,2-3 1,4 3 1,-4 0 93,4 5 1,-5 6-92,-1 0 0,0 6 17,0-6 0,0 8-30,0-2 1,6 10-6,0 1 1,0 1-30,-6-6 1,0 7-13,0 5 1,0-5-5,0-1 0,2 1-14,4-1 1,-4 1-62,3-1 1,-3-7 85,-2 1 1,2 0-111,4-6 1,-4-2 36,4 2 0,-4-2-115,-2 2 1,0-4 75,0-8 1,0-5-135,0 0 1,0-7-86,0 7 334,0-8 0,0 2 0,0-12 0,0-4 0,0-7 0</inkml:trace>
  <inkml:trace contextRef="#ctx0" brushRef="#br0" timeOffset="1">2988 12619 7921,'10'10'-1103,"-2"-3"926,-8 1 247,0-6-184,0 6 216,0-8 525,0 0-659,7 0 1,-3 0 45,8 0 1,-6 0-1,5 0-28,1 7 1,5-5-10,0 4 1,3 2 71,3-2 0,-4 5-46,4-5 1,3 6 77,-3-7 1,0 3-64,-6-2 1,6-2-5,1 7 1,4-5-15,-4 6 1,-1-6-4,-6 5 0,1-7 21,-1 2 0,-5 1-12,-1-1 1,-5 6 123,5-6 0,-7 7-96,2-1 26,-4 3 0,-4 3-25,-4-1 1,-3 6-87,-9 0 1,-5 1 37,0-7 0,-2 0-9,2 1 1,1-7 19,-6 1 1,1-3-20,-2 3 0,-4 4-170,4-5 1,-2-3 47,2-2 1,-4 1-126,4-1 0,-2 2 52,2-2 0,-2-4 111,8 3 0,0-3-51,6-2 156,-1 0 0,1 0 0,0 0 0</inkml:trace>
  <inkml:trace contextRef="#ctx0" brushRef="#br0" timeOffset="2">3753 12671 7816,'0'10'-470,"0"-3"1,5-5 272,1 4-72,0-4 285,-6 6 1,0-6 29,0 4 3,0-5 1,0 9-23,0-4 1,0-2 7,0 7 81,0-7-32,0 12 0,0-7 100,0 9-83,0-1 1,0 0-77,0 1 0,0 5 27,0 0 1,0 0-34,0-5 1,2 1 42,4 4 0,-2-3-72,7 3 0,-1-2 29,1 2 0,5-4-6,-5 5 0,-1-5 12,2-2 0,-1 1-1,7-1 0,-7 0-1,1 1 0,-1-7 5,7 1 1,-7 0 3,1 5 1,-2-5-1,1-1 1,5-5 6,-5 6 0,-1-9-17,1 3 0,-5-4 23,6-2-10,-1 0 1,7 0 0,-1 0 1,-5-8-60,-1-3 0,1 1 49,5-1 0,-5-7-32,-1-5 0,-1-2 23,2 2 0,1 2-53,-7-8 0,6 0-19,-7-6 1,3 0-16,-2 0 1,-4 1 4,4-1 1,-3-6-143,3 1 0,-4-3 65,4 3 1,-4 3 82,-2-4 0,-2 10-129,-4 2 0,4 8 22,-4-2 0,3 6-338,-3 5 504,4-3 0,-6 5 0,8-7 0</inkml:trace>
  <inkml:trace contextRef="#ctx0" brushRef="#br0" timeOffset="3">4934 12515 7114,'-10'0'-117,"3"0"1,5 0 222,-4 0-65,4 0 114,-6 0-115,1 0 1,3 0 38,-8 0 0,6 0-11,-5 0 1,5 0 6,-6 0 0,7 0-21,-7 0 1,0 2-5,-5 3 0,0 3-24,-1 4 1,1 3-2,0-3 0,-1 3-93,1 3 0,-1-1 103,1 0 1,2 3-96,3 3 1,-3-4 71,3 4 1,4-3-55,3-3 1,-3 0 27,2 1 4,0-1 0,6 0 4,0 1 1,8-7-4,4 1-9,3-8 0,2 9 14,1-7 1,1 0-1,4-6 1,-4 0 2,5 0 1,-5 0 0,-2 0 0,1 2-35,-1 4 1,2-4-3,5 3 0,-5-3 20,4-2 0,-4 6-23,-1 0 59,-1 0-35,0 1 1,-1-3 83,-5 8 1,-3-6-76,-8 5 1,-2-1-129,-4 2 0,-3 3 12,-9-3 1,-1 1-109,-4-1 1,2 3 44,-8-3 1,6-3 81,-6 3 104,7 0 0,-10 5 0,5 0 0</inkml:trace>
  <inkml:trace contextRef="#ctx0" brushRef="#br0" timeOffset="4">5177 12376 7841,'12'5'-254,"-1"1"25,-7 0 1,6 0 196,-4 0 0,-4 1-22,3-1 1,-3-2 45,-2 7 0,2-5 61,4 6 1,-4-6-127,4 5 0,-4 1 106,-2 5 1,0 1 43,0-1 0,0 2 14,0 4 1,0-1 71,0 7 0,0-6-130,0 6 1,0 0 7,0 6 0,-2-1-57,-4 1 1,4 0 104,-4 0 1,4-1-294,2 1 0,0-6 0,0 0 1,0-8-11,0 2 0,0-3 20,0-3 1,0-5-88,0-1 69,8-7 212,-6 4 0,6-8 0,-8 0 0</inkml:trace>
  <inkml:trace contextRef="#ctx0" brushRef="#br0" timeOffset="5">5316 12827 6719,'10'8'-134,"5"-6"1,-11 6 81,8-8 0,-6 0-13,5 0 1,-5 0 7,6 0 0,-7 0-61,7 0-6,0 0 0,5-2 124,0-4 0,-7 4 0,13-13 0,-4 5 0</inkml:trace>
  <inkml:trace contextRef="#ctx0" brushRef="#br0" timeOffset="6">5560 12480 7824,'0'17'0,"-6"1"-378,0-1 0,0 0 246,6 1 0,0 5 163,0 0 1,0 6-18,0-6 0,0 8-142,0-2 1,0 4 149,0 2 0,0 1-7,0 5 1,0-2-33,0 7 1,0-2 42,0 3 1,0-3-196,0-3 0,6-7 34,0 1 135,7 0 0,-3-8 0,7 8 0</inkml:trace>
  <inkml:trace contextRef="#ctx0" brushRef="#br0" timeOffset="7">6063 12271 7527,'0'10'-630,"0"-2"449,0-8 367,0 7-7,0-5-160,0 14 0,-2-12 45,-3 7 1,3-5-154,-4 6 0,-2-7 126,2 7 1,-5 0-100,5 5 1,-6 0 3,7 1 1,-7 1 14,6 4 1,-7 4 42,1 8 0,3 2-6,-3 3 0,8 5 43,-2 7 1,4 2-42,2 4 1,0 2 28,0 3 1,0 5-16,0-4 1,6-4-101,0-2 0,7-1 25,-1-4 1,3 1-121,3-14 1,5 7 77,0-7 107,8-7 0,-4 0 0,8-6 0</inkml:trace>
  <inkml:trace contextRef="#ctx0" brushRef="#br0" timeOffset="8">6793 12341 7723,'0'17'-1852,"0"-5"2299,0-1 49,0-7-551,0 12 55,0-14-66,0 13 0,0-11 147,0 7 1,-2-7 2,-4 2 1,4-2-33,-3 2 1,1-2-2,-2 7 1,4-5-94,-4 6 0,2-1 98,-1 7 0,3-1-61,-4 0 1,-2 7-4,2-1 0,-5 10-16,5 1 0,-6 3 5,7 9 0,-3 1 1,2 5 0,4 0-47,-4 0 1,2 0 62,-1 0 0,3-1-179,-4-5 0,4 2 50,2-7 1,0 3 130,0-9 0,-8 4 0,-1-12 0</inkml:trace>
  <inkml:trace contextRef="#ctx0" brushRef="#br0" timeOffset="9">6897 12341 7723,'0'11'0,"0"1"-393,0 0 0,0 5 250,0 0 0,0-5 71,0-1 1,0-5 153,0 6 1,0-1 1,0 7 0,2-7 19,4 1 0,-4 0 87,4 5 1,3 2-135,3 4 0,-2-1 26,1 7 0,-5 0-146,6 5 1,-1 1 92,7 0 1,-7 0-238,1-1 1,-3 1 7,3 0 1,3 6 2,-3-1 0,-2 1 28,1-7 0,-7-5 59,2 0 1,-2-2 109,1 2 0,-3-4 0,6-7 0</inkml:trace>
  <inkml:trace contextRef="#ctx0" brushRef="#br0" timeOffset="10">6706 12949 7723,'2'10'-573,"4"-4"230,-4 3 300,6-7 53,-8 6-3,7-8 0,-3 0 10,8 0 0,-7 0 2,7 0 1,0 0-151,5 0 0,0 0 131,1 0 0,-1 0 0,1 0 0</inkml:trace>
  <inkml:trace contextRef="#ctx0" brushRef="#br0" timeOffset="11">7401 13071 7718,'10'2'-1225,"-4"4"613,3-5 1303,-7 15 1,6-12 309,-8 7-1197,0 1 0,0 5 43,0 1 0,-6-1-40,0 0 0,-7 1 154,1-1 0,3 3-37,-3 3 1,0-4-171,-5 4 246,0-3 0,-8-3 0,-3 0 0</inkml:trace>
  <inkml:trace contextRef="#ctx0" brushRef="#br0" timeOffset="12">8009 12184 7761,'10'8'-381,"-2"-6"-15,-8 6 42,0-1 295,0-5 122,0 14 0,0-14 85,0 13 0,0-11-118,0 8 0,0-7 81,0 7 0,0-6-16,0 5-41,7 1 0,-3 5-61,8 1 1,-3-1-2,3 1 1,3-1-12,-3 0 1,3 1-19,3-1 1,-5 0-128,5 1 1,-7-1 35,7 1 0,-1-7-122,-5 1 1,3-6 249,2 5 0,8-7 0,3 4 0</inkml:trace>
  <inkml:trace contextRef="#ctx0" brushRef="#br0" timeOffset="13">8496 12323 7327,'0'10'-531,"0"-2"522,-8-8 91,6 0-8,-6 0-57,8 0 1,-2 0-6,-3 0 51,3 0-110,-6 0 114,0 0-159,-1 8 134,-9-7-32,1 15 1,-1-8-17,1 3 1,5 3-1,1-8 1,1 7 0,-1-1 1,-5-3 13,5 3 0,1-6-96,-2 5 0,7-7 83,-7 2-6,8 4 1,-6-7 1,5 9-3,3-8 46,-6 4 11,8-1-23,0-5 1,0 8-10,0-4-4,8-4-1,1 13 0,3-5-17,0 7 0,-9-5-15,3-1 0,2 3-5,-2 9 1,1-4-34,-1 4 1,-2-3-14,8-3 0,-8 6-63,1 1 1,3 4 104,-2-4 0,0 1-71,-6-2 1,5-2 48,1 8 1,0-8 53,-6 3 0,8-5 0,1-2 0</inkml:trace>
  <inkml:trace contextRef="#ctx0" brushRef="#br0" timeOffset="14">8652 12584 7711,'0'18'-330,"0"-9"319,-8 7 1,6-13-496,-3 9 164,3-8 158,2 4 236,0-8-26,7 0 1,3 0 11,7 0 1,-5 0 92,0 0 0,-1 0-118,6 0 0,1 0-2,-1 0 1,1 0-171,-1 0 0,0 0 27,1 0 0,-1 0 132,0 0 0,9 0 0,1 0 0</inkml:trace>
  <inkml:trace contextRef="#ctx0" brushRef="#br0" timeOffset="15">8843 12410 7711,'12'6'-151,"-1"0"-14,-7 0 138,12-6-366,-15 7 326,15-5 154,-6 6 1,1-8-26,1 0 1,-6 0 100,5 0-71,1 0 0,5 0-25,0 0 1,1 2-13,-1 4 1,1-4 39,-1 4-146,0 3 1,1-5-38,-1 8 1,-5-7 78,-1 7 0,-1-6-66,1 5 1,-1-1 43,-4 2 1,-4 3-5,4-3 1,-4 5-11,-2 6 0,-8-3-74,-4 3 1,-3-2 12,-3 2 1,1-4-270,0 5 375,-8 3 0,-2-8 0,-8 6 0</inkml:trace>
  <inkml:trace contextRef="#ctx0" brushRef="#br0" timeOffset="16">9625 12567 7726,'0'9'-1570,"0"-1"1967,0 0-215,-8-6 1,4 6-96,-7-8 0,7 1 118,-2 5-171,-4-4 1,3 8-91,-5-4 1,-1-3 49,7 9 0,-6-6 60,6 5 1,-5-5-35,5 6 0,-2-1 15,3 7 0,1-1-12,-8 1 1,8 5-41,-2 0 0,5 6-88,1-6 1,0 8 74,0-2 0,0-2-116,0 2 1,5-8 109,1 2 1,8-3 3,-3-3 0,5-5-33,1-1 0,0-7 52,1 2 1,-1-4 11,1-2 1,-1-2-30,0-4 1,1-4 9,-1-7 1,0-2 7,1-4 0,-1 1-3,1-7 0,-1 2 15,0-2 0,-5-3-19,-1 3 1,-5-4 124,6-2 0,-8 0-62,1 0 1,3-1-30,-2-5 0,0 4-67,-6-3 0,-2 1 0,-4-1 1,2 3 50,-7-4 0,5 11-11,-6 1 1,6 7 0,-5-1 1,5 0-14,-6 6 0,9-5-117,-3 11 31,-4-5 80,1-1 0,-3 2 33,0 3 0,8 2 4,-1 4 30,3 5 3,-6-7-23,6 8-20,-6 8 1,8 1 104,0 9 0,0-1-56,0 0 0,0 7 73,0-1 0,0 2-66,0-2 0,2-2 12,4 8 1,-4-6-18,4 6 1,-4-5-3,-2 4 0,2-4 13,3 5 1,-3 0-14,4 5 0,-2-5-69,2 0 1,-2 2-32,7 10 1,-5-10-162,6 3 1,-7-3 130,7 4 84,0 0 0,5 0 0,0-1 0</inkml:trace>
  <inkml:trace contextRef="#ctx0" brushRef="#br0" timeOffset="17">10198 12532 5868,'-9'0'1378,"-1"0"-1371,4 0 0,4 2 42,-4 4 0,3-4 141,-3 3-116,4-3 0,-12 0 38,9 4-187,-1-4 1,0 8 90,0-5 0,-5-1-290,5 8 239,-8 0 1,7 5-45,-5 0 1,-2 6 70,9 1 1,-7 5-19,6-6 0,0 8 12,6-2 0,-5 2 20,-1-2 0,0 1 37,6-6 0,2-1-44,4-6 1,-2 1-112,7-1 1,-5-7 110,6-5 0,-1-3-165,7-2 148,-1 0 1,0-2-5,1-3 0,-1-11 1,0-7 0,1-6-1,-1 6 1,1-8 109,-1 2 0,-5-4-67,-1-2 1,-1 6 82,1 0 0,3 6-47,-8-6 1,5 8-37,-5-2 1,0 4 34,-6 1 1,2 7 63,4-1-85,-5 8-2,7-11-139,-8 13 1,0 2 75,0 11 1,0-1 19,0 2 1,-2 1 6,-4 10 1,5-3 103,-5 3 1,4 2-54,2-2 0,0 8-26,0-2 0,0-2-54,0 2 1,0-8-2,0 2 0,6 2-264,-1-1 0,3-1-83,-2-6 380,-4-7 0,13 5 0,-5-5 0</inkml:trace>
  <inkml:trace contextRef="#ctx0" brushRef="#br0" timeOffset="18">10546 12150 6118,'0'-10'730,"7"2"-795,-5 8 35,6 0 263,-8 0 28,0 0-196,0 8 1,0 2 3,0 7 0,0 2-76,0 4 1,0-1 75,0 7 1,0 0-139,0 5 1,0 3 83,0 4 0,6 3-220,0 8 1,-1 0-22,-5 1 0,0-3-19,0-4 1,6 2 77,0-7 167,0-8 0,2 0 0,1-6 0</inkml:trace>
  <inkml:trace contextRef="#ctx0" brushRef="#br0" timeOffset="19">10389 12462 7681,'12'6'0,"-1"0"0,-5 0 0,6-6 41,-8 0 0,5 0-22,-3 0 0,-2 0-191,8 0 1,-7 0 214,7 0 0,-6 0 171,5 0 0,1-6-130,5 0 0,-5 0 21,-1 6 0,1 0-105,5 0 0,3 0 9,3 0 0,-4 0-407,4 0 0,2 0 398,-1 0 0,7 0 0,-4 0 0</inkml:trace>
  <inkml:trace contextRef="#ctx0" brushRef="#br0" timeOffset="20">11136 12445 5878,'-9'0'845,"-1"0"-806,4 0 91,4 0 1,-7 0 15,3 0 1,4 2 44,-4 4 0,-3-4-58,-3 4 0,2-3-136,-1 3 1,5-2 3,-6 8 0,1-7-84,-7 7 0,7 0 100,-1 5 0,1 0-76,-7 1 0,1 1 41,0 4 1,-1-2-94,1 8 0,1-5 77,5 5 1,-3-2 11,8 2 0,1 1 22,5-6 1,-6 5-11,0-6 0,0 0-88,6-6 1,6-5 74,0 0 0,7-9-4,-1 3 0,-2-4 15,1-2 0,1-2-4,5-4 1,1-3 28,-1-9 0,0 1-39,1 0 1,-1-7 55,0 1 1,1-2-42,-1 2 0,1 2-3,-1-8 0,0 6 0,1-6 1,-3 2-4,-3-2 0,3-2 13,-3 8 0,-3-6-2,3 5 1,-6 1 129,5 6-133,-7-1 1,4 7 140,-8-1-126,0 8 0,0 4-4,0 12 1,0 3 9,0 3 0,0 1-2,0 4 1,0-1 68,0 7 1,0-6 4,0 6 1,0-2 15,0 2 0,0 4-70,0-5 1,2 5-128,4 2 0,-3-6 89,9 0 0,-6-2-723,5 2 731,-7 4 0,12-6 0,-7 8 0</inkml:trace>
  <inkml:trace contextRef="#ctx0" brushRef="#br0" timeOffset="21">11831 12080 7684,'12'0'0,"-1"0"0,-5 0-930,6 0 529,-8 0 188,11 0 251,-13 0 61,6 0 71,-8 0 301,0 0-271,-8 0-112,-2 0 0,-1 0-19,-1 0 0,6 0-48,-5 0 11,-1 0 0,-5 0-16,0 0 0,5 0 46,0 0 0,1 0 30,-7 0-15,1 0 1,0 0 95,-1 0 0,1 0-168,0 0 0,5 0 64,0 0 1,7 0-94,-7 0 0,6 2-29,-5 4 37,7-4 50,-12 5-48,14-7 79,-5 0 19,7 0-158,0 0 1,6 2 92,-1 4 0,3-4-204,-2 4 138,-4-4 0,11 0 4,-7 4 31,8-5 0,-7 15-4,5-4 0,-2-3 12,-5 3 1,-1-1-17,8 7 0,-6 1-17,5 4 1,-7-3 32,2 3 1,2 2-68,-3-2 0,7 6 18,-6-6 1,-1 6-9,-5-6 1,0 6 28,0-6 1,0 6-3,0-5 1,0-1 30,0-6 0,0 6-18,0 0 1,0 1 72,0-7 0,0 0-66,0 1 0,0-7-10,0 1 90,0 0-26,0-3 0,0 1-75,0-4-1,0-4-16,0 5 20,0-7 1,0-2 14,0-3-16,0 3 86,0-6-27,0 8 8,0-8 10,0 6 19,0-5-55,0 7 1,2 0 5,4 0 0,-2 0 5,8 0 1,-7-6-8,7 0 0,-6 0 14,5 6-121,1 0 1,5 0-173,1 0 0,-1 0 63,0 0 1,1-6 203,-1 1 0,1-1 0,-1 6 0</inkml:trace>
  <inkml:trace contextRef="#ctx0" brushRef="#br0" timeOffset="22">12127 12323 6473,'-10'0'383,"2"0"-547,8 0-89,0 0 455,0-7 21,0 5 1,0-8-85,0 4-74,0 4 0,2-7-111,4 3 0,-2 4 77,7-4 0,-5 4-41,6 2 0,-6 0 12,5 0-21,1 0 1,5 0-20,1 0 1,-7 0 5,1 0 0,-6 2 8,5 4 19,1 4 0,-1 7 19,1 0 1,-8-5-11,1 0 0,-3-1-5,-2 7 1,0-1-2,0 0 0,0 1 2,0-1-14,-7 0 0,-1 1-19,-4-1 26,-3-7 1,5 5 99,-7-5 1,1 2-24,5-1 68,3-7-38,8 11-39,0-13 1,8 12-51,3-8 0,5 0-5,1-6 0,6-2-112,1-4 0,5 2 79,-6-8 1,8 7-260,-2-7 0,-2 2 105,2-1 1,-8-3 180,2 8 0,-4-15 0,-1 2 0</inkml:trace>
  <inkml:trace contextRef="#ctx0" brushRef="#br0" timeOffset="23">12492 12080 7675,'7'10'158,"-5"-3"440,6-7-725,-8 0 9,0 0 125,8 0 1,-5 0-40,9 0 78,0 0 1,5 0-119,0 0 1,1 0 91,-1 0 0,1-5-137,-1-1 0,0-2 56,1 2 1,-1 4 37,0-3 0,1-3-16,-1 2 1,-5 0-8,-1 6 1,1-5-1,5-1 19,-7 0 1,3 4 56,-7-4 0,2 4-70,-2-4 8,-4 5 26,5 1 0,-7 1 0,0 5 0,0-2 16,0 8 1,0-1 0,-5 7-24,-1-1 1,-2 0 5,2 1 0,4-1 4,-3 1 1,-3 5-2,2 0 1,-2 6 10,3-6 1,3 6-12,-4-6 0,4 6 1,2-6 0,-6 6 1,0-5 0,0-1 2,6-6 0,0 6 29,0 0 1,0 1-29,0-7 1,0 0 110,0 1 0,0-1-98,0 1 1,0-7 61,0 1 1,0-7-66,0 7-1,0-8 15,0 11 0,0-13 5,0 6 1,0-10-10,0-4 60,0 4-64,0-5 0,0 5 13,0-4-25,0 4-6,0-6 25,0 8 0,-1 0 15,-5 0 94,4 0-118,-14 0 0,7 0-34,-9 0 0,7 0 39,-1 0 1,1 0-202,-7 0 0,1 0-60,0 0 0,-1 0-65,1 0 0,-1 0 88,1 0 1,0 0 217,-1 0 0,1-7 0,0-3 0</inkml:trace>
  <inkml:trace contextRef="#ctx0" brushRef="#br0" timeOffset="24">13117 11663 7697,'-8'10'-607,"6"-3"514,-5-7 0,5 6-78,-4 0 345,4 0-4,-6-6-31,8 0-130,0 0 40,0 7 67,0-5 0,2 14-21,4-5 0,-2 5-10,7 1 0,-5 1-79,6-1 1,-1 8 8,7 4 1,-1 4-13,0 2 0,1 5-95,-1 1 1,-5 5 22,-1-5 0,1 11 85,5-6 0,-5 8 81,-1-7 1,-7 3-102,2 2 1,-4 0 0,-2 0 0,0-5-26,0-1 0,-8-6-75,-3 7 0,-5-3-122,-1 3 1,0-11 70,-1-7 0,1-2 155,-1 2 0,-7-4 0,-2-7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9121 6848 8163,'0'10'-2267,"2"-2"2116,4-8 151,-4 0 0,5 0 0,-7 0 1501,0 0-1422,8 0 2,-6 0-76,6 0 53,-8 0 85,0 0-130,8 0 0,-5 0 14,9 0-14,-8 0 0,11 0-45,-5 0 1,7 0 44,1 0 1,-7 0-43,1 0 1,-1 0 35,7 0 0,-1 0-4,1 0 0,-1 0 6,0 0 1,6 0 2,1 0 0,-1 0 11,-6 0 0,1 0 4,-1 0 1,0 0 33,1 0 1,-1 0-43,0 0 1,1 0 27,-1 0 0,-5 0-3,-1 0 1,1 0 0,5 0 1,-5 0 5,-1 0 0,1 0 2,5 0 1,1 0-25,-1 0 1,1 0 3,-1 0 0,2 0-47,4 0 1,-3 0 45,3 0 1,-2 0 8,2 0 0,-3 0 54,3 0 0,2 0 4,-2 0 1,0-6-48,-6 0 1,7 0 7,-1 6 1,0 0-15,-6 0 1,7 0 11,-1 0 1,0 0-62,-6 0 0,3 0 54,3 0 1,-4 0-66,4 0 0,-2-6 11,3 1 0,-5-1-13,4 6 1,-2 0 36,2 0 0,-1 0-1,7 0 0,-8 0-1,2 0 1,2 0 0,-2 0 1,2 0-5,-1 0 0,-3 0 1,8 0 1,-6 0-42,6 0 1,-6 0 66,6 0 1,-2 0 0,2 0 0,-2 0 16,-4 0 0,2 0 4,4 0 0,2-6-84,-8 0 1,2 1 49,-2 5 0,-1 0-31,7 0 1,-8 0 32,2 0 0,2 0-73,-2 0 0,2-6 36,-1 0 0,-3 0-12,8 6 0,-8-6 16,2 1 1,-2-1-2,3 6 1,-5 0-2,4 0 1,-4 0 2,-1 0 0,-1 0 0,0 0 0,1 0 3,-1 0 0,1 0 5,-1 0 1,-4 0 26,5 0 1,-10 0 44,9 0-64,-4 7 1,5-5 3,-1 4 0,1-4-22,-1-2 0,-5 2 12,-1 4 1,1-4-9,5 4 1,0-4 9,1-2 0,-7 0-24,1 0 0,0 5 14,5 1 1,0 0-4,1-6 1,-7 0 37,1 0 1,-1 0 3,7 0 0,-1 0-30,1 0 5,-1 8 1,0-6-19,1 3 1,-1-3 17,0-2 1,-5 2-38,0 4 1,-1-4 26,7 4 0,-7-4-3,1-2 0,-1 0-1,7 0 0,-1 0 3,0 0 1,-5 0 37,0 0-15,-1 0 0,7-2-38,-1-4 0,-5 4 21,-1-4 1,-5 4-13,5 2 0,-5 0-5,6 0-10,-8 0 12,11 0 0,-11 0-5,8 0 1,-7 0-3,7 0 9,-8 0 1,11 0 1,-5 0-1,7 0 0,-5 0 0,-1 0 0,-5-6 14,6 1 0,-6-1 2,5 6 0,-5 0-15,6 0 1,-7 0-1,7 0 1,-6 0 32,5 0-29,-7 0 1,6 0-51,-4 0 52,-4 0-250,5 0-14,-7 0-286,0 0 1,0-8 0,0-1-1</inkml:trace>
  <inkml:trace contextRef="#ctx0" brushRef="#br0" timeOffset="1">13308 6692 6153,'10'0'0,"-3"0"0,-7 0 0,8 0 0,-6 0 0,8 0 0,-4 0 0,-5 0 0,7 0 0,-6 0-223,4 0 238,-4 0 242,6 0-202,-8 0 1602,0 0-1583,0 8-27,0-7 45,0 7-10,0-8 269,0 0-271,0 8-143,7-6 1,3 6 50,7-8 0,3 0-12,3 0 1,-2 0 26,8 0 0,0 0 6,6 0 0,-1 0 26,1 0 0,2 0-28,3 0 1,-1 0 24,7 0 1,-1 0-17,1 0 1,2 0 19,-7 0 0,5 0 15,-5 0 1,5 0-1,-5 0 1,5 0 13,-6 0 1,9 0 6,-3 0 0,-2 0-78,3 0 1,-7 0 45,7 0 0,-1 0-19,6 0 0,-6-6 18,1 0 1,-7 0-58,7 6 1,-7 0 27,6 0 0,-5-6-6,5 1 1,-7-1-13,1 6 1,-3 0 2,-2 0 1,0 2-17,-1 4 1,1-5 31,0 5 0,2-4-28,3-2 0,-3 0 20,3 0 1,-3 6-11,-2 0 1,0 0 1,-1-6 1,1 0 1,0 0 1,5 0 1,1 0 0,1 0 1,-1 0 0,-4 0 43,3 0 1,3 0-41,-3 0 1,3 0 268,-3 0 1,-1 0-86,7 0 1,-7 0-133,1 0 0,3 0-42,-3 0 1,6 0-152,-5 0 1,0 0 165,-7 0 0,9 0-117,3 0 0,-3 0 20,-3 0 1,-3 0 58,-2 0 0,-1-2-70,1-4 1,0 4 45,0-4 0,-7 4 41,1 2 0,-5-6-1,5 1 0,-8-1 0,2 6 0,-4 0-28,-1 0 0,-1 0-4,0 0 1,-5 6 37,0-1 0,-7 1-34,7-6 1,-8 0 6,3 8-42,-7-6 56,0 6-1,0-8 8,0 7-5,0-5 1,0 8 19,0-4-33,-7-4 22,5 5 0,-8-1-5,4 0-3,4 0 1,-7-6-47,3 0 19,4 0 0,-8 0-142,5 0-264,3 0-249,-14 0 187,14 0-294,-13 0 787,13 0 0,-13 0 0,5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4274 8847 6577,'0'10'-590,"0"-2"592,0-8 172,0 0-118,-8 0 107,6 0-92,-6 0 18,8 0 103,0 0-117,-7 0-20,5 0 0,-6-2-17,8-4-15,0 4-25,0-6-6,0 8 467,0 0-425,0-8-1,0 6-15,0-5 128,0 7-102,0 0 110,8 0-135,-6 0-1,5 0-26,1 0-1,-6 0 1,8 0-11,-4 0 40,-4 0-18,13 0 0,-11 0-1,7 0 0,-5 0-1,6 0 1,-6 0 27,5 0 0,-5 0 4,6 0 0,-7 0-18,7 0 1,-6 0 3,5 0 0,-5 0-14,6 0 1,-7 0 11,7 0 0,-6 0 45,5 0-42,1 0 1,5 0 8,1 0 1,-1 0 4,0 0 1,-5 0 1,0 0 1,-1 0-1,7 0 1,-1 0 6,0 0 1,1 0-7,-1 0 0,-5 0-7,-1 0 1,1 0 17,5 0 0,1-2 23,-1-4-37,0 4 1,1-6 16,-1 8 1,0 0 1,1 0 1,-1 0-9,1 0 8,-1 0-59,8 0 0,-6-5 38,5-1 1,-5 0-27,-2 6 0,1 0 15,-1 0 1,0 0-3,1 0 0,-1-2 23,0-4-25,1 4 1,-1-5 2,1 7 1,-1 0 4,0 0 0,1 0-60,-1 0 55,0 0 0,1-2-9,-1-4 0,1 4-6,-1-4 1,0 4-3,1 2 0,-1 0 6,0 0 1,1 0 1,-1 0 1,-5 0 2,-1 0 0,1 0 15,5 0 0,1 0 1,-1 0-17,0 0 0,-5 0-12,0 0 1,-1 0 0,7 0 1,-1 0-3,0 0 0,-5 0 13,-1 0 1,1 0 11,5 0 7,1 0 1,-1 0-23,0 0 0,1 0-22,-1 0 1,-5 0 32,-1 0-20,1 0 1,5 0 7,1 0-8,-1 0 1,0 0 39,1 0 1,-7 0 2,1 0 0,0 0-24,5 0 1,-5 0 8,-1 0 1,1 0-45,5 0 1,-5 0 34,-1 0 1,1 0-12,5 0 1,1 0-4,-1 0 1,-5 0-3,-1 0 1,1 0 20,5 0 1,0-2 2,1-4 1,-1 5-14,1-5 0,-1 4 8,0 2 0,1 0-39,-1 0 1,0 0 32,1 0 0,-1 0-20,1 0 0,5 0-2,0 0 1,2-2-7,-2-4 0,-2 4-1,8-4 1,-7 4-1,1 2 0,-4 0 7,-2 0 1,3-5 1,3-1 1,-4 0 2,4 6 0,-3 0-2,-3 0 1,0 0 153,1 0-133,-1 0 1,1 0 4,-1 0 1,0 0 4,1 0 1,-1 0 3,0 0 0,1 0-29,-1 0 1,1 0-5,-1 0 0,-6 0-48,1 0 1,0 0 59,5 0 1,-5 0-45,-1 0 1,1 0 25,5 0 0,-5 0-10,-1 0 9,1 0 0,5 0 7,1 0 0,-7 0 4,1 0 1,-1 0 7,7 0 44,-1 0 1,0 0-43,1 0-66,-1 0 1,1 0 56,-1 0 1,0 0-68,1 0 0,-7 0-63,1 0 47,-1 0 1,7 2 28,-1 4 20,1-4 1,-1 5 31,0-7 0,-5 0-35,0 0 0,-3 2 16,3 4 1,3-4 4,-3 4 0,-3-4 3,3-2 0,0 0 11,5 0 1,-5 0-5,-1 0 1,1 0 17,5 0 1,0 0-31,1 0 1,-7 0 68,1 0 1,0 0-57,5 0 0,0 0 55,1 0 0,-1 0-48,0 0 0,1 0 3,-1 0 0,1 0 0,-1 0 1,0 0-3,1 0 0,-1 0-32,0 0 0,3 0-7,3 0 0,-4 0-13,4 0 0,-3 0 35,-3 0 1,0 0 77,1 0 1,-1 0-39,1 0 1,-5 0 9,4 0 1,-3 0-30,9 0 1,-4 0 6,-1 0 1,-7 0 5,1 0-15,7 0 0,1 0-35,3 0 1,-4 0 56,-2 0-72,1 0 0,-1 0-10,1 0 24,-1 0 1,0 0 18,1 0 1,-7 0-1,1 0 1,-6 0-116,5 0-50,1 0 1,-1 0-476,1 0 111,-8 0 28,11 0 1,-13-2-38,4-4 545,-4 4 0,-2-13 0,0 5 0</inkml:trace>
  <inkml:trace contextRef="#ctx0" brushRef="#br0" timeOffset="1">2345 8812 6162,'0'10'0,"0"-2"0,2-8 0,4 0 0,-4 0 0,6 0 0,-8 0 0,0 2-228,0 3 255,0-3 0,2 6 43,4-8 5,-5 0 9,7 0-14,-8 0-15,0 0-56,8 0-36,-6 0 34,6 0-11,-8-8 13,0 6 1,0-5 0,0 7 0,1 0 0,5 0 0,-4 0 0,6 0 0,-8 0 0,2 0 0,4 0 49,-4 0 0,7 0-44,-3 0 1,-2 0 75,7 0-43,-7 0 1,12 0 6,-5 0 0,-1 0-19,2 0-11,-1 0 0,7 0-39,-1 0 0,0 0 42,1 0 1,1 0-48,4 0 0,-4 0 25,5 0 1,-5 0-6,-2 0 1,6 0 9,1 0 0,-1 0-1,-6 0 0,2 0 0,5 0 0,-5 0 1,4 0 1,2 0-32,-2 0 1,2 0 29,-1 0 0,-5 0-27,4 0 0,-4 0 20,-1 0 1,5 0 56,0 0 1,0 0-17,-5 0 0,-1 0 7,0 0 0,-5 0-17,0 0 1,-1 0 8,6 0 0,-5 0 34,0 0 0,-7 0-34,7 0 0,-6 0-2,5 0 32,-7 0-55,12 0-3,-14 0 0,7 0 4,-3 0 18,-4 0-8,6 0-71,-8 0-987,0 0 1039,-8 0 0,6-8 0,-6-2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2085 11159 6034,'9'0'0,"-1"0"0,-8 0 0,0 0 0,8 0 0,-6 0 0,6 0 0,-8 0 0,0 0 0,7-8 0,-5 6 0,6-6 0,-8 8-138,0 0 140,8 0 0,-6 0-9,5 0-17,-7 0 88,0 0-26,8 0-2,-6 0 4,6 0 58,-8 0 24,0 0-60,0-7-86,0 5 1,2-6 36,3 8-12,-3 0 34,6 0 2,-8 0 21,0 0 24,8 0 73,-6 0-86,5 0-42,1 0 1,-4 0-4,8 0 0,-7 0-1,7 0 1,-6 0-7,5 0 1,-5 0 13,6 0-26,-1 0 0,7 0-9,-1 0 1,-5 0 36,-1 0 1,1-2-17,5-4 1,1 4-22,-1-3 14,0 3 0,1-4 10,-1 0-14,0 0 1,1 6-1,-1 0 1,-5 0 16,-1 0-9,1 0 15,5 0 1,-1-2-7,-5-3 10,5 3 0,-12-6-7,7 8 0,-5 0 31,6 0-45,-9 0 0,7 6 15,-4 0-18,-4-1 0,7-5 2,-3 0-18,-4 8 0,8-6 30,-4 4-8,-4-4 1,7 3 29,-3 1-21,-4 0 0,8-6 10,-5 0 9,-3 0-13,14 8 1,-14-6 9,13 5 1,-11-7-20,8 0 0,-7 6 8,7 0 0,-6 0-14,5-6 0,-5 0-1,6 0 1,-7 0-6,7 0 1,-6 0 0,5 0 1,-5 0 7,6 0 0,-6 0 9,5 0-1,1 0 0,5 0-11,0 0 0,-5 0 80,0 0-88,-1 0 0,7 0 1,-1 0 0,-5 0-13,-1 0-1,1 0 1,5 0 33,0 0 1,-5 0 23,0 0-33,-1 0 0,7 0-1,-1 0-1,0 0 0,1 0 2,-1 0 0,0 0 38,1 0 1,-7-6-35,1 0 1,0 0 4,5 6 1,0 0-26,1 0 0,-1-5-5,0-1 1,-5 0-1,0 6 1,-1 0 31,7 0-61,-1 0 0,0 0 11,1 0 11,-1-8 0,0 6 2,1-3 3,-1 3 1,1 2-3,-1 0 2,0 7 0,1-5 1,-1 4 1,0-4 0,1-2-1,-1 0 0,1 0 1,-1 0 0,6 0 0,0 0 0,0 0 0,-5 0 0,-1 0 0,1 0 0,-1 0 10,0 0 0,1 0-9,-1 0 0,0 0 3,1 0 1,-1 0-3,1 0 0,-1-6 46,0 1 1,-5-1-22,-1 6 1,1 0 4,5 0 0,1 0-3,-1 0 0,1 0 3,-1 0 1,0 0-25,1 0 0,-1 0-2,0 0 0,1 0-18,-1 0 0,6 0 26,0 0 1,1 0-25,-7 0 0,0 0 5,1 0 1,-1 0-5,0 0 1,1 0 3,-1 0 0,1 0-3,-1 0 0,0 0 6,1 0 1,-1 0 0,0 0 0,1 0 38,-1 0 0,1 0-33,-1 0 0,0 0 19,1 0 0,-1 0 15,0 0 1,1 0 3,-1 0 1,-1 2-1,-5 3 1,5-3 4,-5 4 1,-1-4-69,1-2 0,-5 2 46,6 4 1,-6-4-86,5 4 77,-7-5 0,6-1-156,-4 0 109,-5 0 1,9 6-53,-4 0-44,-4 0-179,6-6 72,-8 0-1520,0 0 1755,-8 0 0,-2 0 0,-7 0 0</inkml:trace>
  <inkml:trace contextRef="#ctx0" brushRef="#br0" timeOffset="1">2033 13140 5887,'9'0'-138,"-1"0"138,-8 0 0,0 0 0,8 0 0,-6 0 5,5 0 10,-7 0 78,0 0-78,8 0-20,-6 0 6,6 0-5,-8 0 168,0 0-178,0 8-35,0-6 115,0 6-80,0-8 147,0 0-112,8 0 28,-7 0 1,7 0 29,-8 0-53,0 0 76,0 7-68,0-5 2,0 6 29,8-8-3,-6 0-4,6 0-27,-8 0 1,1 0 116,5 0-119,-4 8 0,8-6 119,-4 4-106,-4-5 0,7-1-30,-3 0 99,-4 0-2,13 0-87,-5 0 0,2 2-1,-1 4 1,-5-4 7,6 4 31,-1-4-28,7-2 1,-3 2 23,-3 4-3,3-4-38,-5 5-8,7-7 40,0 0-24,1 8 1,-1-6 15,1 4 1,-7-4 34,1-2-40,-1 7 0,7-5-7,-1 4 0,-5-4-2,-1-2 0,1 0-11,5 0 0,-5 0-2,-1 0 0,1 0 5,5 0 0,1-2-3,-1-4 1,-5 4-8,-1-3 0,1-3 8,5 2 0,1 0-43,-1 6 1,0-6 34,1 1 0,-1-3-4,0 2 1,1 4-7,-1-4 1,1 3-5,-1-3 0,-6 4 2,1-4 1,0 2-2,5-2 1,0 4-2,1-3 10,-1 3 47,0 2 1,1 0-31,-1 0 0,-5 0 25,-1 0 4,1 0 6,5 0-48,1 0-1,-1 0 0,0 0-12,1 0 19,-8 0 1,3 2-40,-7 3 40,7-3 0,-5 8 12,4-4-4,3-4 1,-7 7-1,3-3 1,5-4 4,-5 4 1,-1-4 47,2-2-20,-1 0 0,7 2-33,-1 4 0,-5-4 56,-1 3 0,1-3-16,5-2-9,0 0 1,1 0-42,-1 0 0,1 0-15,-1 0 0,0 0 11,1 0 1,-1 0-3,0 0 0,1 0-38,-1 0 0,2 0 53,5 0 18,-5 0 0,12 0-44,-8 0 1,0 0 9,-5 0-6,-1 0 0,0 0-4,1 0 0,-1-2-1,0-3 1,1 3 0,-1-4 0,1 4 36,-1 2 0,-6-6 1,1 0 0,0 0-29,5 6 1,0-1-3,1-5 1,-1 4-1,1-4 0,-1 4-1,0 2 1,1 0-6,-1 0 1,0 0 0,1 0 1,-1 0-6,1 0 1,-1 0-5,0 0 1,1 0 8,-1 0 1,0-2-34,1-4 1,-1 4 32,0-3 1,1 3-2,-1 2 0,1 0 24,-1 0 0,0 0 3,1 0 1,-7 0-22,1 0 0,-1 0 6,7 0-8,-1 0 0,1 2 5,-1 3 1,0-3-10,1 4 0,-7 2 4,1-2 1,-2 1-3,1-1 1,5-2-5,-5 8 4,-3-8 43,7 11 6,-5-13-113,7 13 75,1-13-257,-1 6 194,0-8 0,-5 0 10,0 0-52,-9 0 0,7 0-312,-4 0-257,-4 0 666,6 0 0,-8 0 0,0 0 0</inkml:trace>
  <inkml:trace contextRef="#ctx0" brushRef="#br0" timeOffset="2">1807 9890 6159,'-10'0'-208,"2"0"-1,8 0 258,0 0-54,8 0 1,-6 0-2,6 0 71,-8 0 10,0 0 21,8 0-73,-7 0 9,7 0-14,-8 0-6,0 0 27,8 0-8,-6 0 1,6 0 3,-8 0 153,0 0-42,7 0-124,-5 0 72,6 0-86,-8 0 1,0 2 14,0 4-17,0-4-6,0 5 16,0-7 1,0 2 6,0 4 35,0-4-51,0 6 1,0-6 109,0 3-99,0-3 0,0 8 26,0-4-16,0-4-8,0 13-8,0-5 1,0 2-3,0-1 1,0-5-5,0 5 0,0-5 4,0 6 0,0-6 85,0 5-17,0-7-32,0 12 0,0-7-41,0 9 0,-6-7 2,0 1-10,1-1 1,5 7 26,0-1 1,0-5-77,0-1 46,0 1 1,0 5 50,0 1 0,-6-7-5,0 1 1,0-6 6,6 5 0,0 1-3,0 5-17,0 1 1,0-1-25,0 0-2,0 1 0,0-1-8,0 0 0,0 1 24,0-1 0,-6 1-9,1-1 1,-1-5 30,6-1 1,0 1 3,0 5 0,0 1-16,0-1 1,0 0 7,0 1 0,0-1-44,0 0 0,0 1 25,0-1 1,0 6-26,0 1 1,0-1 29,0-6 0,0-5-98,0-1 68,0 9 1,0-1-7,0 4 1,6-4 20,-1-1 0,1-1 11,-6 1-16,0-1 0,0 0 2,0 1 0,0-1-2,0 0 0,0 1 3,0-1 0,0 1 33,0-1 1,0 0-14,0 1 1,-6-1 4,1 0 0,-1 1-15,6-1 0,0 1-3,0-1 0,0 0 4,0 1 1,-6-1 3,0 1 0,0-1-19,6 0 1,0 3 13,0 3 1,0-4-35,0 4 0,0-3 20,0-3 0,-1 0-2,-5 1 0,4 5 11,-4 0 0,4 0 1,2-5 1,0 1 33,0 4 1,0-2-37,0 8 0,0-7 2,0 1 0,0 2 7,0-2 1,0 2 1,0-2 1,0-1 14,0 7 0,0-6 1,0 6 1,-2-6-12,-4 6 1,4-6-2,-3 6 1,3-8-46,2 2 1,0 2 40,0-1 0,-6 5-43,0-6 1,0 0 37,6-6 0,0 7-23,0-1 0,0 6 1,0-6 0,0 0-2,0-6 1,0 3 12,0 3 0,0-4 2,0 4 0,0-3-5,0-3 1,0 0-2,0 1 1,0-1-18,0 1 1,0-1 15,0 0 1,0 1-2,0-1 0,0 1 0,0-1 0,0 0-1,0 1 1,0-1 0,0 0 0,0 1 0,0-1 1,0 1 1,0-1 0,0 0 1,0 1 0,0-1-1,0 0 1,0 1-2,0-1 1,6 1-2,0-1 1,0 0 0,-6 1 0,0-1 1,0 1-3,0-1 2,0 0 1,0 1-1,0-1 1,0-5-3,0-1 1,0 1 1,0 5 1,0 1-1,0-1 0,0-5 0,0-1 1,0-5-1,0 6 1,0-7-1,0 7-1,0-1-130,0 7 126,0-1 1,0-5-11,0-1 9,0-7 1,0 6 14,0-4-13,0-4 1,0 7-6,0-3-63,0-4 0,0 6-91,0-1 131,0-5-237,0 6 188,0-8-510,0 0 0,0-8 593,0-3 0,7-5 0,3-1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5038 15174 7311,'0'-10'-1183,"0"3"933,8 7 274,-6 0-23,6 0 0,-8-2 22,0-4 195,0 4-132,0-6 15,0 8 13,0 0-92,0-8-262,0 7 163,0-7-70,0 8 70,0 0 116,-8 0 62,6 0-103,-6 0-62,8 0 54,0 0 33,-7 0-3,5 0 60,-6 0 214,8 0 495,0 0-724,8 0-32,-6 0 1,7 0 36,-3 0-30,-4 0 1,8 0 29,-5 0 0,-1 0-15,8 0 1,-8 2-59,1 4 1,5-5 77,2 5-89,-5-4 44,9-2 1,-6 0-6,7 0 0,-5 0 7,-1 0 0,-5 0-3,5 0 0,-5 0 9,6 0 1,-6 0-10,5 0 0,-5 0-25,6 0 25,-1 0 0,7 0-29,-1 0 1,-6 0 68,1 0-8,0 0-38,5 0 0,0 0 0,1 0 0,-7 0-6,1 0 6,0 0 25,5 0-28,0 0 1,-1-2-48,-5-4 0,5 5 24,-5-5 0,-1 4-7,2 2 0,-7 0 15,7 0 1,-6 0-2,5 0 0,-5 0 85,6 0 1,-7 0-67,7 0 106,-8 0-80,11 0 15,-5 0-33,7 0 0,-5 2 29,0 4-7,-9-5-30,13 7 0,-12-8-36,7 0 56,-7 0-110,12 0 97,-14 0-8,13 0-22,-13 0 1,8 0-4,-5 0-16,-3 0 0,8 0-22,-4 0-149,-4 0 182,5 0-361,-7 0 182,8 0-212,-6 0-22,6 0 83,-8 0 0,2 0 45,3 0 293,-3 0 0,6 8 0,-8 2 0</inkml:trace>
  <inkml:trace contextRef="#ctx0" brushRef="#br0" timeOffset="1">6637 15052 5750,'9'0'0,"-1"0"0,-8 0 230,0 0-222,8 0-5,-6 0-34,5 0 53,-7 0 961,0 0-962,0 8-23,0-6 42,0 6-14,0-8 40,0 7-39,0-5 1,2 6 146,4-8-124,-4 8-1,6-6 0,-6 11 14,4-7-35,-5 0 1,9-6-26,-4 0-7,-4 8 15,13-7-15,-5 7 1,1-2-7,1 0 1,-6 0 15,5-6 0,-5 0 243,6 0-132,-1 0 177,7 0-222,-1 0-21,1 0 1,-1 0-12,0 0 1,-5 0 7,-1 0 0,-5 0-97,6 0 0,-6 0 86,5 0 1,-5 0-17,6 0 0,-7-2 19,7-4-84,0 4 35,5-6 0,0 8 21,1 0-5,-1-8 121,0 7-111,1-7 160,-1 8-151,0 0 12,1 0-22,-1 0-5,1 0 15,-1 0-13,0 0-78,1 0 66,-1 0 0,-1 2 10,-5 4 1,5-5-4,-5 5 0,-1-4 1,1-2 1,-5 0 14,6 0 0,-6 0 29,5 0-7,1 8 1,5-6 6,0 4 0,-5-4 0,0-2 0,-1 0-26,7 0 1,-7 0 33,1 0 1,-1 0-40,7 0 1,-1 0-3,0 0 1,1 0-24,-1 0 1,1 0-81,-1 0 0,0 0 108,1 0 0,1 0-9,4 0 1,-4 0 49,5 0 0,-5 0-63,-2 0 1,1 0-11,-1 0 1,0 0 19,1 0 0,-1 0-63,1 0 0,-1 0 48,0 0 1,1 0-2,-1 0 0,0 0-3,1 0-7,-1 0 1,1 0 29,-1 0 0,0 0-29,1 0 24,-1 0 1,0 0-35,1 0 1,-1 0-20,1 0-3,-1 0 14,8 0 1,-6-6 22,4 0-1,-3 0 1,-3 6 4,1 0 1,-1 0-13,0 0 0,-5 0 40,-1 0 0,1 0-7,5 0-3,1 0 1,-1 0-1,1 0 0,-1 0 1,0 0 0,1 0 9,-1 0 1,-5 6 4,-1 0 0,1 0-4,5-6 1,0 0-14,1 0 0,-1 0 88,1 0 0,-1 0-97,0 0 1,1 0-5,-1 0 1,0 0-5,1 0 0,5 0-12,0 0 1,0 0 27,-5 0 0,-1 0-10,0 0 1,1 0-2,-1 0 0,3 0 3,3 0 0,-4 0-37,4 0 1,-4 0 2,-1 0 0,-1 0-79,1 0 1,5 0 82,0 0 1,0-2-9,-6-4 0,1 4 59,-1-4 188,1 4-136,7 2 1,-6 0-72,4 0 1,-4 0 31,-1 0-21,-1 0 1,1 0-4,-1 0-2,0 0 1,1 0-17,-1 0 1,-5 0-11,-1 0 1,-5 0-12,6 0 15,-1 8 0,1-6 16,-1 4-63,-7-4 21,12 5 1,-13-5-51,9 4 69,-8-4 0,4-2-37,-1 8 3,-5-6-270,6 5 162,-8-7-508,0 0 1,-8 0-1,-1 0 1</inkml:trace>
  <inkml:trace contextRef="#ctx0" brushRef="#br0" timeOffset="2">13117 15139 6273,'0'10'2,"0"-2"78,0-8-155,0 0 0,2 5 88,4 1 3,-4 0 5,5-6 0,-5 0 29,4 0-32,-4 0-2,13 0 1,-11 0-13,8 0 0,-6 6 2,5 0 1,-5-1 1,6-5 24,-9 0 1,13 0 1,-6 0 2,7 0 16,0 0-21,1 0-31,-1 0 0,-5 0 18,-1 0 0,-5 0-64,6 0 81,-9 0-19,13 0 0,-12 0 43,7 0 12,-7 0-60,12 0 0,-12 0 21,7 0-30,-7 0 19,11 0 0,-11 0-22,8 0 0,-6 0 26,5 0 1,-5 0-2,6 0 0,-7 0 20,7 0 15,-8 0-22,11 0 1,-5 0-15,7 0 1,-5 0-9,-1 0 1,-5 0 10,6 0 1,-6 2 98,5 4-114,1-4 0,5 6 16,1-8-30,-1 0 1,0 0-5,1 0 1,-7 0-29,1 0 45,-1 0 1,7 0 4,-1 0 1,-5 0-6,-1 0-3,1 0 0,5 0-8,1 0 0,-7 0 3,1 0 0,-6 0 2,5 0 0,-5 0-3,6 0 0,-7 0 83,7 0 1,-6 0-65,5 0 33,-7 0-42,12 0 0,-13 0 14,9 0-84,-8 0-239,4 0 122,-1 0-298,-5 0 262,6 0 212,-8 0 0,0 0 0,0 0 0</inkml:trace>
  <inkml:trace contextRef="#ctx0" brushRef="#br0" timeOffset="3">14802 15104 6460,'10'2'-709,"-4"4"709,-4-4 82,-2 6-27,0-8 316,0 0-395,0-8 12,0 6 1,1-6 10,5 8 0,-4-2 1,4-3 0,-4 3 57,-2-6 5,0 8 84,0 0-110,8-8-24,-6 6 0,5-5-9,-7 7 30,0 0 102,8 0 23,-6 0-60,6 0-69,-1 0 1,-3 0 36,8 0-1,-8 0 6,11 0-5,-5 0-8,7 0-41,1 0 1,-1 2-5,0 3 0,-5-3 4,-1 4 1,-5-4 10,6-2 0,-6 0-49,5 0 45,1 8 0,5-6-2,1 3 0,-7-3 38,1-2 1,-1 0 4,7 0 1,-7 0-15,1 0 0,-1 0 7,7 0 0,-7 6-8,1 0 1,0 0-2,5-6 0,0 0 2,1 0 1,-1 0-4,0 0 1,-5 0 43,0 0 1,-1 0-84,7 0 1,-1 0-5,0 0 0,1 0-11,-1 0 1,0 0-9,1 0 1,-7 0-2,1 0 0,0 0 36,5 0 0,0 0-24,1 0 3,-1 0 0,0 0-6,1 0 1,-1 0 0,0 0 4,1 0 1,-1 0 2,1 0 1,-1 2-3,0 4 1,-5-5-11,0 5 1,-1-4 11,6-2 0,1 0-9,-1 0 6,1 0 1,-1 0-2,0 0 1,1 0 18,-1 0 0,-5 0 2,-1 0 0,1 0 13,5 0 1,1 0 5,-1 0 1,0 0-44,1 0 0,-7 0 20,1 0 0,-1 0-12,7 0 0,-1 0 39,1 0 0,-1 0 0,0 0 1,1 0-1,-1 0 0,2-2 2,5-4 1,-5 5-41,4-5 0,-4 4 0,-1 2 0,1 0-22,4 0 1,-4-6 41,5 0 0,-5 0-34,-2 6 1,6 0 18,1 0 0,-1 0-2,-6 0 1,6 0-12,0 0 1,1 0 5,-7 0 1,0 6-50,1 0 0,5 0-10,0-6 1,0 0 38,-5 0 0,-1 2 7,0 4 1,1-5 14,-1 5-20,1-4 0,-1 4-1,0 0 0,1 0 18,-1-6 1,0 5 6,1 1 1,-1 0-1,1-6 1,-1 6-2,0 0 0,1 1-36,-1-1 1,-5-4 22,-1 4 1,1-2-2,5 1 1,0-3-6,1 4 5,-1-4 0,1 0 5,-1 4 0,0-4 2,1 4 0,-1-5-27,0-1 16,1 0 0,-1 0-90,1 0 1,-1 0 53,0 0 0,-1-1-30,-5-5 0,5 4 58,-5-4 1,5-2-8,1 3 0,1-3 22,-1 2 1,-5 2 10,-1-7 0,1 7-35,5-2 0,0-2 14,1 2 0,-1 1 48,1 5 1,-7-6-33,1 0 1,-1 0 0,7 6 0,-1-6-22,0 1 7,1-1 0,-1 4 9,1-4 5,-1 4 0,0-6 8,1 8-4,-1 0 1,0 0-15,1 0 0,-7 0 4,1 0 1,0 0-49,5 0 0,-5 0 25,-1 0 0,-5 0-35,5 0-16,1 0 32,5 0 0,-5 0-36,0 0 0,-9 0-220,13-7 133,-14 5-278,6-6-79,-8 8 526,0 0 0,0-8 0,0-1 0</inkml:trace>
  <inkml:trace contextRef="#ctx0" brushRef="#br0" timeOffset="4">1755 14600 8313,'0'12'-2078,"0"0"1699,0-9 405,0 13 116,0-14-119,0 6 1,6-7-82,-1 5 68,1-4-2,-6 6 42,0-8 0,8 0-10,-6 0-17,5 0-41,-7-8 0,2 6 47,4-4-64,-4 5 110,6 1 1,-8-8 77,0 6-67,0-6 0,2 8 14,4 0-21,-5 0-122,7 0 79,-8 0-19,0 0 29,8 0-13,-6 0-3,6 0 0,-6 0 33,3 0 75,-3 0-109,14 0 1,-12 0 73,7 0-59,1 0 0,5 0 6,0 0 1,1 0-49,-1 0 1,1 0 0,-1 0 1,6-2-11,0-4 0,6 4-10,-6-3 1,6 1-18,-5-2 1,4 2 42,-4-7 1,5 7-21,-6-2 0,6 4 10,-6 2 0,6-6-11,-6 0 0,0 1 33,-5 5-7,7 0 0,-6 0-40,4 0 0,-4 0-2,-1 0 1,-7 0-311,1 0 308,0-8-106,5 6 0,-6-12 33,1 9 1,-8-3-349,2 2 451,3 4 0,1-13 0,7 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6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4957 17086 5928,'6'0'32,"-1"0"489,-5 0-468,5 0-24,-4 0-10,4 0 297,-5 0-237,6 0 17,-5 0 32,4 0 161,-5 0-132,5 0-102,-4 0 56,4 0-94,-5 0 36,5 0-2,-3 0-32,3 0 0,-4 0 43,3 0 4,-3 0-55,4 0 1,0 0-3,-3-5 1,8 3 1,-8-3-3,6 5 0,-4 0 8,3 0 1,-3-4-5,4 1 0,-5-1 16,5 4 0,-2-1 40,2-3-34,2 2-12,-3-3 1,4 2-40,0-1 1,-3 0 27,0 4 0,-5-4 5,5 0-4,0 1-10,3-3-7,0 5 1,1-4 2,-1 5 1,-3-4 1,0 0 0,-5 1 7,5 3 13,0 0 4,3 0-10,0 0 1,1 0-11,-1 0 1,-3 0 0,0 0 0,-5 0-6,5 0 1,-4 0-3,3 0 1,-3 0-8,4 0 1,-4 1 12,3 3 1,-3-3-12,4 3 17,-6-3 1,7 0 11,-5 3-12,5-3 1,-7 5 1,6-6 1,-4 3 10,3 1 0,-3 0 3,4-4 1,-4 0-34,3 0 1,-3 4 20,4 0 1,-5-1-29,5-3 1,-4 0 12,3 0 0,-3 2-3,4 1 0,-4-1 2,3 2 0,-3-3-2,4-1 1,-5 0 33,5 0 3,0 0-5,3 0-21,1 0 0,-1 4-9,0-1 0,-3 1 10,0-4 0,-5 0-22,5 0 14,0 0-2,3 0 0,0 0 5,1 0 1,-4 4-4,-1 0 17,1 0-15,3-4 1,1 0-2,-1 0 0,-3 3-1,-1 1 0,1 0 1,3-4 19,1 0 0,-5 0 1,1 0 0,-4 0 23,3 0-38,1 0 1,3 0 4,1 0 0,-5 0-9,1 0-3,0 0 0,3 0 0,0 0 1,-3 0-5,0 0 6,-1 0 0,5 0-3,-1 0 0,-3 0-5,-1 0 6,1 0 1,3 0-3,1 0 0,-5 0 6,1 0-6,0 0 0,3 0 2,1 0 1,-5 0-2,1 0 1,-4 0-20,3 0-4,1 0 24,3 0 0,1 0-2,-1 0 0,-3 0 3,-1 0 1,-3 0-9,4 0-41,-1 0 1,5-4 25,-1 0 0,-3 1-3,-1 3 1,1 0 14,3 0 0,-3 0-3,0 0 1,-5 0 38,5 0-38,0 0 1,2-2 15,-3-1 1,4 1-11,-4-2 1,0 3 30,0 1-20,1 0 2,3 0 0,1 0-34,-1 0 0,-3 0-5,-1 0 1,1 0 68,3 0 0,1 0-42,-1 0 0,1 0 12,-1 0 0,0 0-5,1 0 0,-5 0 2,1 0 1,0 0-2,3 0 1,1 0 2,-1 0 1,0 0-13,1 0 1,-1 0 1,1 0 1,-1 0 21,0 0 1,1 0-19,-1 0 1,-3 0-2,0 0 1,-1 0 1,5 0 1,-1-1-1,0-3 1,1 3-1,-1-3 0,-3 3 0,-1 1 1,1 0 3,4 0 0,-1-4 1,0 0 0,1 0-7,-1 4 1,-3 0 1,-1 0 0,1 0 4,3 0 0,1 0-2,-1 0 0,1 0-65,-1 0 76,1 0 1,-1 0 14,0 0 1,1 0 0,-1 0 4,1 0 1,-5 0 19,1 0-24,0 0-26,3 0 1,0 0 26,1 0 0,-5 0-62,1 0 0,-4 2 26,3 1 0,-3-1-8,4 2 1,-4-3 6,3-1 0,-3 0-10,4 0 14,-1 0 1,3 1-1,-2 3 6,2-3-5,-3 4 3,4-5 0,0 0-12,1 0 0,-5 0-14,1 0 33,0 0 1,3 0 0,1 0 0,-5 0-18,1 0 1,-1 0 6,5 0 1,-5 0-13,1 0 0,0 0 11,3 0 0,0 0 3,1 0 0,-1 0 0,1 0 0,-1-4 2,1 1 0,-5-1-4,1 4 0,-1 0 4,5 0 0,-1 0-1,1 0 1,-1-4 0,1 0 1,-1 0-38,0 4 0,1 0 31,-1 0 0,1-3-2,-1-1 0,0 0-25,1 4 1,3 0-2,0 0 0,1 0 16,-5 0 0,0 0-3,1 0 0,-1 0 32,1 0 0,-1 0-26,1 0 0,-1 0 106,0 0 1,1 0-99,-1 0 1,-3 0 49,-1 0 0,1 0-15,3 0 1,1 0 7,-1 0 0,1 0-24,-1 0 1,1 0 0,-1 0 0,0 0-39,1 0 0,-1 0 39,1 0 0,-1 0-47,1 0 1,-1 0 32,0 0 1,-3 0-10,0 0 0,-1 0-4,5 0 1,-1 0-1,0 0 0,1 0 3,-1 0 1,1 0-2,-1 0 1,1 0-2,-1 0 1,-3 0 5,-1 0 0,1-1-9,3-3 0,1 3 7,-1-3 1,1 3-69,-1 1 0,0 0 73,1 0 0,-1 0-2,1 0 0,-1 0 6,0 0 1,-2 0 3,3 0 1,-7 0 50,6 0 0,-2 0-62,3 0 0,-1 0-38,0 0 1,1 0 46,-1 0 3,1 5 1,-1-4-6,0 3 0,1-3-6,-1-1 0,-3 0 0,0 0 1,-1 0-1,5 0 1,-1 0 11,0 0-15,1 0 1,-1 0 15,1 0 1,-1-4-4,1 0-8,-1 1 0,0 3-10,1 0 0,-1-4-16,1 0-1,-1 0 1,0 4-4,1 0 1,-1-4 56,1 0 0,-1 1-38,1 3 1,-1 0 53,0 0 1,1-4-40,-1 0 1,1 0 5,-1 4 1,1 0-7,-1 0 1,0 0 6,1 0 0,-1 0-21,1 0 1,-1 0-12,0 0 1,1 0 3,-1 0 0,-3 0 10,0 0 1,-1 2 11,5 1 0,-1-1-11,0 1 0,1-1 68,-1-2 0,1 0-30,-1 0 1,1 3 3,-1 1 1,0 0-21,1-4 0,-1 0-1,1 0 1,-1 0-33,0 0 0,1 0 34,-1 0 1,-3 1 7,0 3 0,-1-3-12,5 3 7,-1-2 1,0-2-20,1 0 0,-1 0 0,1 0 0,-5 0 7,1 0 1,0 0 3,3 0-115,0 0 1,1 0 98,-1 0 96,1 0 1,-1 0-62,0 0 1,-3 0 8,0 0 0,-1-4-40,5 0 1,-5-1 2,1 1 1,0 3-2,3-3 1,-3-1 0,-1 1 1,0-1-62,0 1 1,3 3 57,-2-3 1,2 2-75,2-2 0,-5 2 70,1-1 1,-4 1-4,3 2 0,1-3 10,3-1 1,-3 0 2,-1 4 0,-3 0-12,4 0 10,-1 0 0,5 0 26,-1 0 1,-3 0-29,0 0 0,-5 0 16,5 0 1,-4 0-13,3 0 0,-3 0-4,4 0 0,-4 0 16,3 0 0,-3 0 0,4 0 1,-5 0-12,5 0 2,-5 5-31,7-4 15,-4 4 1,2-1-105,-1 0 108,-4 0-15,7-4 1,-7 0 73,4 0-1,-4 0-50,7 0 0,-8 4 18,6-1-20,-5 1 1,5-2 19,-4 1-25,5-1 13,-3 3 1,2-2-21,0 1 1,-4 0-16,3-4 0,-3 0-36,4 0-6,-6 5-7,8-4-19,-3 5 52,4-6-188,0 0 179,1 0-7,-1 0 61,1 0 0,-5 0 12,1 0-10,-6 0 21,9 0-167,-10 0 0,5 0 27,-2 0 100,-3 0-78,4 0-267,-5 0 86,0-6-110,0 5 384,0-4 0,-5 5 0,-1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62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5025 18479 7644,'0'6'-1532,"5"-1"1626,-3 0-207,3-3 91,0 3-180,-4-5 187,4 0 23,-5 0 208,0 5-213,0-4 39,0 4 76,0-5-88,5 0-19,-4 0-13,4 0 30,-5 0-6,6 0 20,-5 0 0,5 0-8,-2 0 0,-3 0-2,4 0-18,0 0 0,-2 0 56,5 0 7,-6 0-41,8 0 0,-7 0-14,4 0 1,-3 0 11,4 0 0,-4 0 4,3 0 1,-3 0 1,4 0 1,-5 0-26,5 0 1,-4 0 4,3 0-2,1 0 0,3 0-3,1 0 1,-4 0 21,-1 0-17,1 0 0,3 0 11,1 0 1,-5 0-34,1 0 1,-1 0 1,5 0-2,-1 0 1,-3-4-10,0 1 14,-1-1 1,5 4-6,-1 0 1,-3 0 22,-1 0-21,1 0 1,3 0 45,1 0 0,-5 0-14,1 0 1,-4 0 6,3 0 0,0-1 11,0-3 0,3 2 5,-2-1 1,-2 1-19,2 2 0,-4 0 4,3 0 0,-3 0-19,4 0 0,-4 0 49,3 0 37,1 0-40,3 0 4,1 0-72,-1 0 0,1 0-6,-1 0 1,-3 0 27,-1 0-15,1 0 0,3 0-50,1 0 0,-5 0 51,1 0 1,-1-3-59,5-1 63,-1 0 1,1 4 0,-1 0 1,1-4-3,-1 0-3,0 1 1,1 3 0,-1 0-4,1-6 1,-1 5-27,1-3 27,-1 3 1,0 1-20,1 0 0,-5-4 9,1 1 1,-4-1-7,3 4 7,1 0 1,3 0 0,1 0 0,-4 0-1,-1 0 0,-3 0-2,4 0 3,-1 0 0,5 0 32,-1-5 6,0 3-16,1-3 0,-1 1-20,1 1 1,-5-1 5,1 4-6,0 0 0,3-4-1,0 0 1,-3 0-3,0 4 1,-1 0 12,5 0 5,-1 0 0,0 0-10,1 0 1,-1 0 10,1 0-15,-1 0 0,1 0 1,-1 0 1,-3 0 25,-1 0-15,1 0 0,2-1-14,-2-3 0,2 3 5,-3-3 1,0 3-57,0 1 33,1 0 6,3 0 0,1 0 22,-1 0 0,-3 0-2,-1 0 0,-3 0 20,4 0 1,-4 0 186,3 0-168,1 0 0,0 0 17,-1 0 12,1 0 11,3 0 17,1 0-76,-1 0-15,0 0-32,1 0-10,-1 0-31,1 0 84,-1 0-34,1 0 1,-1 1 0,0 3 0,-3-3-7,0 3-8,-1-3 1,5-1-2,-1 0 1,-3 0 21,-1 0 1,1 0-1,3 0 0,-3 0 9,0 0 1,-1 0-20,5 0 35,-1 0 1,0 0-21,1 0 1,-1 0 3,1 0 0,-1 0-36,1 0 0,-1 0-6,0 0 1,1 0-1,-1 0 1,1 0-8,-1 0 0,0-3 78,1-1 0,-4 0-54,-1 4 1,1 0 20,3 0 0,1 0 1,-1 0 1,0 0 20,1 0-28,-1 0 0,1 0-3,-1 0 1,1 0-60,-1 0 1,0 0 47,1 0 67,-1 0 0,1 0-77,-1 0 88,0 0 0,1 0-29,-1 0 0,-3 0 13,0 0 0,-1 0-33,5 0 1,-5 0 2,1 0 0,-1 0 4,5 0-28,-1 0 1,1-4 2,-1 0 0,1 1 9,-1 3 1,0 0-8,1 0 0,-1-2 10,1-1 1,3 1 6,0-2 1,0 3-11,-3 1 0,-1 0 0,1 0 0,3 0-45,0 0 1,0 0-9,-3 0 0,-1 0-8,1 0 1,-1-4 41,0 1 0,1-1 9,-1 4 1,1 0-5,-1 0 1,0 0-2,1 0 1,-1 0 15,1 0 0,-1 0 7,1 0 0,-1 0-63,0 0 1,1 0 43,-1 0 0,1 0 3,-1 0 1,1 0-7,-1 0 0,0 0 24,1 0 1,-1 0-20,1 0 0,-1 0 1,0 0 1,1 0 27,-1 0-4,1 0 0,0 0-82,4 0 66,-4 0 0,5 0-77,-6 0 1,2 4 63,2-1 0,-6 1 14,2-4 1,-2 0 12,3 0 0,-1 4 2,1 0 1,-1 1-10,0-1 0,1-3 12,-1 3 0,-1-2-26,-2 2 0,2-3 15,-2 3 1,2-3-158,1-1 146,1 0 0,-1 0-108,1 0 88,-1 0 1,1 0-34,-1 0 47,0 0 1,1 0 5,-1 0 0,1 0-41,-1 0 26,0 0 0,1 0-39,-1 0 1,1 0 16,-1 0 54,1 0 1,-1 0-27,0 0 0,1 0 2,-1 0 1,-3 0 18,-1 0 0,1 0 34,3 0-27,1 0 0,-1 0-15,1 0 0,-5-3-4,1-1 0,0 0 4,3 4-59,0 0 0,1 0 50,-1 0 0,1 0-2,-1 0 0,-3 0-23,-1 0 10,1 0 1,3 0 10,1 0 0,-5 0-9,1 0 5,0 0 0,3 0 7,0 0 0,-3 0 0,0 0 1,-4 0-6,3 0 1,1 0 41,3 0 0,-3 0 63,-1 0-85,1 0-21,3 0 0,1 0 14,-1 0-143,-4 0 118,3 0 7,-4 0 0,2 0 11,-1 0 1,-4 0 6,7 0 1,-7 0-16,4 0 0,-3 0 16,4 0 0,-5 0 6,5 0 0,-4 4 6,3 0 1,-3 1-14,4-1 1,-4-3 49,3 3 0,-3 1-49,4-2 0,-4 1 2,3-4 0,-3 4 0,4 0 1,-5 0 1,5-4 1,-4 1-23,3 3 30,1-3-24,3 4 0,1-5 11,-1 0 0,-3 0 42,0 0-37,-1 0 1,5 0 12,-1 0-19,0 0 1,1 0 0,-1 0 0,1 0-41,-1 0 0,-3 0 42,-1 0 1,1 0-14,3 0 5,1 0 1,-1 0 50,1 0 0,-1 0-44,0 0 0,-3 0 2,0 0 0,-1 0-14,5 0 0,-5 0 0,1 0 1,0-4-1,3 1 1,-3-1 12,-1 4 0,1 0-13,3 0 1,-3-2 1,-1-1 1,1 1 10,3-1 0,1 1 9,-1 2 1,-3 0 3,0 0 0,-1 0-6,5 0 0,-1 0 4,0 0 1,-3 0 1,0 0 1,-5 0-1,5 0-7,0 5 7,3-3-17,1 8 4,-1-9 1,0 8-1,1-5 0,-5 0-3,1-4 0,-4 3-3,3 1 47,1 0-39,3 1 0,1-2 64,-1 4 0,-3-4-58,0 1 1,-5-3 46,5-1 0,-4 1-49,3 3 2,1-3-7,3 4-12,1-5-6,-1 0 31,1 0-65,-1 0 44,1 0 0,-1 0 10,0 0 5,1 0 6,-1 0-7,1 0 0,-5 0 2,1 0 0,-4 0-7,3 0 1,-3 0 63,4 0-53,-6 0 22,8 0-21,-3 0 0,0 0 1,1 0 1,-4 0 0,3 0-11,-4 0-20,7 0 16,-4 0 0,2 0-14,0 0 18,-6 0-229,8 0 185,-3 0 1,-1 1-186,-2 3 62,2-2-155,-5 3-94,10-5 132,-10 0-66,4 0 208,-5 0 1,5 0 0,1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5994 6744 8005,'8'10'-1814,"-7"-3"2091,7-7-210,0 0-195,-6 0 157,6 0-10,-8 0 718,0 0-742,7 0 3,-5 0-14,6 0 4,-8 0-59,0 0 130,8 0 9,-6 0 2,5 0-26,-7 0 1,2 0-13,4 0 15,-4 0-17,6 0-18,-1 0 1,-3 0-4,8 0 1,-6 0 75,5 0-46,-7 0 0,12 0 1,-5 0 1,-1 0-17,1 0 1,-5 0 60,6 0-55,-1 0 1,7 0 155,-1 0-156,0 0 0,1 0 0,-1 0 1,1 0 25,-1 0-36,0 0 0,1 0 38,-1 0 1,-5 0-21,-1 0 0,1 0 17,5 0 1,-5 0-24,-1 0 1,-5 0 14,6 0-56,-1 0-7,7 0 6,-1 0-10,0 0 1,-5 0 12,0 0 0,-7 0-15,7 0 0,-6 0 33,5 0 1,-5 0-13,6 0 1,-7 0 38,7 0 1,-6 0-34,5 0-1,1 0-2,5 0 1,1 0-6,-1 0 1,-5 0 41,-1 0 0,1 0-32,5 0 1,-5 0 31,-1 0 0,-5 0-28,6 0 0,-1 0-7,7 0 1,-7 0-3,1 0 1,-6 0-4,5 0 1,-5 0-1,6 0 1,-7 0-8,7 0 1,-6 0-9,5 0 1,-5 0 12,6 0 27,-8 0-22,11 0 6,-5 0 0,1 0-6,1 0 1,-8 0-1,11 0-3,-5 0 0,7 0-3,1 8 30,-1-6-26,0 6 1,1-8 23,-1 0 1,-5 0-4,-1 0 0,-5 0 4,6 0 0,-7 0-1,7 0 0,-2 2 27,1 3-6,5-3 0,-7 6 2,9-8 1,-7 0 60,1 0-51,-1 0-44,7 0-15,-1 0 1,1 0-5,-1 0 0,-5 0 4,-1 0 1,-5 0-18,6 0 35,-1 0 1,6-2-12,1-4 1,-7 4 66,1-3-63,0 3 1,5 2 40,0 0-35,1-8 0,-1 6 2,0-4 0,1 4-16,-1 2 1,-5-2-8,-1-3 1,1 3-38,5-4 50,1 4 1,-1 2 50,0 0-55,1-8 1,-1 6 75,1-3 1,-1 3-54,0 2 0,1 0 7,-1 0 1,0-6-38,1 0 0,-1 0 0,1 6-90,-1 0 0,0-6 104,1 1 1,-1-1-45,0 6 1,1 0 23,-1 0 0,1-6 3,-1 0 1,0 0 3,1 6 0,-1 0 1,0 0 1,-1-1 12,-5-5 1,5 4 7,-5-4 0,-1 4 27,2 2-39,-1 0 1,7 0-12,-1 0 0,-5 0 10,-1 0 0,-5 0-13,6 0 1,-7 0 38,7 0 0,-8 0 36,11 0 13,-5 0-93,7 0 27,1 0 0,-7 0-75,1 0 1,-6 0 49,5 0 0,-5 0-8,6 0 1,-7 0 9,7 0 0,-6 0-9,5 0 1,-5 0-5,6 0 19,-1 0 0,7 0-33,-1 0 1,-5 0 17,-1 0-22,1 0 1,5 0 14,0 0 29,1 0 0,-1 0-5,1 0 0,-7 0 0,1 0 0,-1 0-5,7 0 1,-7 0 2,1 0 0,-6 0 142,5 0-126,1 0-11,5 0 1,-5 0 17,-1 0-138,-7 0 29,12 0-19,-14 0 20,5 0-26,-7 0-2280,0 0 2393,-7 0 0,-3-8 0,-7-1 0</inkml:trace>
  <inkml:trace contextRef="#ctx0" brushRef="#br0" timeOffset="1">9538 6814 7943,'-8'9'0,"6"-1"0,-7-2-976,3-1 552,4 1 157,-6-6 299,1 0-14,5 0 102,-6 0-56,8 0 146,0 0-189,8 0 1,-5-6-20,9 1 0,-8-3-20,2 2 127,3 4-61,-7-5 1,8 5 24,-4-4-31,-4 4-48,5-6 0,-5 8 63,4 0 4,-4 0-13,6 0-19,-8 0 460,0 0-399,7 0 27,-5 0-34,6 0 9,-8 0-34,0 0-26,8 0-6,-6 0 1,7 0 19,-3 0 29,-4 0 1,8 0-41,-4 0 0,-3 0-16,9 0-21,-8 0 0,9 2-4,-7 4 28,8-4-15,-5 6 0,9-8-19,-1 0 0,-5 0-36,-1 0 19,1 0 1,5 0 25,1 0 0,-1 0-4,0 0 0,1 0 47,-1 0 0,-5 0 4,-1 0 1,1 0-15,5 0 0,1 0 6,-1 0 0,0 0-12,1 0 1,-1 0 29,0 0-28,1 0 1,-1 0 3,1 0 0,-1 0-35,0 0 1,1 0 28,-1 0 1,-5 0-2,-1 0 0,1 0-2,5 0 1,1 0 25,-1 0 5,0 0 1,1 0 1,-1 0 1,0 0-29,1 0 1,-1 0 8,1 0 1,-1 0-63,0 0 0,1 0 23,-1 0 1,0 0-4,1 0 0,-1 0 10,1 0 1,-1 0-7,0 0 0,-3 0-6,3 0 11,-3 0 30,19 0 1,-14 0-13,4 0-17,4 0 0,-8 0-2,4 0 0,-3 0-1,-3 0 1,1 0 2,-1 0 1,0 0-2,1 0 0,-1 0-9,0 0 1,1 0-1,-1 0 1,1 0-2,-1 0 1,0 0 5,1 0 55,7 0 1,0 0-29,4 0 1,-4 0 7,-8 0 0,1 0 8,-1 0 0,0 0 8,1 0 1,-1 0-35,1 0 0,-1 0 2,0 0 1,1 0-13,-1 0 0,0 0 19,1 0 0,-1 0-44,0 0 1,1 0 35,-1 0 1,1 0 10,-1 0-26,0 0 1,1 0-1,-1 0 1,2 0 9,5 0 0,-5 0-1,4 0 0,-4 0-15,-1 0 0,-1 0 15,0 0 0,1 0-25,-1 0 0,6 0 59,1 0 0,1 0 2,-2 0 0,-4 0 21,4 0 1,-1 0 12,1 0 0,-2 0-54,8 0 1,-8 0 7,2 0 0,2 0-63,-1 0 0,4 0 68,-4 0 1,1 0-119,-2 0 1,-4 0 70,4 0 0,-1 0-15,1 0 1,-4-6 1,4 0 0,-3 0-3,-3 6 0,2 0 18,4 0 0,-9-6 1,3 1 0,-3-1 76,3 6-73,1 0 0,-1 0 18,0 0 0,-5 0-14,-1 0 0,-5 0 3,6 0 5,-8 0 0,5 0 11,-3 0-20,-4 0-4,6 0-1,-8 0-80,0 0 20,-8 0-91,6 0-74,-6 0 0,6 6-125,-3-1 131,3 1-556,-6-6-249,8 0 1028,0 0 0,0-8 0,0-1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5143 8934 8117,'17'0'-1100,"-5"0"665,-1 0 37,-7 0 287,4 0 105,-1 0-26,-5 0-16,6 0 8,-8 0 1275,0 0-1123,8 0-53,-6 0 0,5 0 42,1 0-7,-6 0 17,14 8-14,-7-6-193,9 5 161,-1-7-117,0 0 1,1 6 54,-1 0 1,0 0-8,1-6 0,-7 2 28,1 4 1,0-5-7,5 5 0,0-4 61,1-2 1,-1 0-59,0 0 1,1 0 17,-1 0 0,2 0-38,5 0 1,-5 0 1,4 0 1,-4 0-7,-1 0 0,-1 0-8,0 0 0,7 0 13,-1 0 0,0 0-12,-6 0 1,1 0-11,-1 0 1,0 0 17,1 0-2,-1 0 1,1 0 2,-1 0 1,0 0 13,1 0 22,-1 0 1,0 0 44,1 0-59,-1 0 0,1 0 4,-1 0 0,0 0-21,1 0 0,-1 0 15,0 0 0,-5 0-22,0 0 0,-1 0 31,7 0 0,-1 0-2,0 0 1,1-2-12,-1-4 0,0 5 1,1-5 1,5 4-9,0 2 0,0 0 1,-5 0 0,-1 0-9,0 0 0,7-2 18,-1-4 0,6 4-42,-6-4 0,2 4 32,-2 2 1,-2 0 14,8 0 1,-6-2 5,6-3 1,-7 3 6,1-4 0,2 4-34,-2 2 0,6 0 1,-6 0 0,2 0-3,-2 0 0,-3-2 17,3-4 1,-2 4-41,2-3 0,-3 3 44,3 2 1,-2 0-5,2 0 1,-3 0-12,3 0 0,-4 0 3,-2 0 1,-3 0-9,3 0 1,-9 0-1,9 0 1,-3 0 3,3 0 1,-5 0-2,-1 0 1,1 0-36,5 0 28,1 0 0,-1 0-4,0 0 1,1 0 15,-1 0 1,1 0 2,-1 0 0,0 0-11,1 0 0,-1 0 1,0 0 0,1 0-2,-1 0 1,3 0 3,3 0 1,-4 0-31,4 0 0,-4 0 10,-1 0 1,-1 0-6,1 0 1,-1 0 17,0 0 1,1 0-3,-1 0 1,2 0 22,5 0 1,-5 0 3,4 0 1,-4 0-16,-1 0 1,-1 0-6,0 0 0,1 0-18,-1 0 1,1 0 38,-1 0-73,8 0 0,-6 0 45,4 0 0,-3 0-16,-3 0 19,1 0 0,-1-6-3,0 0 1,-5 0 11,-1 6 1,1 0-13,5 0 0,-5 0 38,0 0-7,-1 0 1,7 0 25,-1 0-3,0 0 1,1 0 11,-1 0 0,0-6-17,1 1 0,-1-1 48,1 6-102,-1 0 0,0 0 39,1 0 1,-1 0-37,0 0 0,1 0-11,-1 0 0,6 0-13,0 0 1,1 0 6,-7 0 1,0-2-4,1-4 0,5 4 10,0-4 1,6 5 3,-6 1 0,2 0 18,-2 0 0,-1 0-13,7 0 1,-8-2 9,2-4 0,2 4-20,-2-4 1,2 4 1,-1 2 0,-5 0-46,4 0 0,-4-2-13,-1-4 0,5 4 20,0-3 0,0 3-9,-5 2 0,-1 0 85,0 0 0,1 0-58,-1 0 1,0 0 52,1 0 1,-1 0-10,1 0 0,-1 0 97,0 0 0,1 0-65,-1 0 1,0 0 6,1 0 0,5 0-32,0 0 0,2 0-10,-2 0 1,-3 0-1,3 0 1,2 0 8,-2 0 1,6-6 13,-6 0 0,6 0-24,-6 6 1,6-2-3,-6-3 0,6 3-4,-5-4 1,-1 4 2,-6 2-17,8 0 0,0 0-6,4 0 0,-4 0-117,-7 0 129,-1 0 1,1 0 2,-1 0 0,-6 0 5,1 0 0,-6 0 1,5 0 50,-7 0 18,4 0-50,-8 0-107,0 0-54,-8 0 58,6 0 1,-7 0-344,3 0 108,4 0 1,-8 0-144,5 0 148,3 0 0,-8 0 317,4 0 0,-3 0 0,-9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5004 11107 6155,'-2'9'-412,"-4"-3"412,4-4 0,-6-2 0,8 0 33,0 0 4,8 0-45,-6 0 109,6 0-91,-8 0 530,0 0-501,7 0-23,-5 0-51,6 0 64,-8 0 591,0 0-541,8 0-7,-6 0-21,5 0 1,-5 0 25,4 0-49,-4 0 0,8 0 32,-5 0 24,-3 0-41,14 0 0,-12 2 14,7 4 0,-5-4-19,6 4 0,-7-5 13,7-1 0,-6 0-6,5 0 0,-5 0 50,6 0 1,-6 2-32,5 4 1,-5-4 14,5 4 0,-5-4-50,6-2-20,-1 0 0,1 0-123,0 0 151,-1 0 1,1 0-54,-1 0 1,-5 0 4,6 0-14,-8 0 70,11 8 0,-11-6-7,7 3 1,-5-3 81,6-2 22,-8 0-54,11 0 0,-11 0-46,8 0 1,-7 0 1,7 0 0,-6 6-26,5 0 1,-5 0-12,6-6 1,-7 0-11,7 0 1,-6 0-12,5 0 1,-5 0-2,6 0 1,-6 0-4,5 0 0,-5 0 26,6 0 0,-7 0 1,7 0 3,0-8 1,5 6-9,0-4 1,-5 4 1,-1 2 1,1-2-6,5-3 0,-5 3-3,0-4 1,-1 4 108,6 2-49,1-8 0,-1 6 1,1-4 0,-1 3-38,0-3 0,-5 4-15,0-4 1,-1 4-9,6 2 1,-5-2-9,0-4 1,-7 4-20,7-3 2,0 3 0,5 2 21,0 0 4,-7 0 1,5 0 58,-3 0 0,-2-2-49,1-4-6,-7 4 8,12-6 3,-7 8-9,9 0-15,-1 0 1,0 0 0,1 0 1,-7 0-26,1 0 31,-1 0-14,7 0 16,-1 0 1,1 6-1,-1 0 1,-5 0 19,-1-6 1,1 0 2,5 0 0,-5 0 58,-1 0-30,1 0 0,5 0-49,1 0 0,-1 0 35,0 0-49,1 0 0,-1 0 25,0 0 1,1 0 7,-1 0-13,1 0 1,-1 0-6,0 0 0,1-2-2,-1-4 0,0 4 7,1-4 1,-1 4-6,1 2 1,-1 0 4,0 0 1,-5-2-2,-1-3 0,1 3-3,5-4 1,1 4-3,-1 2 1,1 0-15,-1 0 0,-6 0-2,1 0 0,0 0 7,5 0 3,0 0 1,1 0 101,-1 0-97,1 0 0,-1 0 251,0 0-219,1 0 1,-1 0 44,0 0-55,1 0 1,-1 0 20,1 0-40,-1 0 1,0 0-9,1 0 0,-1 0-34,0 0 0,-5 0 47,0 0 1,-1 0 99,6 0-97,1 0 1,-1-2 5,1-4 0,-1 4 1,0-4-7,1 5 1,-1 1-10,0 0 1,1-6-4,-1 0 0,1 0-49,-1 6 0,-5 0 55,-1 0 0,1 0-29,5 0 0,-5 0 17,-1 0 0,1 0-27,5 0 1,-5 0 21,-1 0 1,1 0-1,5 0 0,-5 0-27,0 0 18,-1 0 0,6 0 15,1 0-7,-1 0 0,1 0 27,-1 0 1,-5 0 77,-1 0-36,1 0 1,5 0 4,0 0-20,1 0 0,-1 0 26,1 0 0,-1 0-2,0 0 1,1 0-86,-1 0 1,-5 0 59,-1 0 0,7 0-82,5 0 0,0 0 21,-6 0 1,1 0-15,-1 0 0,0 0 9,1 0 1,-1 0-9,1 0 0,1 0 24,4 0 1,-4 0-3,4 0 1,-3 0 57,-3 0 1,1 0-55,-1 0 1,6 0 99,0 0 0,0 0-71,-5 0 0,1 0 10,4 0 0,-3 0-6,3 0 0,-2-6 2,2 1 1,-4-1-15,5 6 0,-5-6-1,-2 0 1,1 0-140,-1 6 0,-5 0 70,-1 0 0,1-2 35,5-3 1,0 3 16,1-4 0,-1 4-2,1 2 0,-1 0 5,0 0 0,1 0 6,-1 0 1,0 0-6,1 0 0,-1 0 12,1 0 1,-1 0 3,0 0 0,-1 2-14,-5 4 1,5-4-12,-5 3 0,5-3 0,1-2 0,1 0-3,-1 0 1,0 0 11,1 0 1,-7 0-3,1 0 0,-1 0 1,7 0-3,-1 0 12,1 0 0,-1 0-9,0 0 1,-5 0 7,-1 0 0,-5 0-3,6 0-2,-1 0 1,7 0-5,-1 0 0,1-2-1,-1-3 0,-5 3 2,-1-4 1,1 4 1,5 2 1,0 0 1,-5 0-3,0 0 0,-3-2 3,3-4 0,-3 4-2,-3-3 1,-4 3 0,14 2 0,-14 0-126,5 0 116,-7 0-733,0 0 0,-7 0 0,-3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5195 13401 7844,'11'0'-1715,"1"0"1715,-8 0 0,5 0 0,-3 0 0,-4 0 0,6 0 0,-8 0 0,2 0-119,4 0 63,-5 0 0,7-2 140,-8-4-33,0 4 1,2-5-75,4 7 73,-4 0-52,6 0-24,-8-8-165,0 6 141,7-6 16,-5 8 1,6-2 128,-8-3-19,0 3 165,0-6-216,0 8 110,8 0-88,-6 0 1,5-2 51,-7-4-61,0 4-25,0-5 46,0 7 255,0 0-334,8 0 41,-6 0 22,6 0-5,-8 0 1,2 0 49,3 0 28,-3 0 19,14 0-45,-14 0 2,13 0-150,-5 0 136,7 0-147,1 0 104,-1 0-22,0 0 1,1 0-2,-1 0 0,-5 5 23,-1 1-28,1 0 0,5-6 7,1 0 1,-7 0-30,1 0 0,-1 0 45,7 0-39,-1 0 0,0 0 20,1 0 1,-1 0-4,0 0 0,1 0-5,-1 0 1,1 0 3,-1 0 0,-3 0-2,3 0 1,-9 0 2,9 0 0,-4 0 58,5 0 0,-1 0-53,1 0 0,-1 0 34,0 0 1,-5 0-37,0 0 1,1 0-1,10 0 1,-9 0-34,3 0 0,-3 0-6,3 0 1,6 0-12,0 0 1,0-2 39,-5-4 0,-1 4 49,1-4 1,5 5-58,0 1 1,6-6 46,-6 0 0,2 0-21,-2 6 0,-1-2 6,6-4 0,-6 4-16,1-3 0,2 3 0,-2 2 1,2 0-9,-2 0 0,-3-2-10,3-4 0,-4 4-13,-1-4 1,1 4 20,4 2 0,-4 0 11,4 0 0,-3 0-19,-3 0 1,1 2-3,-1 4 1,0-4 6,1 4 1,-7-4-2,1-2 0,-1 6-2,7-1 1,-1 3-4,1-2 1,-1-4 9,0 4 0,1-4-13,-1-2-8,0 0 1,1 5-10,-1 1 1,1 0-34,-1-6 56,0 0 1,1 0-4,-1 0 0,0 0 6,1 0 1,-1 0 0,0 0 1,1 0 41,-1 0 1,1 0-49,-1 0 1,0 0 22,1 0 1,5 0-11,0 0 1,2 0-2,-2 0 0,-1 0 0,7 0 1,-6 0-4,6 0 1,-2 0-4,2 0 1,3 0-1,-3 0 0,-2-6-1,2 0 0,0 1 3,6 5 1,-6 0-26,0 0 0,-2-6 20,2 0 0,4 0-1,-4 6 1,-2 0-5,2 0 1,-6-6-4,6 1 0,-6-1-16,6 6 1,-8 0-2,2 0 0,2 0-40,-1 0 1,5 0 50,-6 0 1,0 0-55,-6 0 0,6 0 69,1 0 0,5 0 3,-6 0 0,2 0-10,-2 0 0,-2 0 1,8 0 0,-6 6 7,6-1 0,-6 1 8,6-6 0,-2 6 11,2 0 1,4 0-19,-4-6 0,2 0-37,-2 0 0,4 0-9,-4 0 1,4 0-8,1 0 0,-5 0 47,0 0 1,0 0-6,6 0 1,0 0 1,-1 0 1,-1 0-1,-4 0 1,4 0 60,-4 0 1,4 0-61,2 0 1,-1 0 39,1 0 1,0 5-57,0 1 0,-3 2-1,-3-2 1,4-4 20,-4 3 1,2-3-6,-2-2 0,4 0 11,-4 0 0,2 0-3,-2 0 1,1 0 33,-6 0 0,6 0-36,-1 0 1,-2 0 96,2 0 0,-2 0-74,2 0 1,4 0 5,-4 0 0,2 0-62,-2 0 1,4 0-7,-4 0 1,2 0 23,-2 0 0,2 0-10,-8 0 1,6 0-92,-6 0 0,6 0 90,-6 0 1,6 0 11,-6 0 1,8 0 12,-2 0 0,-2 0 7,2 0 0,-6 0 30,6 0 1,-6 0 12,6 0 0,-6 2-34,6 4 0,-6-4 11,6 4 0,-5-4-8,4-2 0,-1 0-10,2 0 1,2 0-2,-7 0 1,4 0-4,-4 0 0,5 0-4,-6 0 0,2 0 23,-2 0 1,-2 0 0,8 0 0,-6 0 14,6 0 1,-7 0 6,1 0 0,-2 0 78,2 0 1,-4 0-114,5 0 1,-11 0 5,-1 0 0,-1 0-10,7 0-11,-1 0-6,0 0 1,1 0-41,-1 0 76,-7 0-15,5 0 0,-11 0-63,8 0 56,-8 0 0,5 0 3,-3 0-2,-4 0 0,8 0-1,-5 0-115,-3 0-16,6 0-128,-8 0 141,0 0 1,8 0-1,1 0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6029 6935 6711,'9'0'-744,"-1"0"647,-8 0 93,8 0-8,-6 0 14,5 0 0,-7 0 72,8 0 0,-6-2-65,4-4 154,-4 5 1,0-9-107,3 4 49,-3 4 0,6-8 75,-8 5 12,8 3-138,-6-6 0,11 6 58,-7-4-99,0 4 1,-4-5 99,4 7-121,-5 0 95,7 0-195,0-8 97,-6 6 0,8-6-35,-5 8 27,-3 0-11,6 0 51,0 0-22,-6 0 1,7 0 161,-3 0-88,-4 0 107,6 0-117,-1 0 0,-3 0 83,8 0-115,-8 8-16,11-6 1,-11 6 57,8-8 8,-9 0 117,13 0-129,-6 0-5,7 0 1,0 0-60,1 0 1,-7 0-3,1 0 1,-6 0-10,5 0-5,1 0 1,5 0 15,1 0 0,-7 0 8,1 0 0,-1 0-18,7 0 0,-7 0 8,1 0 1,-1 0 9,7 0 1,-7 0 13,1 0 0,0 0 4,5 0 0,0 0-16,1 0 0,-1 0 1,0 0 1,1 0-21,-1 0 1,-5 0 19,-1 0 0,1 0-58,5 0 0,1 0 42,-1 0 1,0 0-17,1 0 0,-1 0 31,1 0 0,-1 0-2,0 0 0,-5 0-2,-1 0 1,1 0 4,5 0 0,1 0 0,-1 0 1,-5-6-7,-1 0 1,1 0 27,5 6 0,1 0-32,-1 0 0,0 0 1,1 0 1,-1-2-12,0-3 0,1 3-4,-1-4 1,6 2 2,1-2 1,-1 4-2,-6-4 1,6 5-7,0 1 1,1 0 10,-7 0 1,0-6-6,1 0 0,-1 0 16,0 6 1,1 0 0,-1 0 1,1 0 16,-1 0 1,0 0 4,1 0 0,-5-2-13,5-4 0,-5 4 2,10-3 1,-9 3-17,-3 2 0,1 0 32,5 0-41,8 0 1,-5 0-1,3 0 1,-4 0-6,-1 0 0,-1-6 28,0 0 1,1 0 2,-1 6 1,0 0 2,1 0 1,-1-2 39,1-3-56,-1 3 1,0-6 8,1 8 1,-1-6-20,0 0 0,1 1-7,-1 5 1,-5 0-6,-1 0 0,1 0-3,5 0 1,-5 0-2,-1 0 1,-5 0 26,6 0 6,-1 0 116,7 0-126,-1 0 1,1 0-3,-1 0 1,-6 0 26,1 0-42,0 0 1,5 0 8,0 0 1,-5 0-8,0 0 1,-1 0 38,7 0-21,-1 0 0,0-6 169,1 0-166,-1 0 0,0 6 62,1 0-70,-1 0 1,1 0 0,-1 0 1,-6 0-56,1 0-20,0-8 26,5 7 0,0-7-17,1 8 1,-7 0-50,1 0 1,-6 0 50,5 0-258,1-8 161,5 6 1,1-6 27,-1 8 0,-5-5-226,-1-1-342,1 0 45,5-2 649,0 6 0,1-13 0,-1 5 0</inkml:trace>
  <inkml:trace contextRef="#ctx0" brushRef="#br0" timeOffset="1">9712 6796 8229,'9'0'-620,"-1"2"-77,-8 4 0,2-4 335,4 4 691,-4-4-281,6-2-13,-8 0 1,1 0-107,5 0 62,-4 0-13,6 0-19,-8 0 90,0 0 96,8 0 27,-6 0-19,5 0-12,-7 0-59,0 0 26,8 7-21,-6-5 12,6 6 6,-1-8-2,-5 0-2,14 0-65,-7 0 0,9 0-7,-1 0 1,-5 0-12,-1 0 1,1 0 4,5 0 0,-5 6 31,-1-1 0,1 1-18,5-6 0,1 0 18,-1 0 0,0 0-11,1 0 0,-1 0 2,1 0 0,-1 0-2,0 0 1,1 0-4,-1 0 1,0 0 46,1 0 0,-1 6 9,1 0 1,5 0 111,0-6 0,0 0-144,-6 0 0,1 0 32,-1 0 1,8 0-42,4 0 1,-4-2 2,-1-4 1,1 4-29,-2-4 1,8 2-33,-2-1 0,-2 3 26,2-4 0,-8-2-111,2 2 0,4-1 13,2 1 0,-4 4 91,-2-4 1,-2 2-43,3-2 0,-3 4 33,8-3 1,-8 3 6,2 2 1,-2-6 25,3 0 1,-3 0 15,8 6 1,-8-2-34,2-3 0,-3 3 13,-3-4 0,6 4-53,0 2 0,0-2 39,-5-4 1,-1 4-24,1-3 0,-1 3 2,0 2 1,1 0-6,-1 0 0,0 0 20,1 0 1,-1 0 35,0 0-63,1 0 0,-1 0 32,1 0 33,-1 0 1,0 0-41,1 0 1,-7 0 42,1 0 0,-1 0 49,7 0-47,-1 0 0,1 0-46,-1 0 1,0 0 1,1 0 0,-1 2 29,0 3 0,1-3 34,-1 4-93,1-4 1,-1-2 38,0 0 1,1 0-29,-1 0 0,-5 0-3,-1 0 6,1 0 0,5 0-7,1 0-4,-1 0 0,0 0-6,1 0 1,-7 0-20,1 0 9,-1 0 0,7 0 23,-1 0 0,-5 0 4,-1 0-3,1 0 0,5 0 0,1 0 0,-7 0 16,1 0 1,-1 0 3,7 0 0,-1 0-13,1 0 1,-1-2 0,0-4 1,1 4-7,-1-3 5,0 3 1,3 2-6,3 0 0,-4-2 24,4-4 1,-3 4 1,-3-4 1,-3 4 7,3 2 1,-4-6 5,11 1 0,-9-1-46,2 6 1,-7 0 24,13 0 0,-13-6-35,7 0 0,-3 0 32,3 6 1,1 0-36,-1 0 0,-6 0 20,1 0 0,-6 0-6,5 0 0,-5 0 19,6 0 13,-8 0-25,11 0 1,-11 0 1,8 0-59,-9 0 0,7 0 54,-4 0-67,-4 0-69,6 0-23,-1 0-111,-5 0-350,6 0-53,-8 0-1617,0 0 2292,-8 0 0,-1 0 0,-9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5212 9021 7706,'10'0'-1456,"-3"0"1299,-7 0 181,8 0-6,-6 0 14,6 0-4,-8 0 1287,0 0-1254,0 8 16,0-6-10,0 5-5,0-7 28,0 0-18,8 0-3,-7 0-36,7 0 0,0 0 8,-6 0 1,7 0 37,-3 0-43,-4 0 1,8 6 40,-4 0-14,-4 0-29,13-6 0,-11 0 43,7 0-54,-7 0-12,12 0 1,-12 5 23,7 1 1,-5 0 25,6-6 38,-9 0 3,13 0-26,-6 8 0,1-6-37,1 4 0,-7-5-62,7-1 0,-6 0 20,5 0 0,-5 2-4,6 4 0,-6-4-4,5 4-9,-7-4 1,11-2 16,-3 0 1,-2 0-9,1 0 0,-5 6 47,6-1 1,-7 1-34,7-6 1,-6 0 99,5 0 0,-5 0-68,6 0-11,-1 8 0,7-6-22,-1 4 0,-5-4-3,-1-2 0,1 0 13,5 0 1,-5 0-7,-1 0 0,1 0 11,5 0 0,1 0-11,-1 0 0,0 0 29,1 0 1,-1 0-34,1 0 1,-1 0 3,0 0 0,3 0 8,3 0 0,-4-6-1,4 0 0,-9 0-18,-3 6 0,7 0 15,5 0 1,-6 0-17,-5 0 1,-1-6 11,7 1 1,-1-1-21,1 6 0,-1 0 12,0 0 1,1 0-4,-1 0 3,0 0 1,1-6-3,-1 0 1,1 0 11,-1 6-8,0 0 1,1 0-1,-1 0 1,0-1 0,1-5 0,-1 4-2,1-4 1,-1 4-1,0 2 1,1 0 0,-1 0 0,0-6-1,1 0 1,-1 1-1,1 5 1,-1 0-8,0 0 0,1 0-1,-1 0 1,0 0 5,1 0-3,-1 0 39,8-8 1,-5 6 10,3-4 1,-4 4 9,-2 2 0,1 0-37,-1 0 1,1 0 7,-1 0 0,0 0-11,1 0 1,-1 0-11,0 0 0,1 0 11,-1 0 1,1-5 4,-1-1 1,6 0-21,0 6 0,0 0-5,-5 0 1,1-6-6,4 0 1,-3 1 5,3 5 0,-4-6 0,-2 0 1,3 0 0,3 6 0,-4 0-2,4 0 0,-1 0-44,1 0 0,-4-6 43,4 1 1,2-1-18,-2 6 1,1 0 9,-7 0 1,6 0-3,0 0 1,2-6-29,-1 0 1,-5 0-4,4 6 1,2 0 31,-2 0 0,6 0 2,-6 0 1,2 0 32,-1 0 0,-3 0-39,8 0 1,-6 0 22,6 0 1,-6 0-3,6 0 1,-6 2 6,6 4 0,-8-4-4,3 4 0,1-4-2,-2-2 0,6 2-12,-6 4 0,6-5-3,-6 5 0,2-2-32,-2 2 1,-1-4 33,7 4 1,-8-3 3,2 3 0,-2-4 1,2 4 1,-1-4 1,7-2 1,-6 0 27,6 0 0,-8 0 6,2 0 1,-2 0-8,2 0 1,-1 0-18,7 0 0,-8 0-11,2 0 1,-2 2 12,2 4 0,-3-4-45,3 3 0,-2-3 35,2-2 1,-1 0-5,7 0 1,-8 0-16,2 0 1,2 0-4,-2 0 1,6 0 15,-6 0 1,6 0 2,-6 0 0,6 0 7,-5 0 1,6 0-12,-1 0 1,-2 0 30,2 0 1,-5 0-25,4 0 0,-4 0 0,5 0 1,0 0 1,5 0 0,-5 0 0,0 0 1,-6 0 10,6 0 1,0 0 3,6 0 0,-6-5 5,0-1 0,-6 0-15,6 6 1,-2 0-11,2 0 1,-4-6 11,-7 0 0,1 1 2,4 5 1,-10 0 2,5 0 0,-5 0 0,5 0 0,-7 0 1,1 0-3,0 0 32,5 0-20,0 0 1,1 0-19,-9 0 0,1 0-2,-4 0 1,-4 1-10,3 5-3,-3-4 0,-2 6 9,0-8-629,0 0 459,-7 0 0,5 2-297,-4 4 151,4-4-143,2 5-229,0-7 687,0 0 0,-8 0 0,-1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5125 11159 6590,'8'10'-754,"-6"-3"777,6-7 0,-7 0-3,5 0 2,-4 0-46,6 0 46,-8 0 795,0 0-779,8 0-20,-6 0 1,5 0 12,-7 0-4,8 0-4,-6 0 8,13 0 43,-13 0-54,14 0 1,-9 2 3,5 4 1,-2-4 17,-4 4 1,-3-4 52,9-2-68,-8 0 1,11 0 0,-3 0 0,-3 0-54,3 0 0,-6 0 52,5 0 0,1 0-32,5 0 0,-5 0 14,0 0 1,-1 0-3,7 0 1,-1 0 15,0 0 0,6 0 0,1 0 1,1 0-15,-2 0 0,-2 0 2,8 0 0,-6-2-4,6-4 1,-2 4 9,2-4 1,2 4-38,-8 2 1,6-6 17,-6 1 0,6-1-3,-6 6 0,6 0 2,-5 0 0,-1 0-3,-6 0 1,2 0 37,5 0 1,-5-6-30,4 0 0,-9 0 114,-3 6 0,3 0-99,9 0 1,-4-1 8,4-5 0,-9 4-23,-3-4 0,3 4-1,9 2 1,-4 0 4,5 0 0,-5-2-5,-2-4 1,1 4 3,-1-3 0,0 3-8,1 2 0,-1-2-5,0-4 1,3 4 11,3-4 0,-4 4-15,4 2 1,-3 0 8,-3 0 1,6 0-2,0 0 1,2 0-1,-1 0 1,-5 0-3,4 0 0,-2 0-3,3 0 1,-5 0 5,4 0 0,2 0-12,-2 0 1,0 0 10,-5 0 1,5 0-56,0 0 1,0 0 53,-5 0 1,1 0-3,4 0 0,-4 0 44,5 0 1,-3 0 2,2 0 1,-4 0 11,4 0 1,3 0-47,-3 0 0,2 0 2,-2 0 1,-2 2 20,8 4 1,-6-4-53,6 4 0,-7 1 22,1-1 1,2 0-8,-2-6 1,6 0 5,-6 0 1,6 0-8,-6 0 0,2 2-4,-2 4 1,3-4 11,2 4 1,0-5-5,-5-1 1,-2 0 3,8 0 1,-6 0 25,6 0 0,-8 0-3,2 0 1,2 0 3,-1 0 1,5 0 0,-6 0 1,0 0 5,-6 0 1,6 0-39,1 0 1,5 0 20,-6 0 0,0 0-56,-6 0 0,1 0 51,-1 0 1,6 0-59,0 0 0,1 0 30,-7 0 1,6 0-8,0 0 1,0 0 11,-5 0 1,-1 0-1,1 0 0,5 0-18,0 0 1,0 0 16,-6 0 1,3 0 13,3 0 1,-2 0-11,8 0 0,-8 0 10,2 0 0,4 0-10,2 0 0,-2 0 3,2 0 0,-2 0 4,2 0 0,2 0 2,-8 0 0,8-1 0,-2-5 1,-4 4 0,-1-4 0,1 4 10,-2 2 1,6 0-15,-6 0 1,0 0 11,-6 0 1,1 0-2,-1 0 0,1 0 2,-1 0 1,0 0-11,1 0-2,-1 0 1,0 0-15,1 0 17,-1 0 1,1 2-11,-1 4 0,-5-4 7,-1 4-9,1-5 7,5-1 1,0 0 0,1 0-2,-9 0 0,7 0-112,-14 0 0,7 0 95,-3 0-119,-4 0-27,6 0-13,-8 0 44,0 0 1,-8 0-1,-1 0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5195 13384 5737,'9'0'0,"-1"0"0,-8 0 0,0 0 0,8 0 0,-6 0 0,5 0 0,-7 0 32,0 0 2,8 0 72,-6 0 21,6 0-91,-8 0-27,0 0 35,8 0-50,-7 0-5,7 0-21,-8 0-8,0 0 33,8 0 6,-6-8 1,6 6 0,-8-6 31,0 8 1,1 0 40,5 0 11,-4 0-19,6 0-28,-8 0 1,2 0 11,4 0 0,-4 0 25,5 0-49,1 0 1,-4 0 9,7 0-14,-7 0-5,12 0-4,-7 0-7,9 0 0,-1 0 27,1 0 0,-7 0-1,1 0 1,-1 0 24,7 0 1,-7 0-37,1 0 1,1-2 0,10-3 1,-7 3 2,7-4 1,-7 4 0,7 2 1,-4-2-21,-2-4 0,1 4-8,-1-4 0,0 5 30,1 1 0,-1 0 0,1 0 1,-1 0 10,0 0 1,1 0-21,-1 0 1,0 0-35,1 0 0,-1 0 26,1 0 0,-1 0-1,0 0 0,1 0-19,-1 0 0,0 0-9,1 0 1,-7 0-10,1 0 1,0 0-12,5 0 0,0 0 34,1 0 0,-1 0-6,0 0 1,-5 0 19,0 0 0,-1 0-8,7 0 0,-1 0 2,0 0 1,1 0-12,-1 0 0,0 0 3,1 0 0,-1 0 41,1 0 0,1 0-1,4 0 1,-4 5 56,5 1 0,-5 0-77,-2-6 1,1 0 11,-1 0 1,6 0-24,0 0 0,0 0-3,-5 0 0,-1 0 19,1 0 1,5 0-6,0 0 1,6 0 11,-6 0 1,2-2-4,-2-4 0,-2 4-9,8-4 1,-5 5-2,5 1 1,-6 0-70,6 0 1,-2 0 73,2 0 0,3 0-5,-3 0 1,2 0 7,-2 0 1,10 0-5,-4 0 0,-3 1 3,-3 5 0,0-4 7,6 4 0,0-4-44,0-2 0,-1 0 27,1 0 1,-2 0-72,-4 0 1,8 0 54,-9 0 0,9 0-13,-8 0 1,4 0 11,2 0 1,-1 0 3,1 0 0,0 0 35,0 0 0,-6 0 9,0 0 1,5 0-3,7 0 1,-6-2-33,-6-4 1,0 4-5,5-4 0,1 5-25,0 1 1,-2 0-7,-4 0 1,3 0 22,-3 0 0,4 0-9,2 0 1,0-6 8,-1 0 1,-5-2-7,0 2 0,4 4 16,2-3 0,3 1-12,-9-2 1,4 4 15,2-4 0,4 4 4,-5 2 1,5-5 1,-10-1 1,4 0-5,1 6 0,7 0 1,0 0 1,-7 0 7,-5 0 0,0 0 4,6 0 0,5-2-11,1-4 1,0 4-1,-7-3 1,1 3-28,0 2 1,0-6-12,-1 0 0,1 0-6,0 6 0,0-2-25,-1-3 0,1 3-9,0-4 0,-6 4 4,0 2 0,0 0-12,5 0 0,-5 0 33,0 0 0,-6 0-6,6 0 1,-2 0 113,2 0 1,2 0-4,-8 0 0,8 0-22,-2 0 0,-2 0-12,2 0 0,-6 0 19,6 0 0,-7 0-30,1 0 0,4 0 5,2 0 0,-4 0-39,-2 0 0,2 0 30,-2 0 0,6-2-20,-6-4 1,6 4 4,-5-4 0,1 4 0,-2 2 1,-4 0 17,4 0 1,-1 0 1,1 0 0,-4-5 44,4-1 0,-4 0-49,-1 6 1,5 0 12,0 0 0,0-2-7,-5-4 1,-1 4 40,0-3 0,1 3-21,-1 2 0,2 0 6,5 0 1,-5 0-30,4 0 0,-4 0-3,-1 0 0,-1 0-13,1 0 1,-1 0-5,0 0 0,1 0-16,-1 0 35,0 0 0,1 0-93,-1 0-23,-7 0-75,5 0 1,-11 0 57,8 0-189,-8 0 74,3 0-9,-7 0 1,-2 0 27,-3 0 1,1 0 62,-8 0 148,8 0 0,-11-8 0,5-2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6011 6848 6035,'0'10'-69,"0"-2"66,0-8 1,0 0 4,-8 7 70,7-5 1,-9 6-48,4-8 12,4 0-15,-6 0 0,8 0 108,0 0-103,-7 0 61,5 0-24,-6 0 9,8 0-70,0 0-3,0 8-6,0-6-12,0 5 7,0-7 27,8 0 6,-6 0 0,7 0-17,-3 0 50,-4 0-19,14 0 0,-13 0 52,9 0-28,-8 8 9,11-6-43,-5 6 0,7-8-2,1 0 1,-7 0-29,1 0 1,-6 0 2,5 0 0,-5 6-17,6-1 12,-1 1 0,7-6-16,-1 0 18,0 0 0,1 6-3,-1 0 1,0 0-1,1-6 1,-1 0 5,1 0 1,-1 0-1,0 0 0,1 0 8,-1 0 0,2 1 44,5 5 0,-5-4-4,4 4 1,-4-4 8,-1-2 0,-1 0-20,0 0 1,1 0 6,-1 0 1,1 0 4,-1 0 1,6 0-19,0 0 0,2 0-19,-1 0 0,-3 0 6,8 0 1,-2 0-50,2 0 0,3 0 30,-3 0 0,4-6-8,2 0 0,0-1 21,0 1 0,1 2 1,5-8 1,-5 9-20,5-3 1,-4-2 4,-3 2 0,3-2 1,4 3 0,-5 3 10,5-4 0,-5 4-3,-1 2 1,0-6 17,0 0 1,-6 1 1,0 5 1,0-6-18,5 0 0,-1 0 1,-4 6 0,4 0 3,-4 0 0,2-6 1,-2 1 0,-2-1 12,-4 6 0,-4 0-17,4 0 0,2 0-5,-1 0 1,-1 0-11,-6 0 1,-5 0 2,-1 0 0,1 0-4,5 0 2,1 0 1,-1 0-18,0 0 23,1 0 1,-1 0-16,1 0 13,-1 0 1,0 0-2,1 0 1,-7 6 8,1-1 2,-1 1 18,7-6 4,-1 0 98,1 0-108,-1 0 6,0 0 1,-5 0-8,-1 0-11,1 0 1,0 0-10,-1 0 1,-5 0-7,6 0 0,-7 0-30,7 0 0,-6 0-100,5 0 1,-5 0-144,6 0 202,-8 0 0,9-2-25,-7-3 1,2 3-6,-3-4 1,-1 4-124,8 2 230,-8 0 0,11-8 0,-5-1 0</inkml:trace>
  <inkml:trace contextRef="#ctx0" brushRef="#br0" timeOffset="1">10059 6953 6104,'10'0'-101,"-2"0"93,-1 0 3,-5 0 3,14 0 4,-14 0 5,13 0-3,-13 0 142,13 0-135,-13 0-2,14 0-2,-14 0 1,7 0 15,-3 0 2,-4 0 1,8 0 21,-4 0-44,-4 0 0,7 0-9,-3 0 44,-4 0-20,13 0 1,-5 0-21,7 0 1,1 0-3,-1 0 10,0 0 0,7 0 1,-1 0 0,2 0 19,-2 0 0,-2 0-17,8 0 0,0 0-12,6 0 1,0-6 10,-1 0 1,1 0-10,0 6 0,5 0 1,1 0 0,1 0-3,-1 0 0,-2 0-1,7 0 1,-7-6-3,1 1 0,-1-1 2,1 6 0,-3 0 2,3 0 1,-3 0 28,-2 0 1,0-6-26,-1 0 1,7 0 2,-1 6 0,-1 0 11,-10 0 0,6 0 2,0 0 1,-1 0 35,7 0 1,-5 0 5,-1 0 1,0-2-22,0-3 0,-1 3 2,1-4 0,0 4-59,0 2 1,-1 0 45,1 0 1,0-6-34,0 0 0,-1 1 1,1 5 0,0-6-9,0 0 0,-3 0 42,-3 6 1,4-6 6,-4 1 0,4-1 1,2 6 1,-2 0 8,-4 0 1,1 0-62,-6 0 1,1 0 38,-2 0 1,-4 0-224,4 0 159,-3 0 0,-3 0 16,0 0 2,1 0 1,-1 0-22,1 0-6,-1 0 0,0 2-29,1 4-15,-1-4 1,0 5 65,1-7 1,-7 6 32,1 0-21,-1 0 1,7-6-4,-1 0 0,-5 0 31,-1 0 1,-5 5 39,6 1-44,-8 0 21,11-6-184,-13 0 148,13 0-249,-13 0 142,6 0 1,-6 0 112,4 0 0,-4 8 0,5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11831 8899 7975,'10'0'-796,"-2"0"1,-6 6 940,3 0-285,-3 0 70,6-6 62,-8 0 135,0 0-95,-8 0 32,6 0 40,-5-8 7,7 6 19,0-6 17,-8 8-56,6 0 7,-6 0-59,8 0 252,0 0-297,8 0 1,0-2-8,3-3 1,-1 3 8,-4-4 0,-2 4-2,7 2 1,-5 0 9,6 0 3,-1 0-7,7 0 0,-1 0 1,0 0 0,-5 0 2,-1 0 1,1 0 19,5 0 0,-5 0 2,0 0 1,-1 0 19,7 0 0,-7 0 7,1 0 0,-1 6-24,7-1 0,-7 1 41,1-6 0,-1 0 1,7 0-36,-1 0 1,1 0-57,-1 0 1,0 0 54,1 0 0,-1 0-79,0 0 0,1 0 31,-1 0 0,1 0-8,-1 0 0,0 0-23,1 0 1,-1 0-10,0 0 0,1 0 30,-1 0 0,6 0 8,0 0 0,1-6 4,-7 1 1,0-1 44,1 6 1,5-2 6,0-4 0,0 4 11,-5-4 1,1 5 14,4 1 0,-4-2-52,5-4 1,-5 4 7,-2-4 0,1 4 9,-1 2 1,0 0-2,1 0 1,-1-2-37,0-4 0,-5 4 29,0-3 0,-1 3-9,7 2 1,-1 0 19,0 0-11,1 0 0,-1 0-12,0 0 1,1 0 0,-1 0 1,-5 0-14,-1 0 1,1 6 16,5-1 1,-5 1-240,0-6 207,-1 8 1,6-6-12,1 4 0,-7-4 21,1-2 0,0 7 1,5-5 34,0 4 1,-5-2 6,-1 2 1,1-4-27,5 3 1,1-3-2,-1-2 1,1 0 1,-1 0 1,2 0-8,4 0 1,-3 6-5,3 0 0,-2 0-11,2-6 0,-1 0-5,6 0 0,-4 0 4,5 0 0,-8 0-3,2 0 0,4 0-24,2 0 0,-4 0 32,-2 0 1,2 0-28,-2 0 0,3 0 9,-3 0 0,-4 0 0,4 0 1,-2-6 22,3 0 1,-5 0 4,4 6 0,-4 0 0,-1 0 0,-1 0 4,1 0 1,-1 0 13,0 0 0,-5 0-22,-1 0 0,1 0 36,5 0 0,-5 0 24,0 0-28,-1 0 1,6 0-17,1 0 0,-1 0 1,1 0 1,-7 0-39,1 0 1,-1 0-6,7 0 0,-7 0-41,1 0 1,-1 0 63,7 0 1,-1 0-16,1 0 1,-5 0-18,4 0 1,-3 0-1,9 0 1,-4 0 30,-1 0 1,1 2 6,4 4 0,-3-4 4,3 4 0,-2-4 6,2-2 0,-2 0 5,8 0 1,-7 0-22,1 0 0,-2 0 9,2 0 0,-4 2-15,5 3 0,-5-3-4,-2 4 1,1-4 8,-1-2 1,2 0-2,5 0 1,-9 6 4,8 0 0,-13-1 1,7-5 1,-1 0 12,7 0-17,-4 0 1,6 0 6,-7 0 1,-1 0 8,0 0 0,1 0 0,-1 0 1,-2 2 3,-3 4 1,4-4 17,-5 4-2,5 4 0,1-7 6,0 9 0,-1-6-74,-5 5 1,5-7 48,-5 2 0,3-2-42,-3 2 0,5-4 29,-5 3 0,5-3-4,1-2 0,1 0-5,-1 0 0,0 0-4,1 0 0,-1 0 6,1 0 1,-1 0 5,0 0 1,6 0 9,1 0 0,-1 0-9,-6 0 1,6 0 3,0 0 1,6 0-5,-5 0 1,5 0 0,-6 0 0,6 0 0,-6 0 0,6-5 0,-6-1 1,8 0-28,-2 6 1,-2 0-5,2 0 0,0-6-19,5 0 1,-5 1 35,0 5 1,0-2-2,6-4 0,-2 4 3,-4-4 1,2 2 0,-8-2 1,6 5 9,-6-5 0,6 2 8,-6-2 1,6 4 0,-6-4 1,2 4-1,-1 2 0,1 0 3,4 0 1,-2 0-14,-4 0 1,-2 0 62,8 0 1,-2 0-58,2 0 1,-2 0 1,-4 0 0,-2 0-33,8 0 0,-2 0-6,2 0 1,-4 0 11,-7 0 1,5 0-8,0 0 1,6 0 18,-6 0 0,0 0-4,-5 0 0,5 0-24,0 0 0,6 0 3,-6 0 1,2-2 0,-2-3 0,-3 3 17,3-4 0,2 4 1,-2 2 1,2 0 28,-2 0 1,-1 0-33,7 0 1,-8 0 44,2 0 0,-4 0-40,-1 0 1,-1 0 110,0 0 1,1 0-40,-1 0 1,1 0-26,-1 0 0,0 0-16,1 0 1,-1 0-2,0 0 0,1 0-12,-1 0 1,2-6-8,5 0 0,-5-1-47,4 1 1,2 4 52,-2-4 1,6-2-65,-5 3 0,4-7 22,-4 6 1,7 1-6,-3 5 0,-1-6 29,2 0 1,-2 0-3,2 6 1,4 0 16,-4 0 1,-2 0-20,2 0 0,-2 0 41,2 0 0,2 0-34,-8 0 0,8-6 31,-2 1 1,-2-1 7,2 6 0,-8 0 4,2 0 1,3 0-17,-3 0 0,6 0 4,-6 0 0,0 0-11,-6 0 0,1 0 2,-1 0 0,0 0-23,1 0 0,-1 0 24,1 0 0,-7 0-180,1 0 153,-1 0-1,7 0 1,-1 2 6,0 3 0,-5-3-2,0 4 1,-7-2 12,7 2 0,-6-4 10,5 4 129,1-4-136,5 5 0,1-5 61,-1 4 0,-5-2-32,-1 2 1,1-4 3,5 3 1,-5-3-3,-1-2 1,1 0 2,5 0 1,1 0-19,-1 0 0,6 0 0,0 0 0,1 0-62,-7 0 0,0 0 60,1 0 1,5 0-285,0 0 1,-6 0-402,-5 0 666,0 0 0,5 0 0,0 0 0</inkml:trace>
  <inkml:trace contextRef="#ctx0" brushRef="#br0" timeOffset="1">9451 8934 6036,'0'10'629,"0"-3"-809,0-7 57,0 0 298,8-7-168,-6 5 1,7-6 121,-3 8 0,-2 0-64,8 0 1,-7 0-30,7 0 1,0-6-8,5 0 0,0 1-4,1 5 0,-1 0-26,1 0 1,7 0-14,4 0 0,3 0-41,3 0 0,0 0 62,0 0 1,7 0-42,4 0 0,10 2 8,2 3 0,6-1 3,-6 8 1,8-3 6,-3 3 1,3 4-3,-2-5 0,1-1 14,-7 1 1,2-7-5,-2 2 0,-4 2 137,4-2 0,-4 1-126,-2-1 0,2-4 38,4 4 0,-10-2-41,4 1 1,-11-3 8,-1 4 0,-3 2-25,-2-2 0,-2-1-8,-4-5 1,-4 6-1,-8 0 1,0 0-53,1-6-215,-1 0 230,-7 0-282,5 8 190,-13-6 153,-2 5 0,-9-7 0,-9 0 0</inkml:trace>
  <inkml:trace contextRef="#ctx0" brushRef="#br0" timeOffset="2">5021 8951 8210,'17'0'-1125,"1"0"652,-1 0 176,0 0 243,1 0 1,-7 0 9,1 0 36,-8 0 0,5-5-19,-3-1 33,-4 0-28,14 6 65,-14 0-44,13-8 273,-13 6-211,13-5 0,-11 7 10,8 0 1,-6 0 35,5 0-46,1 0 0,5 0-23,1 0 1,-1 0 4,0 0 1,1 0-87,-1 0 1,6 0 74,0 0 0,6 0-57,-6 0 0,8 0 46,-2 0 0,4 0-5,2 0 0,5 0 59,1 0 1,1 0 6,-1 0 0,-2-6 25,7 0 1,-6 0-62,7 6 1,-3-6 68,2 1 0,3-3-50,-9 2 0,7 4 2,-7-4 0,8-1-24,-1 1 0,-3 0-7,2 6 1,-5-6-42,5 1 1,-1-1-22,1 6 0,-2 0-95,-3 0 0,-2-6 91,7 0 0,-6 0-18,7 6 1,-9 0 37,3 0 1,1 0-17,-1 0 1,5 0 79,-5 0 1,1 0 6,-1 0 1,-3 0-27,9 0 1,-1 0 16,6 0 0,-5 0-15,-1 0 0,-6 0 16,7 0 1,-3 0-20,2 0 0,3 0 2,-9 0 0,1 0-18,-6 0 0,5-2-21,1-3 1,-1 3-7,-5-4 1,0 2 2,-1-2 0,-1 4-8,-4-3 1,2 3-13,-8 2 0,6-6-7,-6 0 1,6 0-43,-6 6 1,6 0 60,-5 0 1,5 0-25,-6 0 0,0 0 16,-6 0 0,1 0 32,-1 0 0,0 0-41,1 0 8,-1 0-5,1 0 5,-1 0 33,0 8-23,-7-6 19,5 6 0,-11-3-23,8 1 0,-8 0-93,3-6-7,1 0 1,-6 0-203,6 0-36,-8 0 89,0 0 1,0 0-1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4899 9734 5877,'0'9'-132,"0"-1"132,0-8 0,0 0 0,0 8 0,0-6 0,0 5 85,8-7-37,-6 0 1,6 2-92,-8 4 0,0-4 0,0 6 56,0-8 19,0 0 130,0 7-91,0-5 13,0 6-35,0-8 9,0 0-30,-8 0-5,6 0 103,-6 0-77,8 0 57,0 8-55,0-6 9,0 5-13,0 1-22,0-6 1,0 8-5,0-4 0,-2-4-1,-3 3 28,3 5 0,-6-6-2,8 7-26,0-7-23,0 12 1,0-12-1,0 7 0,0-5 6,0 6 0,0-7-2,0 7 22,0-8-6,0 11-24,0-5 22,0 7-16,0 1 0,0-7 2,0 1 1,0-6-5,0 5 0,0-5 57,0 6 3,0-9-23,0 13 12,0-6 8,0 7-11,0 0-40,8 1 1,-6-7 12,3 1 0,-3-6-6,-2 5 0,0-5 18,0 6-13,0-8 1,0 11 15,0-3 0,0-3 1,0 3 1,0-6-47,0 5 0,0-5 31,0 6 0,0-7-19,0 7 38,0 0-95,0 5 52,0 0 1,0 1-3,0-1 0,0-5 2,0-1 1,0-5 0,0 6 0,0-7 6,0 7 0,0 0 0,0 5 0,0 0 0,0 1 6,0-1 1,0-5 7,0-1-12,0 1 0,0 5-12,0 1 1,0-1 10,0 0 0,0-5-3,0 0 1,0-7 0,0 7 1,0-6-1,0 5 0,0 1 0,0 0-1,0-1 1,0-5 6,0 5 1,0-5 1,0 6 0,0-6-7,0 5 1,6-5 0,0 6 1,0-7 7,-6 7 1,0-6 5,0 5 0,0-5 18,0 6 2,0-1 1,0 1 44,0 0-38,0-1 1,0 1 7,0-1 0,0-5-45,0 6 0,0-7 21,0 7 0,2-6-116,3 5 0,-3-5 78,4 6 1,-4-6-11,-2 5 0,0-5 4,0 6 1,0-7-6,0 7 1,0-6 9,0 5 1,0-5 4,0 6 0,0-6 20,0 5 1,0-5-27,0 6 9,0-1 1,0 6-7,0 1 8,0-1 0,0-5-1,0-1 1,0-5 1,0 6 2,0-1 0,0 1 10,0 0-13,-8-1 1,6 7 6,-3-1 1,3-6-8,2 1-1,-8 0 3,6 5 0,-6 0 0,8 1 0,0-7 0,0 1 1,0-6-1,0 5 0,0-5-45,0 6 0,0-6 41,0 5 0,0-5-22,0 6 1,0-7 23,0 7 0,0-1-4,0 7 1,0-1 1,0 1 1,0-7 15,0 1 1,0-6 8,0 5 0,0-5-2,0 6-11,0-1-6,0 7 1,0-1-2,0 0 0,0-5-3,0-1 19,0 1 1,2 4 17,4-5-2,-4 5 1,6-7 6,-8 9 1,0-7-45,0 1 1,0-6 34,0 5-94,0 1 36,0 5 0,0 0-8,0 1 0,0-7 16,0 1-19,0 0 23,0 5 9,0 0 0,0 1 21,0-1 0,0-5-23,0-1 1,0-5 36,0 6-19,0-1 1,-2 5 15,-4-5-12,4 5-7,-6-7 1,8 9-6,0-1 1,0-5 0,0-1 1,0 1-51,0 5 1,0-5 46,0 0-21,0-1 1,0 6 20,0 1 1,0-7-3,0 1 37,0 0-13,0 5 0,0 0-12,0 1 0,0-7 6,0 1 0,0-6 15,0 5-7,8 1-31,-6 5 0,6 1 6,-8-1 1,0-5-7,0-1 4,0-7 1,5 12-12,1-5 11,0-3 0,-6 7-76,0-5 75,0 7 0,0-5-29,0 0 0,0-7 32,0 7 0,0-6-2,0 5 2,8-7 3,-6 12 1,5-7 10,-7 9-2,0-9 0,0 7 97,0-5-89,0-3-19,0 8 1,0-7 1,6 3-2,0-1 1,0-5 37,-6 6 1,0-6 1,0 5 1,0-5-30,0 5 1,0-5 1,0 6 0,0-6-74,0 5 92,0 1-98,0 5 0,0 1 35,0-1 1,0-5-12,0-1 1,-6-5 6,0 6 12,0-1 1,5 5-17,-5-5 0,4 5 0,-4-5 0,2-1-32,-2 1 49,4 1 0,-11 5 7,7 1 1,-2-7-57,3 1 31,3-8 0,-8 9-35,4-7 1,4 0-43,-5 2-3,7-6-142,0 5 165,0-7 35,0 0 0,0-7 0,0-3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7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5231 15407 7634,'6'0'-889,"4"0"1,-8-2 829,1-1 0,0 1 59,1-1 0,-3 1 0,5 1 0,-2-3 0,-3 3 0,4-4 0,1 5 0,-5-1 0,3-3 0,-2 3 0,2-3 0,-3 2 0,6 2 0,-4 0 0,-1-1 0,1-3 0,-1 3 0,-1-4 0,3 5 0,-3 0 0,4-5 0,-5 4 0,5-4 291,-4 5-188,5 0-19,-6 0-49,0 5-23,0-4 50,0 4-92,0-5-52,5 0-8,-4 0 74,4 0-22,-5 0 43,5 5-18,-4-4 214,4 4-206,0-5 0,-2 0 32,5 0 1,-5 0-20,5 0 1,-4 0 10,3 0-10,1 0 0,3 0-2,1 0 0,-1 0-23,1 0 0,-1-1-6,1-3 1,-1 3 2,0-3 1,5 2 13,-1-2 1,1 3 6,0-3 0,-4 3-17,4 1 0,-3-2-1,3-1 1,-4 1-5,4-2 1,-2 3-3,1 1 0,-2 0 13,2 0 0,-3 0-4,0 0 1,-1 0 45,1 0 1,-1 0-45,1 0 1,-1 0 223,0 0-148,1 0 0,-1 0-24,1 0 0,-1 0-30,0 0-4,1 5 1,-1-3 10,1 1 1,-1-1-6,1-2 0,-5 0-18,1 0 0,-1 0 13,5 0 0,-1 0 7,1 0 1,-1 0 11,1 0 0,-1 0 3,0 0 1,1 0-21,-1 0 0,4 0 5,1 0 0,0 0-17,-1 0 1,-2 0 18,2 0 0,2-2-44,-2-1 1,4 1 35,-4-2 1,2 2-93,-2-2 1,-2 3 76,2-3 1,1 2-6,0-2 1,3 2 2,-4-1 1,1 0-1,0-1 1,-4 3-19,4-3 1,0 3 16,-1 1 0,2 0 20,-2 0 0,-2-4-15,2 0 1,-1 1 45,1 3 0,-2-2-15,2-2 0,2 3 6,-2-3 0,0 3-6,-4 1 0,1 0-14,-1 0 1,4 0 4,1 0 0,0-1 1,-1-3 0,-2 3 14,2-3 0,2 3-16,-2 1 1,2 0 39,-2 0 1,-3-4-50,4 0 1,0 0-2,-1 4 1,4-1-2,-3-3 0,0 3 1,-1-3 0,-1 3 14,5 1 0,-5-4-3,2 0 1,0-1-9,-1 1 0,4 3 0,-3-3 0,0-1-31,-1 1 1,-1-3 60,5 3 1,-3 0 2,3 4 1,-4-1-21,4-3 0,-5 3 3,1-3 1,3 1-48,1 0 0,-1 1 38,1-1 0,-2 0-18,2-1 0,3 3-2,-3-3 1,-1-1-7,1 1 1,-4 0 28,4 4 0,-1-1-6,1-3 1,1 3 25,-5-3 0,2 3 8,-2 1 0,2-4-28,2 0 1,-2 1 6,-1 3 1,-2-2-23,5-1 0,-5 1 22,1-2 0,-1 3-132,1 1 1,-1 0 54,5 0 0,-5-4 27,1 1 0,-2-1 17,-2 4 0,2 0-3,2 0 0,-2 0 74,2 0 0,-1 0-71,1 0 0,-2-1 29,2-3 0,-2 2-9,-2-1 0,5 1-7,-1 2 1,1 0-51,0 0 0,-4 0-9,3 0 0,-2 0 45,-1 0 1,3 0-8,0 0 1,2 0 8,-2 0 0,-3 0-2,4 0 0,1-1 6,3-3 0,-3 3-10,2-3 0,-3 3 32,3 1 0,0 0-23,3 0 1,0 0-9,-3 0 1,3 0-17,-3 0 1,2 0-7,2 0 0,-1 0 21,-3 0 1,2 0-2,-2 0 0,3-1-26,1-3 1,0 3 19,-1-3 0,1 1 7,0-1 0,0 3 10,0-3 1,0-1 7,-1 2 0,1-5-4,0 4 0,1-4 5,3 5 1,-3-2-13,3 1 0,-7 3-1,-1-3 1,1 2-65,7 2 0,-4-3 61,0-1 1,-1 0 1,-3 4 1,3 0-1,1 0 0,0 0 4,0 0 1,-1 0 0,1 0 0,0 0 5,0 0 1,0 0-2,0 0 0,-4 0-7,0 0 1,0-4-62,4 0 0,-4 1 58,0 3 0,-4 0-23,4 0 1,0 0-1,4 0 0,-4 0-3,0 0 1,-4 0 26,4 0 0,0 0 7,4 0 0,-4 0 17,0 0 0,-1 0 9,1 0 1,2 0 58,-2 0 0,3 0-80,1 0 1,0 0 40,0 0 0,-1 0-35,1 0 0,0 0-3,0 0 0,1 0-41,3 0 0,-3-4-13,2 0 1,2-1-28,-1 1 1,1 3 62,-1-3 1,1 1-4,2 0 1,-1 1-8,-2-1 0,1 0 13,2-1 0,3 3 5,-2-3 1,-2-1 7,1 1 0,-1-1-19,2 1 1,1 3-2,-6-3 0,2 2-49,-1-2 1,-3 3 47,3-3 1,1 3 23,-2 1 0,1-2-27,-4-1 0,0 1 75,-1-2 1,1 2-56,0-2 0,0 3 5,0-3 1,-2 2 18,-2-2 1,3 2 7,-3-1 1,1 0 2,-1-1 1,3 3-22,-3-3 1,1 3 28,-1 1 0,2 0-28,-6 0 0,4 0-27,-4 0 0,4 0 39,-4 0 0,4 0 0,-3 0 1,3 0 35,-4 0 1,4-4 2,-4 0 0,4-1-92,-4 1 0,4 3 53,-3-3 1,0-1-95,-1 2 1,-2-3 83,2 3 1,2 1-53,-2-1 0,0 0 52,-3-1 1,3 3-8,0-3 1,0 3 21,-3 1 1,-1 0 256,1 0-183,-1 0 0,0 0-66,1 0 0,-1 0-76,1 0 0,-5 0 85,1 0 0,-2-1-321,2-3 4,2 3 110,-4-5 1,2 6-97,0 0-2,-6 0 0,4-3-194,-2-1 447,-2 0 0,8-1 0,-4-1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4882 6727 5735,'-10'0'0,"3"0"0,7 0 0,0 0 0,0-8 0,0-2 0</inkml:trace>
  <inkml:trace contextRef="#ctx0" brushRef="#br0" timeOffset="1">4899 6692 8055,'0'9'-2060,"0"7"2059,0-14 0,2 6-10,4-8 28,-4 7-6,6-5-68,-8 6 83,0-8 320,0 0-315,7 0-1,-5 0 45,6 0-31,-8 0 153,0 0-142,8 0 111,-6 0-148,13 0 1,-11 0-2,8 0 0,-7 0 7,7 0 0,-6 0-5,5 0 1,-5 0-23,6 0-18,-1 0 1,7 0-22,-1 0 0,0 0 46,1 0 0,-1 0-26,1 0 0,5 0 19,0 0 0,0 0-1,-6 0 0,1 0 8,-1 0 1,2 0-1,5 0 0,-5 2 6,4 4 0,-4-4 3,-1 3 0,-1-3-10,1-2 1,-7 0 1,1 0 0,-1 0-10,7 0 1,-1 2 8,0 4 1,-5-4-12,0 4 0,-1-4 15,7-2-3,-1 0 23,0 0 6,1 0-33,-1 0 35,0 0 5,-7 0-17,5 0 1,-11 0 29,8 0-24,-8 0-1,11 0-32,-13 0 37,6 0-241,-8 0-199,0 0 174,8 0-93,-6 0 224,5 0 101,-7 0 0,0 7 0,0 3 0</inkml:trace>
  <inkml:trace contextRef="#ctx0" brushRef="#br0" timeOffset="2">6585 6674 5757,'0'10'71,"0"-2"88,0-8-125,0 0 45,0 8-54,7-7 8,-5 7-29,6-8-13,-8 0-80,0 0 334,8 0-92,-6 0 28,5 0-98,-7 0 12,0 0-141,8 0 1,-6-2 90,4-4-79,-4 5 0,0-7 39,3 8-11,-3 0 1,8 0 34,-4 0 14,-4 0-34,13 0 0,-11 0 1,8 0 1,-7 0-30,7 0 32,0 0 1,5 0-11,0 0 0,1 0 10,-1 0 1,0 0-4,1 0 1,-1 0 11,1 0 1,-1 0 7,0 0 1,1 0 11,-1 0 0,0 0 7,1 0 1,-7 0-37,1 0 0,0 0 14,5 0 0,0 0-30,1 0 0,-1 0 26,0 0 0,-3 0-2,3 0 1,-9 0-7,9 0 0,-3 0 1,3 0 0,3 0 4,3 0 0,-4 0-4,4 0 0,-4 0-2,-1 0 1,5-2 5,0-4 1,0 4-41,-5-4 1,1 4 25,4 2 0,-4 0-4,5 0 1,-5 0-9,-2 0 0,6-5-6,1-1 1,1 0 0,-2 6 0,-4 0 9,4 0 1,-3 0 36,-3 0 0,6 0-32,0 0 0,6 0 20,-5 0 1,-1 0-18,-6 0 1,6-2-2,0-4 1,6 4-5,-5-3 0,-1 3-2,-6 2 0,2 0-11,5 0 1,-5 0 14,4 0 1,2-2-9,-2-4 0,2 4 5,-1-4 1,-5 4 11,4 2 1,-4 0 4,-1 0 0,-1 0 2,0 0 1,1 0-19,-1 0 0,-5 0 8,-1 0 1,1 0-18,5 0 1,1 0 14,-1 0 1,0-5-19,1-1 1,-1 0 13,1 6 1,-1 0-7,0 0 0,1 0 16,-1 0 0,0 0 0,1 0 0,-1-6-1,0 0 0,1 1 3,-1 5 1,1 0-1,-1 0 0,0 0-4,1 0 0,-1 0-20,0 0 1,1 0 16,-1 0 0,1 0-2,-1 0 1,0-6 14,1 0 0,-1 0 18,0 6-34,1 0 1,-1 0 10,1 0-24,7-8 0,-6 7 19,4-5 0,-4 4-23,-1 2 0,-1 0 18,1 0 1,-1 0 12,0 0 1,1 0 8,-1 0 0,0-6 2,1 0 1,-1 0-25,1 6 0,-1 0 6,0 0 0,1 0-23,-1 0 0,0 0 26,1 0 0,-1 0-33,1 0 1,-1-5 25,0-1 0,1 0-27,-1 6 1,0 0 24,1 0 1,-1 0-1,1 0 1,-1-2 20,0-4 0,1 4 6,-1-3 0,6 3-4,0 2 1,-5 0-17,-7 0 1,1 0 43,5 0-56,8-8 0,-5 6-2,3-4 0,-4 4-1,-1 2-5,-1 0 0,0 0-2,1 0 1,-1 0 0,0 0 2,1 0 1,-7 0 2,1 0 0,-2-2 73,1-3-62,5 3-9,-7-6-38,9 8-5,-1 0 33,0 0-8,1 0-14,-9 0 12,7 0-27,-14 0 46,13 0 2,-13 0-17,6 0 1,-6 0-13,4 0-63,-4 0-13,5 0-39,-7 0-186,0 0 0,-7 0 0,-3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1511 6223 6181,'10'0'-65,"0"0"-13,-4 0 139,-4 0-85,5 0 70,-7 0 1014,0 0-709,0 7-229,0-5-23,0 6 21,0-8-177,0 0 32,8 0 1,-4 0 32,7 0 13,-7 0 20,12 0-24,-7 0 1,9 0-32,-1 0 0,-5 0 18,-1 0 1,1 0-4,5 0 1,-5 0 8,-1 0 0,1 0 28,5 0 0,-5 0-11,0 0 0,-1 0 6,6 0 0,-5 0-18,0 0-8,-1 0 0,7 0-26,-1 0 0,-5 0 54,-1 0-80,1 0 52,5 0 0,0 0-29,1 0 70,-9 0-17,7 0 1,-6 0-26,7 0 0,-5 0 12,-1 0 32,-7 0-24,11 8 49,-5-6-67,7 5 1,-5-7 5,0 0-23,-9 8 3,13-6 1,-12 6-14,7-8 0,-5 0-7,6 0 1,-6 0-100,5 0 0,-5 0 108,5 0 1,-5 0-119,6 0 75,-8 0-93,11 0-33,-5 0-214,-1 0 105,7 0-126,-14 0 421,6-8 0,-1 6 0,3-6 0</inkml:trace>
  <inkml:trace contextRef="#ctx0" brushRef="#br0" timeOffset="1">3336 7248 6559,'-10'8'-721,"2"-6"1024,8 5-293,-7-7-16,5 0 56,-6 0 4,0 0-44,6 0 41,-5 0 36,7 0-91,0 0 52,0-7-13,0 5 54,0-6 10,0 8 203,0 0-226,7 0-12,-5 0-21,6 0-41,-8 0-1,8 0 0,-6 2-64,3 4 79,-3-4 0,-2 13-13,0-3 0,0-3 9,0 3 0,0-6 18,0 5-20,0 1 1,0 5 3,0 1 1,0-1-11,0 0 1,-2-5 2,-3 0 1,3-1-23,-4 7 0,-2 5 24,2 0 1,1 0-15,5-5 0,-6-1 0,0 0 0,0 1-2,6-1 0,0 0 26,0 1 1,-2-1 2,-4 1 1,5-1-22,-5 0 1,4 1 2,2-1 0,0 0-24,0 1 0,0-1 26,0 1 0,0-1-24,0 0 1,0 1 55,0-1-20,0 1 1,0-1 30,0 0 0,0 1 284,0-1-273,0 0 1,0 1 11,0-1 0,0 1-18,0-1 1,0 0 1,0 1-32,0-1 1,0 0 3,0 1-28,0-1 1,0 1-23,0-1 1,0 0-1,0 1 0,0-1 4,0 1 0,0-1-3,0 0 0,0 1-14,0-1 0,0 0 32,0 1 1,0 1-7,0 4 1,0-3 2,0 3 0,-6-4 2,0-2 0,0 1-36,6-1 1,0 8 24,0 2 1,0 0-2,0-3 0,0-5 21,0-2 0,0 1-17,0-1 1,0 0 66,0 1 1,0-1-54,0 1 0,0-1 4,0 0 1,0 7-21,0-1 1,0 6 1,0-6 1,-1 6 14,-5-6 1,4 8-9,-4-2 1,4-4-8,2-2 0,0 2 7,0-2 1,0 6 2,0-5 1,-2 5-5,-4-6 1,4 2 4,-3-2 1,3-2 3,2 8 0,0-8 2,0 3 0,-6-5 29,0-2 0,0 7-5,6-1 0,0 0 17,0-6 0,-2 1-32,-3-1 0,3 0-26,-4 1 1,4-7 17,2 1 1,0 0-1,0 5 1,0 0-11,0 1 1,0-7-20,0 1 22,0-1 0,0 7 0,0-1 0,0-5 73,0-1 1,0-5-60,0 6 1,0-1-23,0 7 1,0-7-43,0 1 0,0-1-65,0 7 105,0-1-2,0 1 1,0-7-50,0 1 1,0-6 0,0 5 1,-2-7-268,-4 2 123,4-4-158,-5-2 234,7 0 1,0-2-150,0-4 1,0 2 136,0-7 141,0 7 0,0-12 0,0 7 0,0-9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4934 11871 6007,'10'0'99,"-3"8"-130,-7-6 76,0 6-92,0-8 27,0 0 67,8 0-14,-6 0 9,6 0-22,-8 0-10,0 0-4,8 0 7,-7 0-6,7 0 40,0 0 1,-4 0 1,7 0 0,-5 0 32,6 0 1,-6 0-58,5 0 0,-5 0 89,5 0 1,1 0-95,5 0 1,1 0 6,-1 0 0,1 0-26,-1 0 1,0 0-11,1 0 0,5-6 2,0 0 0,2 0-14,-2 6 1,2 0 4,4 0 0,2 0 15,-8 0 0,8 0-19,-2 0 1,-4 0 24,-2 0 0,3 0 3,-3 0 0,0 0-7,-6 0 1,1 0 0,-1 0 0,0 6-79,1 0 0,-7 0-336,1-6 414,-8 0 0,3 8 0,-7 1 0</inkml:trace>
  <inkml:trace contextRef="#ctx0" brushRef="#br0" timeOffset="1">6689 11819 5894,'0'10'-136,"0"-2"263,0-8 143,0 0 1,-2 6-180,-4-1 22,4 1-106,-6-6-24,8 0 415,0 0-291,8 0-44,-6 0 0,8 0-39,-4 0 1,-3 0 2,9 0 0,-6 0-21,5 0 1,-5 0-87,6 0 1,-7 0-53,7 0 134,0 0 0,5 0-55,0 0 0,-5 0 45,0 0 1,-1 0-4,7 0 1,-7 0 70,1 0-21,-1 0 1,7 0 29,-1 0-21,0 0 0,1 0-1,-1 0-23,1 0 1,-1-6-61,0 1 31,1-1 0,-1 6-6,0 0 0,1 0 14,-1 0 0,0-6-6,1 0 0,-1 0 64,1 6 0,-1 0 8,0 0 0,1 0 9,-1 0 0,0 0-52,1 0 1,-1 0 56,1 0 1,-1 0-28,0 0 1,1 0 4,-1 0 0,-5 0-19,-1 0 0,1 0 36,5 0-79,1 0 1,-1 0 39,0 0 1,-5 0 5,0 0 1,-7 0 23,7 0 13,-1 0 0,7 0-46,-1 0 0,-5 0 1,-1 0 0,1 0 14,5 0-36,1 0 1,-1 0-9,0 0-9,1 0 0,-1-5-29,1-1 0,-1 0 46,0 6 0,1 0-26,-1 0 0,0 0-37,1 0 1,-1 0-7,1 0 1,1 0 20,4 0 0,-4-6-8,4 0 1,-3 1 32,-3 5 1,6 0-1,0 0 0,6-2 128,-5-4 0,5 4-128,-6-4 1,6-2 82,-6 3 0,8-3-8,-2 2 1,-2 4 12,2-4 1,-2 3-59,2-3 0,3 4-12,-3-4 1,-2 2 77,2-2 0,-5 4-46,5-3 0,-6 3 33,6 2 0,-8 0-40,2 0 1,-4 0 50,-1 0-86,7 0 1,-6-6-3,4 0 3,-3 0 0,-3 6-19,0 0 0,-5 0-1,0 0 1,-7 0-30,7 0 34,-1 0 12,7 0 30,-1 0 0,1 0-2,-1 0 0,-5 2 5,-1 4 0,-5-4 30,5 4-30,1-4 1,5-2-10,1 0 0,-7 0 26,1 0-73,0 0 0,5 0 41,0 0 0,-5 0-41,-1 0 16,1 0 1,5 0-3,1 0 1,-7 0 3,1 0 0,0 5-3,5 1 1,-5 0 28,-1-6 0,1 0 8,5 0 0,-5 0-27,-1 0 1,1 0 5,5 0 1,1 0-6,-1 0 1,0 0 27,1 0-14,-1 0 0,0 0-8,1 0 0,-1 0-1,1 0 1,-1 0-11,0 0 1,-5 0 2,-1 0 0,1 0-7,5 0 1,-5 0 18,0 0-26,-1 0 13,7 0-3,-1 0 9,0 0 0,-5 0 9,-1 0 32,-7 0-38,4 0-103,-8 0-1903,0 0 1452,-8 0 547,6 0 0,-5 0 0,7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1650 11350 6786,'10'0'72,"6"0"1,-9-2-55,5-4 1,3 4-4,-3-3 0,-2 3 1,1 2 1,1-6 38,5 0 1,0 0 4,1 6 0,5 0-69,0 0 0,0-2 36,-5-3 0,5 3-60,0-4 1,2 4 27,-2 2 1,-3 0-5,3 0 1,-2 0 13,2 0 0,-4 0-11,5 0 1,-3 0-9,2 0 1,-4 0 3,4 0 0,-1 0 55,1 0 1,-4-6-42,4 0 0,-3 1 5,-3 5 0,0 0-8,1 0 0,-7 0 1,1 0-2,0 0 0,-1 1-4,1 5-1,-8-4-8,3 6-219,-7 0 175,0-6 1,0 7-291,0-3 219,-7-4 0,3 6-220,-8-8 239,8 7 109,-3-5 0,-1 6 0,-2-8 0</inkml:trace>
  <inkml:trace contextRef="#ctx0" brushRef="#br0" timeOffset="1">3336 12410 6566,'0'10'87,"0"5"1,0-11-6,0 8 38,0-1 1,-6 7-49,0-1 53,0 1 0,6 5-103,0 0 1,0 0-1,0-5 1,0 5 6,0 0 1,0 6-7,0-6 0,-2 6-96,-3-6 1,3 8 92,-4-2 1,4-2 19,2 2 1,0 0-31,0 6 1,0 0 176,0-1 0,0 3-58,0 4 0,0-3 40,0 9 1,0-7-56,0 6 0,0 1 12,0 5 0,0-2-157,0-4 0,2 5 139,4-5 1,-4 4-158,3 2 0,-3-7 59,-2-5 0,0 3-48,0-3 0,0 3 47,0-3 1,0-3-13,0 4 0,0-5 5,0-1 1,-2-6-1,-3 0 0,1 0 18,-8 6 1,8-6-2,-1 0 0,-3-6-33,2 6 0,-6-6 28,7 6 1,-7-8-35,6 2 1,-1 3-14,1-3 0,4 0-7,-4-6 1,-2 1 24,3-1 1,-3 0-6,2 1 0,4-1 11,-4 1 0,-1-1-5,1 0 1,0-5 22,6 0-32,0-1-28,-8 7-76,6-1-222,-5-7 216,7-3-35,0-7-324,0 0 297,7 0 5,-5 0-41,6 0-18,0 0-116,-6 0 161,5 0 204,1 0 0,-6 8 0,6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2050 18042 7354,'0'10'-915,"0"-1"983,0-3-163,0-4 0,-2 6 3,-4-8-7,4 0 67,-5 0-11,7 0 33,0 0-22,-8 0 21,6 0 1,-8 0-7,5 0 49,3 0-37,-6 0 53,8 0 1,-2 0 48,-4 0 18,4 0 32,-5 0 21,7 0 263,0 0-422,0 7-14,0-5-3,7 6 0,-3-8 16,8 0 0,-6 0-6,5 0 0,-5 0-40,5 0 0,-5 0 30,6 0 0,-1 0-15,7 0 1,-1 2 18,1 4 0,1-4 0,4 3 0,-4-1 53,4 2 0,5-4 5,0 4 0,0-4 24,0-2 0,1 0-60,6 0 1,0 0-9,0 0 1,1 0 21,5 0 1,-4 0-43,3 0 1,-3 6 29,-2-1 1,5 1-2,1-6 1,1 0-5,-1 0 0,-5 0-10,5 0 1,1 0-139,-1 0 0,5 0 85,-5 0 1,1 0 37,-1 0 1,-5 0 20,5 0 0,3 0-2,3 0 1,1 0-11,-2 0 1,4 0 1,-3 0 1,9 0-9,2 0 0,0-2 7,-6-4 1,0 5-19,0-5 0,4 4 18,-4 2 0,4 0-4,-10 0 1,-1 0-6,1 0 0,-2 0 11,3 0 0,-3-2 8,-3-4 1,-5 4 3,5-4 1,-4-1 3,-3 1 1,7 0 6,-1 6 0,1-6-27,-6 0 1,-1 1 9,1 5 1,-2 0-10,-4 0 1,4 0 9,-4 0 0,2-6-35,-2 0 1,-2 0 40,-4 6 0,-2-6-2,8 1 1,-8-1-12,2 6 1,-3 0 6,-3 0 0,0 0-126,1 0 1,-7 0 27,1 0-85,0 0 57,5 0-21,0 0 37,1 0 51,-1 0 1,-2-2-4,-3-4 4,4 4 1,-13-6 75,9 8 0,-8-1-83,2-5-216,3 4 200,-7-6 1,8 8 71,-4 0 0,-4-8 0,5-1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15931 4849 6125,'-9'0'439,"1"0"-482,8 0-94,-8 0 137,6 0-15,-5 0-48,7 0 588,0 0-459,7 0-34,-5 0 0,8 0 44,-4 0-38,-4 0 0,7-2-43,-3-3 0,-2 3 36,8-4 1,-7 4-75,7 2 1,-6 0 81,5 0-76,-7 0 1,12-6 45,-5 0 1,-1 1-2,1 5 0,-5 0 48,6 0-27,-1 0 1,7 0 37,-1 0 1,1 0 14,-1 0 1,-5 0 23,-1 0 0,1 0-64,5 0 1,0 0 48,1 0 0,-1 0-32,1 0 0,-1 0 0,0 0 0,6 0-6,1 0 0,-1 0-2,-6 0 0,6-6-37,1 0 0,1 0-2,-2 6 1,2-2-39,4-3 1,2 3 61,-8-4 0,6-2-12,-6 2 1,8-1-30,-2 1 1,-2 4-5,2-4 0,-6 2 13,6-2 1,-6 4-1,6-3 1,-2 3-12,2 2 0,2-6-7,-8 0 1,2 0-9,-2 6 0,2 0 26,4 0 0,-4 0-14,-7 0 0,5 0 9,0 0 1,6 0 1,-6 0 1,0 0-20,-5 0 0,5 0-2,0 0 1,6 0 4,-6 0 0,2 6-4,-1 0 1,1 0-14,4-6 1,1 2 17,-6 3 1,7-3 16,-2 4 1,3-4-4,3-2 0,0 6 3,0 0 0,-1 0 10,1-6 0,6 0 7,-1 0 0,1 0 17,-7 0 1,1-2 6,0-4 1,5 4 2,1-4 0,0 2-28,-7-2 1,3 3-32,3-9 1,3 6 15,3-5 0,-3 5-2,-9-6 0,7 8 3,0-1 0,5 1-8,-6-2 0,3 4 0,-3-4 1,-1 4-3,7 2 0,-1 0-62,1 0 0,4 0 65,-3 0 0,-3 0-75,2 0 1,1-2 72,5-4 1,-6 3-4,0-9 0,-5 6 32,5-5 0,-5 5 97,5-6 0,-7 8-91,1-1 0,-3 3 16,-2 2 0,5 0 27,1 0 1,-3 0-33,-9 0 0,4 0-123,-4 0 1,2-2 55,-2-4 1,-2 4-122,-4-4 1,-3 4 101,3 2 1,-4 0-108,-2 0 0,-5 0 5,0 0-43,-9 0-37,5 0 1,-8 2-42,0 4-296,0-4 194,0 13 369,0-13 0,-8 14 0,-1-7 0</inkml:trace>
  <inkml:trace contextRef="#ctx0" brushRef="#br0" timeOffset="1">15879 4832 6959,'2'-10'-376,"4"5"346,-4 3 70,6 2 44,-8 0 140,0 0-67,7 0-79,-5 0-8,6 0-108,-8 0 1,0 2 72,0 3 1,0-1-43,0 8 0,0-6 29,0 5 0,2 1-5,4 5 0,-4 1-15,4-1 1,-5 6 7,-1 0 1,0 8-9,0-2 1,0-2 0,0 2 1,0 0-22,0 6 0,0-6 30,0 0 0,0 0-4,0 6 0,2-6 7,4-1 0,-4-4 1,4 5 0,-2-2 23,2 2 0,-5-2 8,5-4 1,-4-4 16,-2 4 0,6-1 8,0 1 0,0-4 7,-6 4 1,2-3-36,3-3 0,-3 0-51,4 1 0,-4-1 23,-2 0 0,0 1 3,0-1 1,0 1 0,0-1-9,0 0 1,0 1 41,0-1-11,8 1-41,-6-1 19,5 0 0,-7-5-69,0-1 45,0-7-10,0 4 20,0-8-19,0 8 0,0-6-1,8 5-105,-6 1 113,6-6 0,-8 8 7,0-4-3,0-5 1,0 7 1,0-6-6,0 4 1,0-4 27,0 6-20,0-1-36,0-5 1,0 8 27,0-4 11,0-4 26,0 5-14,0 1 1,0-4-5,0 8 5,0-9-11,0 5 9,0 0-21,0-6 17,0 5-32,0-7 20,0 0-4,0 8 3,0-6 0,0 6 1,7-8 1,-3 0 0,8 0 0,-6 0 11,5 0 1,-5 0-11,6 0 1,-7 0 33,7 0 0,0 0-30,5 0 1,2-2 1,4-4 0,-1 4 16,7-4 0,-6-1 4,6 1 0,0-2-12,5 2 0,1 4 2,0-3 0,5-3 10,1 2 1,5-2-12,-5 3 0,1 3 18,-1-4 1,-4 4 28,3 2 1,4-6 3,3 0 0,-5 1 17,-1 5 0,1 0 15,-1 0 0,7-2-24,-2-4 0,-1 4-20,1-4 1,-5 4-102,5 2 1,-2 0 97,3 0 0,-5 0-131,-7 0 1,0 0 80,-1 0 0,7 0-92,0 0 0,-1 0 95,-5 0 1,5 6-8,1 0 1,-1 0 48,-5-6 1,0 5-51,0 1 0,-1 0 185,1-6 1,6 6-96,-1 0 0,3-1 31,-3-5 1,-1 0-110,7 0 0,-1 0-6,1 0 1,4 0-14,-4 0 0,-1 0-11,1 0 1,4 0 17,2 0 1,4 0-22,-9 0 0,3 0-17,2 0 1,6 0 29,0 0 0,6-2-5,-6-3 0,7 3 0,-1-4 1,-4-2 0,-2 2 0,3-5-3,3 5 0,-2-6-3,2 7 0,-3-7-5,3 6 1,-4-1-5,-8 1 0,2 4 21,4-4 1,-6-2-10,0 2 1,0 1 67,-5 5 1,3-2-5,2-4 1,-2 4 10,-4-4 1,3 4-16,-9 2 0,3 0 9,-3 0 0,-3 0 0,4 0 0,-5 0-20,-1 0 1,-2 0-11,-4 0 0,2 6 13,-8 0 0,2 0-21,-2-6 1,-4 0-32,4 0 1,-3 0-6,-3 0 1,1 0-12,-1 0 0,0 0-13,1 0 1,-1 0-62,0 0 99,1 0 1,-7 0-94,1 0 67,-8 0-332,4 0-136,-8 0 177,0 0 0,-8 0-49,-4 0 1,-3 0 373,-3 0 0,-7-8 0,-2-2 0</inkml:trace>
  <inkml:trace contextRef="#ctx0" brushRef="#br0" timeOffset="2">15428 3807 7937,'0'9'-873,"0"7"814,0-14 0,0 7-177,0-3-12,0-4 175,0 6 65,0-1 1,0-3-24,0 8 11,0-8-35,0 11 38,0-5 0,-2 7 13,-4 1 1,4-1 1,-4 0 1,-2 7 64,3-1 0,-9 13 7,3-1 0,1 10-35,-2-5 1,7 10 9,-7 2 0,2 1-75,-1 5 0,-3-4-105,8-2 1,-1 0 5,1 0 0,4-8 129,-4-3 0,-3-4 0,-1-2 0</inkml:trace>
  <inkml:trace contextRef="#ctx0" brushRef="#br0" timeOffset="3">15497 3893 8020,'10'0'-1406,"5"0"1068,-13 8 166,6-6-11,0 6 194,-6 0-19,5-7 0,-1 9 62,0-4 0,0-4-36,1 13 0,-5-11 25,4 8 0,2-1-37,-2 7 1,-1-5 3,-5 5 0,6-3-110,0 14 0,6 2 109,-7 9 1,7-1-44,-6 7 0,7 7 11,-1 5 23,-4-1 0,7 3 0,-5 2 0</inkml:trace>
  <inkml:trace contextRef="#ctx0" brushRef="#br0" timeOffset="4">15341 4328 7913,'17'0'-1346,"1"0"1201,-1 0 55,0-8 1,1 6 82,-1-3 1,0 1-9,1-2 0,1 4 22,4-4 0,2 4-4,4 2 0,10-6 21,-4 1-24,3-1 0,5 6 0,1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5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7957 2729 5791,'0'10'164,"0"-3"-95,0-7 2069,0 0-2061,0 8-11,0-6 8,0 6-8,0-8-1883,0 0 1215,8 0 602,-6 0 0,5 0 0,-7 0 0</inkml:trace>
  <inkml:trace contextRef="#ctx0" brushRef="#br0" timeOffset="1">7992 3042 6402,'0'9'676,"0"-1"-543,0-8 52,0 0 5,0 8-99,0-6 1,0 7-22,0-3 0,2-2-16,4 8 1,-5-1-44,5 7 1,-4-1 2,-2 0 1,2 7-30,4-1 0,-4 6 66,4-6 1,-4 6-256,-2-6 0,0 6-55,0-6 1,0 0-42,0-5 0,0-7-160,0 1 460,0-8 0,0 4 0,0-8 0</inkml:trace>
  <inkml:trace contextRef="#ctx0" brushRef="#br0" timeOffset="2">8496 2816 7476,'0'9'-1134,"0"1"1059,0-4 139,0-4 196,0 6-161,0-1-47,0-5-25,0 14 46,0-14-35,0 13 0,-2-11-4,-4 7 0,4-5-11,-4 6 1,-2-1-7,3 7 0,-7-1-6,6 1 1,-7 1-19,1 4 0,-1-2 33,1 8 0,-3 0-56,3 6 0,-3-6-4,-3 0 0,1-2-109,0 2 1,-1 2 60,1-8 1,5 0-127,1-5 0,5-7 208,-6 1 0,1-1 0,-7 7 0</inkml:trace>
  <inkml:trace contextRef="#ctx0" brushRef="#br0" timeOffset="3">8218 2885 7836,'15'2'0,"-3"4"-490,3 4 407,-5 7 1,5 0-8,-3 1 0,1-1 142,-7 1 1,6-1 32,-7 0 1,7 1-62,-6-1 0,7 8-19,-1 4 1,-2-2-84,1 2 1,1 0 86,5 6 0,-5-6-131,-1 0 1,1-6 93,5 6 0,-5-6-158,-1 6 0,-1-8-1,2 3 1,1-11-139,-7-1 325,7-1 0,-3 7 0,7-1 0</inkml:trace>
  <inkml:trace contextRef="#ctx0" brushRef="#br0" timeOffset="4">9521 2903 7791,'0'9'-1469,"0"-1"1641,0 0-258,0-6 124,0 5 25,0-7 303,0 0-354,0-7 1,5 3-3,1-8 0,0 6-12,-6-5 0,0 5 39,0-5-9,0 7 15,8-12 1,-6 7-83,13-9 56,-13 1 1,8 7-25,-5 4-15,-3-3-10,6 7 21,0-6-13,-6 8 49,6 0 1,-7 6 0,5 0 0,-4 7 47,4-1 1,-4 5-61,-2 6 0,2-1-4,4 6 1,-4-4-42,3 5 1,-1 0-10,2 5 1,-4 1 4,4 0 0,1 0-118,-1-1 0,2-5 80,-2 0 1,-4-7-117,3 1 1,-1-4-92,2-2 281,-4-7 0,6 6 0,-8-7 0</inkml:trace>
  <inkml:trace contextRef="#ctx0" brushRef="#br0" timeOffset="5">9573 3337 7791,'9'0'-205,"7"0"0,-12 6-59,7 0 228,-7 0 79,12-6 105,-7 0-145,9 0 0,-1 0 0,0 0 0,1 0-145,-1 0 0,1-6 37,-1 0 1,-4 0-117,5 6 0,-11-6-6,11 1 1,-5-1 226,5 6 0,-1 0 0,1-8 0,-1-2 0</inkml:trace>
  <inkml:trace contextRef="#ctx0" brushRef="#br0" timeOffset="6">8027 4189 6131,'9'0'548,"-1"0"-350,-8 0-174,8 0 144,-6 0-193,5 0 1,-7-2 63,0-4-185,0 4-45,0-5-249,0 7 440,0 0 0,8 0 0,2 0 0</inkml:trace>
  <inkml:trace contextRef="#ctx0" brushRef="#br0" timeOffset="7">8009 4502 7819,'10'0'0,"-1"2"-520,-3 4 342,-4-5 74,6 7 0,-8-6 115,0 4-94,0-4 139,0 13 1,0-11-6,0 8 1,2-6-57,4 5 0,-4 1 55,3 5 1,-3-5-97,-2-1 1,0 1 67,0 5 0,0 3-8,0 3 1,0-4-51,0 4 0,0-2-139,0 3 0,0-5 89,0 4 0,0-4-115,0-1 0,0-1 201,0 1 0,0-7 0,0 1 0,-7-1 0,-3 7 0</inkml:trace>
  <inkml:trace contextRef="#ctx0" brushRef="#br0" timeOffset="8">8235 4224 7819,'12'9'0,"-1"-3"0,-5-4-283,6-2 313,-9 8 0,11-4-175,-8 7 1,1-7 12,-1 2 110,-4 4 46,14-1-65,-7 9 1,3-3 52,-1-3-19,1 3 4,5-5-12,1 7 0,-1-7-139,1-4 1,-7 1 90,1-1 1,-7 0-223,7-6 1,-6 0 284,5 0 0,1-8 0,5-2 0</inkml:trace>
  <inkml:trace contextRef="#ctx0" brushRef="#br0" timeOffset="9">8704 4172 7819,'0'9'-403,"0"7"311,0-14 1,-2 11-98,-4-7 156,4 0 1,-7-1 29,3 1-12,4 0-2,-13 2 0,7-4-55,-4 7 82,-3-7 1,5 10-169,-7-9 157,-1 9 0,1-6-32,0 3 1,-1 5 25,1-5 0,5-1 4,1 2 0,5-7 9,-6 7 0,7-6 3,-7 5 0,8-5 221,-2 6-221,-3-1 0,7 7 47,-4-1 1,4-5-35,2-1 1,2 1-22,4 5 0,-4 1 1,4-1-4,3 0 1,-1 1-1,4-1 1,1 6-11,-7 0 1,5 1-3,-5-7 1,6 0-8,-6 1 0,5-1-76,-5 1 1,2-1 85,-3 0 1,-3 1-208,4-1 1,-2 0 217,2 1 0,-4-1 0,5 1 0</inkml:trace>
  <inkml:trace contextRef="#ctx0" brushRef="#br0" timeOffset="10">9573 4258 7822,'11'2'-331,"1"4"137,0-4 224,-3 6 0,1-8-392,-4 0 211,-4 0 0,7-2 53,-3-4 1,-4 2 64,4-7 2,3-1 1,-1-5 24,4-1 0,1 7-83,-7-1 91,7 1 1,-5-7-8,4 1 0,1 5 6,-7 1 0,8 5 12,-3-6 46,-3 8 1,5-5 39,-7 3 17,0 4-54,2-6 1,-6 10 11,3 4 1,-3-2-17,-2 7 1,0 1-17,0 5 0,-5 1-6,-1-1 1,0 6-41,6 1 1,-6 4-13,0-4 0,-1 7 8,1-2 1,4 3-90,-4 3 1,-2-6 22,3 0 0,-1 0-119,6 6 1,-6-2-57,0-4 0,-1-4 249,1-8 0,4 0 0,-14 1 0,7-1 0</inkml:trace>
  <inkml:trace contextRef="#ctx0" brushRef="#br0" timeOffset="11">9573 4693 7707,'9'2'-72,"-3"4"-379,-4-4 278,6 5-63,-6-7 131,13 0 1,-5 0 135,7 0 0,-3 0-101,3 0 0,-3-2 40,9-3 0,-2 3-46,2-4 0,-2-2 65,8 2 11,0-7 0,6 11 0,0-6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16209 10064 6111,'10'0'218,"-2"0"-118,-8 0 152,0 0-171,0 8 32,0-7-4,0 7 177,0-8-180,0 0-32,0 8 0,0-4-8,0 7 4,0-7-55,0 12-29,0-7 0,-6 9 26,0-1 0,-1-5-14,1-1 1,2 1-61,-8 5 1,8 1 67,-1-1 1,-3-5-120,2-1 1,-5 1 23,5 5 1,0-5-68,6-1 0,-6-5 64,0 6 1,1-6-130,5 5 1,-2-7-14,-4 2 234,4-4 0,-14-2 0,7 0 0</inkml:trace>
  <inkml:trace contextRef="#ctx0" brushRef="#br0" timeOffset="1">16070 10064 7249,'8'9'-513,"-6"7"0,8-12 1108,-4 7 1,-3-5-407,9 6 1,-6-6-357,5 5 0,-5-5 65,6 6 0,-6-1 139,5 6 1,-1-5-233,1 0 0,5-1 84,-5 7 1,5-1 16,1 0 1,-1 1 23,-5-1 1,5 1 27,-5-1 0,5 0-34,1 1 0,-2-1-87,-3 0 0,2-5 163,-9 0 0,9-1 0,-4 7 0</inkml:trace>
  <inkml:trace contextRef="#ctx0" brushRef="#br0" timeOffset="2">15966 13575 7053,'8'10'-13,"-6"-3"0,6-5-13,-8 4-4,7-4 27,-5 13-108,14-5 0,-12 5 103,7-3 0,-7 3-288,2-3 84,3-4 212,-7 7 0,14-5 0,-7 7 0</inkml:trace>
  <inkml:trace contextRef="#ctx0" brushRef="#br0" timeOffset="3">16244 13575 8011,'10'0'-950,"5"-8"762,-13 6 1,8-6 245,-4 8-9,-4 0-269,5 0 233,-7 0-189,0 0 80,-7 0 115,5 0 0,-8 2 4,4 4 1,2-4-26,-7 4 1,5 2-3,-6-3 0,7 7-30,-7-6 0,6 7-4,-5-1 1,5-2-52,-6 1 0,3 1 78,-3 5 1,-3-5 9,3-1 0,-3 3-22,-3 9 1,1-4 36,-1 5 1,1 1-64,0-2 0,-1 0 49,1-6 0,0 8 0,-1 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6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16140 9838 7005,'10'-2'-30,"-5"-4"60,5 4-42,0-6 20,7 8 0,0-5-50,1-1 38,-1 0 0,1 6-1,-1 0 0,0-2 5,1-4 1,-1 4 1,0-3 0,-5 3-59,0 2 1,-1 0 50,7 0-56,-1 0 1,0 0 49,1 0 0,-7 0-116,1 0 1,-6 0 6,5 0 47,-7 0 1,6 0-33,-4 0 1,-5 2-87,5 3 192,-4-3 0,-2 6 0,0-8 0</inkml:trace>
  <inkml:trace contextRef="#ctx0" brushRef="#br0" timeOffset="1">16209 12897 7778,'-9'0'-2028,"1"-8"2109,8 6 173,-8-5-179,6 7 1,-7 0 113,3 0-187,4-8-5,-6 6-176,8-6 239,0 8 240,0 0-173,0-7-7,0 5 241,0-6-354,0 8-86,0 0 34,0-8 76,0 6-31,8-6 1,2 8 2,7 0 1,-5 0 20,-1 0 1,1-1-32,5-5 35,1 4-263,7-6 198,2 8 0,0 0-103,-4 0 0,-4 0 13,-1 0 0,-1 2 45,0 4 0,-5-4-12,-1 4 0,-5-3-16,6 3 1,-6-2 109,5 8 0,-7-8 0,12 11 0,-7-5 0</inkml:trace>
  <inkml:trace contextRef="#ctx0" brushRef="#br0" timeOffset="2">15810 10724 5748,'-2'10'82,"-4"-4"18,4-4 25,-6-2-85,8 0-97,0 0 65,-7 0 0,5 2 1,-4 3-27,4-3-15,2 6 31,0-8-2,0 0 7,-8 0-160,6 0 144,-5 0-6,7 0 888,0 0-825,0-8-14,0 6 18,0-5-86,0 7-133,0 0 136,7 0-7,-5 7 1,8-3 14,-4 8 9,-4-8 1,7 9 33,-3-7 7,-4 8 78,6-5 1,-6 7-88,4-5 77,-4 5-80,5-7 1,-7 9-1,0-1 1,0-5-11,0-1 1,-2-5-7,-3 6 0,3-7-16,-4 7-16,4-8-1,2 11 1,-2-11 24,-4 8-23,4-8 33,-6 3 2,8-7 1,0 2 8,0 4 8,0-4-14,0 6 7,8-8-1,2 0-6,7 0 0,-5 0-27,-1 0 0,-5-2-86,6-4-15,-1 4 18,7-6-179,-1 8 74,0 0 213,1 0 0,-1 0 0,1 0 0,-1 0 0</inkml:trace>
  <inkml:trace contextRef="#ctx0" brushRef="#br0" timeOffset="3">16070 10742 7840,'-9'7'-1297,"-1"-5"649,4 4 852,4-4 1,-7-2 12,3 0 1,4 2-174,-4 4-2,4-4 0,0 5 34,-3-7-38,3 0-25,-6 0-21,8 0-407,0 0 435,8 0 1,-4 0-10,7 0 1,-5 0-12,5 0 0,-5 0-5,6 0 0,-6 6 26,5 0 0,-5 2-90,6-2 0,-7-5 58,7 5 0,-6-4-30,5-2 34,1 8 1,0-6 7,-1 4 1,-5-4 4,5-2 0,-7 2-19,2 3 21,-4-3 0,-2 6-80,0 0 37,0 1 0,0 3-8,0 0 1,-2-3 11,-4 3 1,2 1-2,-7-7 1,5 8-47,-5-3 0,5-1-79,-6 1 157,8 1 0,-11 5 0,5 1 0</inkml:trace>
  <inkml:trace contextRef="#ctx0" brushRef="#br0" timeOffset="4">16401 10707 7840,'9'0'-666,"1"-6"454,-4 0 144,-4 1-182,5 5 154,-7 0-59,0 0 202,0 7-76,0-5 1,0 14 21,0-5 0,-5-1 6,-1 1 0,0 1-1,6 5 1,-2 3 0,-4 3 1,4-2-60,-4 8 1,5-6 59,1 6 0,-8 0 0,-2 6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6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16366 5214 5740,'9'0'0,"-1"0"169,-8 0-158,0 0 12,8 0 7,-6 0 75,6 0-60,-8 0 273,0 0-251,7 0-12,-5 0 81,6 0-66,-8 0 65,0 0-194,8 0 53,-6 0 0,7 0-19,-3 0 35,-4 0-16,13-7 0,-11 5 7,8-4 0,-6 4 1,5 2 1,-5 0 12,6 0 0,-7 0-5,7 0 81,-8 0-66,11 0-11,-5 8 0,1-4 8,1 7 1,-8-5-1,2 6 1,-4-7-56,-2 7 48,7 0 0,-5 5-67,4 0 1,-4-5 55,-2-1 0,0 1-101,0 5 0,-6 1 70,0-1 1,-1-1-8,1-5 0,4 5-18,-4-5 0,-2-1-6,3 2 1,-3-7-24,2 7 1,2-8 37,-7 2 1,5 1 52,-6-1 0,7 0-47,-7-6 0,6 6 130,-5-1-68,7 1 167,-12-6-84,14 8 31,-13-6-10,13 6-63,-6-8 157,8 0 90,0 0-250,8 0 0,-4 5 5,7 1 0,-5 0-19,6-6 0,-1 0-2,7 0 1,-7 0-20,1 0 1,0 6-6,5 0 0,0-1-330,1-5 207,-1 0 1,0 0-116,1 0 0,-1 0-240,1 0-27,-9 0 278,7-7 204,-7 5 0,1-14 0,-2 7 0</inkml:trace>
  <inkml:trace contextRef="#ctx0" brushRef="#br0" timeOffset="1">16922 5510 7694,'9'10'-263,"-1"-3"168,0-7 0,-6 2-28,4 4 83,-4-4 99,-2 6-275,0-1 254,0-5-147,0 14-7,0-7 92,0 9-161,0-1 1,0 1 102,0-1 0,-6-5-134,0-1 216,0-7 0,-2 11 0,-1-5 0</inkml:trace>
  <inkml:trace contextRef="#ctx0" brushRef="#br0" timeOffset="2">17078 5249 7396,'8'10'-301,"-6"-2"199,5-8 103,-7 0 62,0 0 42,8 0-95,-6-8 9,14 6 1,-13-12 0,9 9 0,-6-7-83,5 6 1,-5 0 84,6 6 0,-3-2-70,3-3 0,3 3 42,-3-4 0,-2 4-11,1 2 0,1 0 10,5 0 0,-5 0 0,-1 0 0,-5 6 4,6 0 1,-6 7 7,5-1 1,-7-3-119,2 3 1,-4 0 100,-2 5 1,0 0-60,0 1 1,-2-1 52,-4 0 1,2 1-6,-7-1 1,-1 1-1,-5-1 1,-1 0 0,1 1 1,5-7 25,1 1 1,-1-2 12,-5 1 0,5 3 215,1-9-138,7 1 144,-4 2-128,8-6 25,0 6 1,8-8-86,3 0 0,5-2 7,1-4 0,0 4-37,1-4 1,1-2-89,4 3 0,-3-7-136,3 6 0,2-5 58,-2 5 1,2-6-108,-2 7 0,-3-7-96,3 6 349,-4-7 0,6 3 0,2-7 0</inkml:trace>
  <inkml:trace contextRef="#ctx0" brushRef="#br0" timeOffset="3">17843 4797 5753,'9'-7'0,"-1"5"235,-8-6-136,0 8-66,0 0 1,2-6 53,4 0 8,-4 1-31,5 5-4,-7 0 116,0 0-85,8 0-48,-6 7 0,6-3 49,-8 8-41,0-1 0,0 7 8,0-1 0,0 2-54,0 5 1,2-3 33,3 8 1,-3 0-106,4 5 0,-2 1 55,2 0 1,-4 6-61,3-1 0,-1 8 34,2-1 0,-4-3-14,4 2 0,-4-5 76,-2 5 0,2-7 6,4 2 0,-5 1 29,5-1 0,-4-1-51,-2-5 1,6 0-56,0-1 1,0 1 60,-6 0 1,5-8-131,1-4 1,2-5-24,-2-7-276,-4 5 275,13-7 0,-11 1 139,7-4 0,-7-4 0,12-10 0,-7-2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6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9486 3059 7354,'0'10'-842,"0"5"751,0-13 0,-2 6 167,-4-8 247,4 0-222,-5 0 1,7-2-9,0-4 198,0 4-155,0-5 193,0 7 1201,0 0-1325,0-8-117,0 6 0,1-6-2,5 8 0,-2 0 86,8 0-95,-8 0-52,11 0 1,-5 0-62,7 0 99,0 0 1,7 0-27,-1 0 0,0 0 13,-6 0 1,6 0-93,1 0 0,6 0 61,-1 0 0,-2 0-4,2 0 0,-7 0-32,1 0 0,-4 0-120,-1 0 1,-1 0-57,0 0 1,-7-2 5,-4-4-110,3 4 83,-7-5-31,6 7 1,-8 2-190,0 3 86,-8-3-27,6 6-274,-5-8-51,-1 0 700,6 0 0,-6 0 0,8 0 0,0 0 0</inkml:trace>
  <inkml:trace contextRef="#ctx0" brushRef="#br0" timeOffset="1">10389 2868 7954,'8'10'-1688,"-6"-1"2442,4-3-608,-4-4 0,-2 8-312,0-5 255,0-3 110,0 6-314,0-8 507,0 0-178,0-8-1,0 6-113,0-13-21,7 13 1,-3-11-87,8 7 83,-8 0 1,9 4-195,-7-4 60,8 4 1,-5-11 21,9 7 0,-7 0 66,1 6 0,-6-2 12,5-4 11,1 5 1,5-7-35,0 8 0,-5 0 52,0 0-44,-1 0 1,5 2 8,-5 4 1,3-3-40,-8 9 0,-1 0-1,-5 5 1,2 0-23,4 1 1,-4-1-6,4 0 1,-6 1-86,-6-1 0,2 1 104,-7-1 0,-1 0-28,-5 1 0,-1-1 15,1 1 0,5-7-23,1 1 1,-1-1 48,-5 7 1,-1-7-3,1 1 0,0-3 7,-1 3 7,1 4 0,-1-9 56,1 5 1,5 1-67,1-7 1,5 6 59,-5-6 0,5 5 11,-6-5 1,8 2 111,-1-3-119,3-3 1,2 8 89,0-4-58,0-4-13,0 5 131,0-7-110,0 0 52,7 0 0,-3 0-100,8 0 0,-6 0 354,5 0-324,1 0 1,5 0 13,0 0 1,1 0-46,-1 0 0,1 0-21,-1 0 1,6 0-121,0 0 0,2 0 85,-1 0 0,-5-1-75,4-5 0,-4 4 2,-1-4 1,-1 4-130,0 2 0,1-6-127,-1 0-101,-7 1 52,5 5-168,-13 0-45,6 0 173,-8 0-250,0 0 49,-8 0 617,6 0 0,-5 7 0,-1-5 0,-2 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6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16088 10272 6002,'-18'18'0</inkml:trace>
  <inkml:trace contextRef="#ctx0" brushRef="#br0" timeOffset="1">16070 10325 7973,'-9'0'-1959,"-1"0"1959,4 0 0,4 7 0,-5-5-117,-1 6 60,6 0 0,-8-6 62,5 3 1,3-3-10,-6-2 1,8 2 10,0 4 25,0-4 7,-8 6 4,6-8-18,-5 0 3,7 0-6,0 0-209,0-8 187,0 6 0,0-13 0,0 5 0</inkml:trace>
  <inkml:trace contextRef="#ctx0" brushRef="#br0" timeOffset="2">16036 10290 5858,'0'9'217,"0"-1"-260,0-8 828,0 0-714,-8 0-59,6 0-10,-6 0-81,8 0 198,0 0-88,8 0-11,-6 0 1,13 0-16,-3 0 0,-2-2 4,1-4 1,1 5-25,5-5 0,1 2-3,-1-2 0,6 4-99,0-4 0,0 2 69,-5-1 1,-1 3-111,1-4 1,-1 4 25,0 2 0,-5 0-172,-1 0 304,1-8 0,-2 6 0,5-5 0,-5 7 0</inkml:trace>
  <inkml:trace contextRef="#ctx0" brushRef="#br0" timeOffset="3">15931 10898 7944,'-7'10'-2159,"5"-2"2177,-6-8 0,6 0-20,-4 0 0,4 0 54,-5 0-47,7 0 0,-2 0 271,-4 0-242,4 0 13,-6 0-51,8 0 3,0 0-23,-7 0 18,5 0 203,-6 0-104,8 0 301,0 0-396,-8 0 55,6 0-5,-5 0 78,7 0 210,0 0-285,7 0 1,3 0 11,7 0 0,1 0-92,-1 0 0,6-6 73,0 0 0,8 0-142,-2 6 0,4 0 83,2 0 1,0 0-92,-1 0 1,1 0 56,0 0 1,-6 0-105,0 0 0,-8 6 4,2 0 1,-4 0 31,-1-6-66,-1 7 0,-5-3 1,-1 8 182,-7-8 0,-4 11 0,-9-5 0</inkml:trace>
  <inkml:trace contextRef="#ctx0" brushRef="#br0" timeOffset="4">15984 13783 7203,'-10'10'-380,"2"-2"387,8-8 1,-2 0-32,-4 0-105,5-8 109,-7 6 36,8-6 46,0 1 13,0 5 0,0-6 1,0 6 85,0-4-91,0 4-3,0-5-80,0 7 0,2 0 95,4 0-97,-5-8 22,15 6 0,-6-6-1,7 8 0,0-5-35,1-1 15,-1 0 1,2 6-83,5 0 1,-5 0 95,4 0 1,-4 0-162,-1 0 0,-1 0 84,0 0 1,1 0-177,-1 0 86,1 0 167,-1 0 0,0 0 0,1 0 0</inkml:trace>
  <inkml:trace contextRef="#ctx0" brushRef="#br0" timeOffset="5">17895 10238 5751,'0'-10'180,"0"2"-156,0 8 173,0 0-100,-8 0 6,6 0-6,-6 0-2,8 0-35,0 0 19,-7 0-161,5 0 148,-6 0-122,8 0 71,0 0 0,-2 6-6,-4 0-12,4 7 1,-7-5-2,3 4 1,4 3-1,-4-3 0,2 3 5,-2 3 1,3-3-11,-9-3 0,8 3 14,-2-3 1,-1 3-16,1 2 0,-6 7-40,6-1 22,-7 0 0,9-6-61,-7 1-178,7-1 150,-12 1-33,14-1 13,-5-7 137,7-3 0,0-7 0,0 0 0,0-7 0,0-3 0,0-7 0</inkml:trace>
  <inkml:trace contextRef="#ctx0" brushRef="#br0" timeOffset="6">17651 10290 6149,'10'0'121,"-2"0"-102,-8 0-30,0 0 76,8 0 2,-7 0-7,7 0-28,-8 0 0,2 6-22,4-1 0,-4 3 2,4-2 0,-3-2-12,3 7 24,-4 1 1,12 5-114,-8 1 1,5-1 40,-5 0 1,2 1-126,-3-1 0,-3 1 159,4-1 0,2 0 14,-2 1 0,-1-1 0,-5 1 0</inkml:trace>
  <inkml:trace contextRef="#ctx0" brushRef="#br0" timeOffset="7">16105 14009 6460,'-9'0'403,"1"0"-247,8 0-120,0 0-20,8 0 2,-7 0-38,15 0 8,-6 8 0,7 0-51,0 3 0,-5 3-140,-1-8 1,-5 5 55,6-5 0,-6 6-202,5-6 349,-7 7 0,12-3 0,-7 7 0</inkml:trace>
  <inkml:trace contextRef="#ctx0" brushRef="#br0" timeOffset="8">16279 13992 7695,'17'8'17,"-7"1"343,-2 1-303,-8-2 0,0-6-347,0 4 115,0-5 0,0 9 104,0-4 0,0-2-48,0 7 1,-2-5 55,-4 6 1,4-1 42,-4 7 0,-1-1-38,1 0 1,-2 1 22,2-1 0,2 1-178,-7-1-53,7 8 1,-10 0 265,9 4 0,-9-11 0,4 5 0,-7-4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16783 10985 6239,'0'10'-39,"0"-3"114,0-7 180,0 0-227,0 8 1,0-4-10,0 8-21,0-9 1,0 13-3,0-5-21,0 5 0,0 7-8,0 0 0,0 0 7,0-5 1,0 1-84,0 4 0,0-3 1,0 3 0,0-2 66,0 2 42,0-3 0,0 12 0,0-5 0</inkml:trace>
  <inkml:trace contextRef="#ctx0" brushRef="#br0" timeOffset="1">16870 11176 7853,'2'10'-908,"3"-4"755,-3-4 39,6-2 48,0 0 0,-4 0 91,7 0-73,-7 0 37,11 0 0,-11-2-31,8-4 16,-8 4-90,11-6 0,-11 8-21,8 0 137,-8 0 0,11-7 0,-5-3 0</inkml:trace>
  <inkml:trace contextRef="#ctx0" brushRef="#br0" timeOffset="2">16922 11246 7029,'9'0'-387,"-1"0"321,-8 0-38,8 0-267,-6 0 310,6 0 0,-7 0 61,5 0 0,-4 0 0,6 0 0</inkml:trace>
  <inkml:trace contextRef="#ctx0" brushRef="#br0" timeOffset="3">17043 11176 7853,'12'10'-750,"0"-4"556,-9-4-167,13-2 290,-14 0-9,13 0 0,-11 0-252,8 0 219,-8 0 113,3 0 0,1-8 0,2-2 0</inkml:trace>
  <inkml:trace contextRef="#ctx0" brushRef="#br0" timeOffset="4">17061 11246 7433,'9'0'-1128,"1"0"1534,-4 0-461,-4 0-283,5 0 61,1 0 245,2 0-151,0 0 143,5 0 40,-5 0 0,-1 0 0,-1 0 0</inkml:trace>
  <inkml:trace contextRef="#ctx0" brushRef="#br0" timeOffset="5">17373 11055 7853,'-1'15'-853,"-5"-3"1,4-3 717,-4-3 1,4-2 534,2 8-334,0-1 0,-6 6 11,1 1 1,-1-1-140,6 1 0,0-7 113,0 1 0,-6 1-142,0 10 1,0-3 29,6 3 1,0-4-65,0-1 1,0 1 131,0 4-7,0-4 0,0 7 0,0-9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6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18416 5075 7759,'10'0'-822,"-3"0"0,-1 2 631,0 4 736,0-4-437,-6 6-43,0-8 0,0 2 5,0 3-23,0-3-9,0 6-39,0-8-46,0 8 60,0-6 44,0 6 9,0-1 0,0-3-23,0 8 33,0-8-42,0 11 1,2-7 7,3 3 1,-3 5-26,4-5 1,-4-1-10,-2 2 0,0-7-25,0 7 1,0 0 1,6-1-81,0 1 102,-1-8 0,-3 3 15,4-7 1,-2 0-7,8 0 0,-7 0 1,7 0 1,-6 0-9,5 0 1,-5 0 3,6 0 1,-3-2-10,3-3 0,3 3-1,-3-4-18,3 4 1,3 2 19,-1 0 0,-5 0 96,-1 0-58,1 0 1,-1 0 8,1 0 0,-8 8-24,2 3 0,1-1 7,-1 1 0,0-5-13,-6 6-15,0-1 0,-6 7-100,0-1 0,-7 1 64,1-1 0,-1-5-119,1-1 0,-3-1 47,3 1 1,-3 5-53,-3-5 0,1-3 40,0-2 0,-1 2-4,1-3 1,-1 1-15,1-6 1,0 0 131,-1 0 0,1-7 0,0-3 0</inkml:trace>
  <inkml:trace contextRef="#ctx0" brushRef="#br0" timeOffset="1">18364 5145 7759,'9'2'-82,"-3"4"1,-2-4-59,2 3 168,-4-3 0,7-2-25,-3 0 73,-4 0-231,14 0 0,-13 0 3,9 0 0,-6 0 159,5 0 0,-5-6-32,6 1 0,-1-7 21,7 6 0,-7-1-112,1 1 0,-1 4 53,7-4 0,-1-2-4,1 3 1,1-1 66,4 6 0,-4-8 0,6-2 0</inkml:trace>
  <inkml:trace contextRef="#ctx0" brushRef="#br0" timeOffset="2">19093 5475 7721,'0'18'-1326,"-1"-1"1837,-5 0 1,2-1-353,-8-5 1,8 5-343,-1-5 1,-3 5 103,2 1 1,-5-5 113,5-1 0,-2-1-492,2 2 186,4 3-116,-5-5 387,7-1 0,-8 7 0,-2-7 0</inkml:trace>
  <inkml:trace contextRef="#ctx0" brushRef="#br0" timeOffset="3">19458 5006 7657,'10'0'-764,"-2"0"706,-8 0 1,2 0 122,3 0 0,-3 2-239,4 4 103,-4-5 62,-2 7 24,0 0-42,0 2 1,0 7 18,0 0 0,0 1 17,0-1 0,0 1-59,0-1 1,0 8-11,0 4 1,0-2-141,0 2 0,0 0 139,0 6 61,0-8 0,0 6 0,0-6 0</inkml:trace>
  <inkml:trace contextRef="#ctx0" brushRef="#br0" timeOffset="4">19893 4658 7755,'9'10'-538,"-1"0"396,-8-5 1,0-1 70,0 8 4,0-8 0,0 11 76,0-3 1,2-3-58,4 3 1,-4 0 64,3 5 1,-3 0-8,-2 1 1,0-1-43,0 0 1,2 3 4,4 3 1,-4-2 38,4 8 1,-4-6 6,-2 6 0,2 0 99,3 6 0,-3 0-101,4 0 1,2 1 41,-2 5 0,-1-5-41,-5 5 1,2-4 1,4-3 1,-4 1-30,4 0 1,2 0-124,-3 0 1,1-8 24,-6-4 0,6-2 50,0 2 1,5-4 42,-5 5 1,6 1 7,-6-2 0,5 0 5,-5-6 0,6 1-93,-7-1 13,9-7-79,-5 5 160,1-13 0,6-2 0,-7-9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6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10355 3059 7637,'11'0'168,"1"0"1,-6 6-110,5 0 1,-5 0-13,5-6 0,1 1 5,5 5 1,7-4-48,-1 4 1,8-4-13,-2-2 1,2 0 11,-3 0 1,9 6-124,-8-1 0,8 1-3,-8-6 1,-2 0 72,2 0 0,-2 0-194,2 0 0,-4 0-32,-8 0 0,1 0-48,-1 0 0,-6 0 72,1 0 250,-8 0 0,11 0 0,-5 0 0</inkml:trace>
  <inkml:trace contextRef="#ctx0" brushRef="#br0" timeOffset="1">11206 2781 7805,'11'0'-60,"1"0"1,-8-2 184,2-4-251,3 4 1,-5-5 3,8 7 87,-8 0 123,11 0-282,-5 0 213,7 0 1,0-6-105,1 0 0,-7 0 18,1 6 0,0-6 47,5 1 0,-5-1-26,-1 6 43,1 0 0,5 0 0,0 0 0,-5 6 18,0-1 1,-7 7 8,7-6 1,-8 7-11,2-1 0,-4 3 2,-2 3 1,0-1-75,0 1 1,0-1 63,0 0 1,-2 6-121,-4 1 1,-2 1 27,-3-2 1,-3-4 24,8 4 1,-5-3 30,5-3 0,-8 1 0,3-1 0,1-6 103,-1 1 0,5-8-71,-6 2 1,8-2 281,-1 1-161,-5-3 72,8 6-124,-6-8 10,8 0-4,0 0-45,8 0 0,2 0 9,7 0 0,-5-2-12,-1-4 1,1 4 74,5-3-72,0 3 0,1 2 11,-1 0 1,1 5 40,-1 1-47,0 8 1,1-5 5,-1 9 0,-5-1-5,-1 1 0,-5 5-70,6 0 1,-9 2 35,3-2 0,-4-2-104,-2 8 0,0-7 116,0 1 0,-8-2-223,-3 2 1,-6-3-77,-7 3 0,3-4-97,-8-2 0,6-1 380,-6-5 0,-8 5 0,-7-6 0</inkml:trace>
  <inkml:trace contextRef="#ctx0" brushRef="#br0" timeOffset="2">9416 4606 7300,'0'10'794,"0"-3"-705,0 1 0,6-4 29,0 8 1,2-9-148,-2 3 1,-3-4 70,9-2 1,0 0-71,5 0 0,0-2 96,1-4 1,1-3-150,4-9 0,4 1-3,8 0 0,0-1 9,-1 1 1,3 0-192,4-1 0,-5 1 57,5-1 0,1 1-66,-1 0 0,-1 1 4,-5 5 1,-6-5 270,0 5 0,-8-5 0,4-1 0</inkml:trace>
  <inkml:trace contextRef="#ctx0" brushRef="#br0" timeOffset="3">10216 4311 7796,'9'0'-322,"-1"0"364,0-8 0,-4 6-276,7-4 0,-7 2 52,2-2 0,2 3 87,-3-9 1,7 6 78,-6-5 1,5 5-10,-5-6 1,8 3 0,-3-3 1,5-1-9,1 7 0,0 0 203,1 6-127,-1 0 1,0 0 9,1 0 1,-3 8-32,-3 3 1,1 5 5,-7 1 0,0 2-25,-6 5 0,0-3-6,0 8 1,-2-2-30,-4 2 1,-3 4 41,-9-4 1,-1-2-39,-4 2 0,1-8 26,-6 2 1,6-2-6,-1 2 0,-2-9 39,2 3 1,0-3 82,5 3 0,3-5 24,3-1 0,-1-5 13,7 6-35,0-8-55,6 3 1,8-7 18,4 0 0,3 0-7,2 0 0,1-2 0,-1-3 1,6 1-49,0-8 0,8 8-17,-2-1 0,-2 1-29,2-2 1,-2 4-85,2-4 1,4 2-68,-4-2 0,2 5 54,-2-5 1,-4 4-91,-8 2 0,3 0-26,3 0 1,-10-2-52,5-4 106,-5 4 177,-3-6 0,5 8 0,-13-7 0,6-3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6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11275 3772 7906,'0'11'-201,"0"1"-74,0-8 307,0 4-85,0-1 49,0-5 133,0 6-253,0-8 283,0 0-55,8 0 50,-6 0-8,13 0-91,-5 0 1,7 0 13,1 0 1,-7 2-111,1 4 1,0-4-15,5 3 0,0-3-94,1-2 0,5 0 68,0 0 0,0 0-112,-5 0 1,1-6 96,4 1 1,-4-1 29,5 6 1,-5 0-57,-2 0 0,3 0 44,3 0 0,-10 0-332,5 0 293,-5 0 117,4 0 0,1 0 0,-1 0 0</inkml:trace>
  <inkml:trace contextRef="#ctx0" brushRef="#br0" timeOffset="1">12040 2868 7528,'0'10'371,"0"-3"-390,0-7 1,2 0 151,4 0 15,-5 0-9,7 0-67,-8 8 0,2-6-27,4 4 1,-4-2 56,4 1-211,3-3 223,1 6-192,7 0 0,1-6 82,-1 4 0,-2-3-14,-3 3 1,4-4-15,-5 4 1,5-4-4,1-2 0,-5 0 15,-1 0 0,-5 6 14,5-1 1,-5 1 50,6-6 0,-8 2-43,1 4 203,-3-4-187,6 13-3,-6-5 0,0 7-20,-8 1 1,-5-7-7,5 1 0,-8 0-38,3 5 1,-3 0 52,3 1 0,-5-1-156,5 0 1,-5 3 69,-1 3 0,-1-4-87,1 4 1,0-3 42,-1-3 1,7 0-55,-1 1 0,2-1-168,-1 1 0,-5-1 1,9 0 56,-5 1 283,4-9 0,1 7 0,-3-6 0</inkml:trace>
  <inkml:trace contextRef="#ctx0" brushRef="#br0" timeOffset="2">12943 2920 7878,'-7'10'0,"5"-1"-115,-4-3 1,-2-2-35,2 8 1,0-7 64,6 7 0,-5-6-156,-1 5 0,-6-5 140,7 6 1,-3-3 79,2 3 0,2 3-17,-7-3 1,5-2 61,-6 1 0,3 1-9,-3 5 1,-2 1-7,9-1 0,-9-5-20,3-1 1,1-1-178,-2 1 1,7 5 186,-7-5 0,0-3 0,-5 0 0</inkml:trace>
  <inkml:trace contextRef="#ctx0" brushRef="#br0" timeOffset="3">12665 2868 7887,'18'0'0,"-7"6"-31,1 0 0,-6-1 13,5-5 1,-7 2-151,2 4 1,2-2 147,-3 7 1,3-5 21,-2 6 0,-2-2 15,7 1 0,-5 5 35,6-5 0,-7 5-32,7 1 0,-2 0-129,1 1 0,3-1 62,-8 1 0,5-7-136,-5 1 1,6-1 6,-7 7 1,3-7 97,-2 1 1,-4-1-111,4 7 1,1-7-24,-1 1 211,0 0 0,2-3 0,1-1 0</inkml:trace>
  <inkml:trace contextRef="#ctx0" brushRef="#br0" timeOffset="4">13100 3042 6921,'0'9'247,"0"-1"-226,0-8-61,0 0 0,7 0 1,-3 0-128,8 0 1,-6 0 102,5 0 1,-5 0-327,6 0 390,-9 0 0,13 0 0,-7 0 0</inkml:trace>
  <inkml:trace contextRef="#ctx0" brushRef="#br0" timeOffset="5">13186 2937 7849,'10'10'-1,"0"4"104,-4-9-399,-5 1 211,7 2 23,0-6 0,-4 6 47,7-8-92,-7 0 184,12 0-8,-7 0-27,9 0 0,-3 2 20,-3 3-92,3-3 67,-5 6 1,5-6-151,-3 4 87,-4-4-73,-1 13 1,-5-5 47,4 7 0,-4-5-141,-2-1 0,-6 1 65,0 5-25,-7 1 0,3-1 152,-7 0 0,-1 1 0,1-1 0</inkml:trace>
  <inkml:trace contextRef="#ctx0" brushRef="#br0" timeOffset="6">13690 2851 7849,'-7'9'-344,"5"-1"342,-6 0 206,0-6-35,6 5-122,-13-7 1,13 2 204,-4 4-324,-4-4 83,1 13 1,-3-11-100,1 8 0,7-6 67,-2 5 5,-4 1 0,6 5 44,-7 1 1,7-7-9,-2 1 1,4-1 7,2 7 1,0-7-5,0 1 0,0 0 37,0 5 1,0-6-60,0 1 1,0-6-4,0 5 0,6-5-30,0 6 7,7-8 0,-3 9-34,7-7 17,1 0 1,-1-6-20,1 0 0,-7 6 18,1-1-9,-1 1-46,7-6-4,-1 0 26,-7 0 0,-3 2-90,-7 4 16,0-4-18,-7 13 1,-3-13-31,-7 4 1,-1 2 121,1-2 0,0-1-105,-1-5 1,1 6 179,-1 0 0,1 0 0,0-6 0</inkml:trace>
  <inkml:trace contextRef="#ctx0" brushRef="#br0" timeOffset="7">13795 2659 7477,'-10'-9'77,"0"1"-2,4 8-628,5 0-15,-7 0-3,8 0 383,0 0 188,8 8 0,1 1 0,9 9 0</inkml:trace>
  <inkml:trace contextRef="#ctx0" brushRef="#br0" timeOffset="8">13881 2955 7849,'0'27'0,"0"-4"0,0-4-269,0-1 1,-5-1 249,-1 1 0,0 1-156,6 4 1,0-4 107,0 4 0,-6-3 19,0-3 0,1 1-177,5-1 225,0 0 0,-8 1 0,-2-1 0</inkml:trace>
  <inkml:trace contextRef="#ctx0" brushRef="#br0" timeOffset="9">14003 2955 7849,'15'2'0,"-3"4"0,-2-5-311,-5 5 302,-3-4-334,14-2 187,-14 0 85,13 0 1,-11-2 77,8-4 0,-7 5-138,7-5 1,-8 2 27,2-2 101,3 4 0,-5-6-67,8 8 1,-6-1 74,5-5 310,-7 4-203,4-6 103,-1 16-182,-5 1 1,6 9-44,-8-1 0,-2 1 35,-4-1 0,3 0-6,-9 1 0,2 1-45,-1 4 1,-5-3-24,5 3 1,1-4 1,-2-2 0,1 1-74,-6-1 1,1 1 71,4-1 23,-3 0 0,5 1 43,-7-1 1,7-5-19,5-1 1,1-5 6,-2 6 87,4-8 28,-6 3-49,16-7 1,2 0-51,7 0 1,0 0-10,1 0 1,-1 0 10,1 0 1,-1-6-131,0 1 1,1-7 12,-1 6 0,0-1 24,1 1 1,-5 2-1,5-8 0,-5 8-100,10-1 1,-9-3 18,-3 2 0,1-5 149,5 5 0,1-8 0,-9 5 0,-1-9 0</inkml:trace>
  <inkml:trace contextRef="#ctx0" brushRef="#br0" timeOffset="10">14385 3059 7847,'0'10'-160,"2"-2"-38,4-8 285,-4 0-145,6 0 0,-6 0-234,3 0 183,-3 0-89,6 0 186,0 0-151,1-8 1,3-2 79,0-7 1,-9 5-17,3 1 84,4-1 0,-8-5-7,4-1 1,1 7 92,-1-1-112,0 0 118,-6-5-65,0 0 1,-2 1 7,-4 5 0,2 1 115,-7 4-62,-1 4 0,-5-5-28,-1 7 0,7 0 9,-1 0 1,1 5 96,-7 1 1,7 8-104,-1-3 1,6 5-22,-5 1 1,5 2-24,-6 5 1,8-3-13,-1 8 1,3-6-15,2 6 1,0-6-14,0 6 0,0-6 31,0 6 1,2-8-13,3 3 1,3-5 124,4-2-50,11 8 0,-6-5 67,12 3 0,-2-11-96,-4-7 1,-1-3-106,7-2 0,-8 0-13,2 0 1,2-7-202,-2-5 0,6-5 169,-6-7 1,6 3-85,-5-8 0,-1 8 204,-6-2 0,0-2 0,1 1 0,-1-6 0,1 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6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17651 10377 7937,'10'7'-687,"6"-5"0,-13 8 344,9-4 0,-6-4 644,5 4-158,-7-5-138,12-1 1,-12 0-36,7 0 0,-5 0-300,5 0 330,-7 0 0,12 0 0,-7 0 0</inkml:trace>
  <inkml:trace contextRef="#ctx0" brushRef="#br0" timeOffset="1">16696 11246 6397,'10'0'71,"-3"-8"-45,-7 6 0,2-6-35,4 8 24,-4 0 0,6-2 41,-8-3-58,7 3 0,3-6-4,7 8 1,1-2 2,-1-4 1,2 4-4,5-3 1,3 1 22,7-2 0,1 4-3,0-4 1,2 4-18,3 2 1,-3 0 6,3 0 1,-9 0-153,-2 0 1,0 6 42,6 0 105,-8 7 0,6-3 0,-6 7 0</inkml:trace>
  <inkml:trace contextRef="#ctx0" brushRef="#br0" timeOffset="2">16001 14114 7125,'10'0'-70,"5"0"1,-11 0 60,7 0 0,-5 0-43,6 0 0,-6 0 189,5 0 1,-5 0-40,6 0-157,-1 0 1,7 0 60,-1 0 1,0 0-68,1 0 0,-1 0 24,0 0 0,7 0-146,-1 0 1,8 0 71,-2 0 115,3 0 0,3-8 0,0-2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02:17:53.6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20483 4954 5741,'-9'0'40,"1"0"7,8 0 33,-8 0 8,6 0-40,-5 0 0,5 0 63,-4 0-100,4 0 0,-6-2 57,8-4-123,0 4 102,-8-6-25,7 8 0,-7-2 30,8-3-5,0 3 57,0-6-48,0 8 0,-2 0 3,-4 0 1,4-2 22,-4-4 161,4 4-114,2-5 21,0 7 50,0 0-140,0 7-43,0 3 0,0 2-18,0-1 0,0 1 45,0 5 0,0 0-89,0 1 0,2 1 33,4 4 0,-4-1-81,4 7 0,2 0 15,-3 5 0,3-1-146,-2-4 1,-4 4 90,4-4 0,-4-4-102,-2-2 1,0-4 116,0-1 0,0-7 118,0 1 0,0-8 0,0 4 0,7-8 0,3 0 0</inkml:trace>
  <inkml:trace contextRef="#ctx0" brushRef="#br0" timeOffset="1">20727 5301 7778,'9'8'-356,"-1"2"0,-8 1 658,0 1 0,0-6-394,0 5 0,0-5 78,0 6-106,-8-1 1,4 7 101,-7-1 0,5-5-192,-6-1 40,9 1 0,-11 5 69,8 1 0,-2-7-267,3 1 368,3-8 0,-14 11 0,7-5 0</inkml:trace>
  <inkml:trace contextRef="#ctx0" brushRef="#br0" timeOffset="2">21126 4988 7259,'0'10'423,"0"-2"-662,0 0 115,0-7 187,0 15 0,-2-12 21,-4 7-219,4-7 79,-5 12 0,7-12 72,0 7 1,0-5-40,0 6 0,-6-7 54,0 7 0,0-6 128,6 5-133,0 1 1,0 5 3,0 1 0,0-1-24,0 0 1,2-1-1,4-5 1,-2 5-67,8-5 0,-7-3 83,7-2 1,-6-4-127,5-2 1,1 0 57,5 0 1,-5 0-14,-1 0 0,1-8 47,5-3 1,-1-11 6,-5-1 1,3-2-8,-8 2 0,5 2 2,-5-8 1,6 7-4,-7-1 1,1-2 6,-6 2 1,0-6-21,0 6 1,0-6 18,0 6 0,0 5-178,0 7-11,-7-1-32,-3 3 0,-8 1 227,1 8 0,0 8 0,-1 1 0</inkml:trace>
  <inkml:trace contextRef="#ctx0" brushRef="#br0" timeOffset="3">19840 4519 7785,'10'10'-1892,"6"5"2102,-14-13 0,11 8-120,-7-4 0,2-4 22,-3 3-114,-3-3-14,14 6 3,-7-6 1,9 6 38,-1-8 0,-5 0-11,-1 0 0,1-2-6,5-4 1,6 4 5,1-4 0,5-1 14,-6 1 1,8-6-12,-2 6 0,9-1 3,3 1 0,5 4-22,-5-4 0,7-2 0,-2 3 0,6-1-3,6 6 1,-4 0-10,4 0 0,-2 0 4,2 0 1,-2 0 11,8 0 0,-8 6-109,2-1 0,-4 9 58,-2-3 0,0-1-107,0 2 0,-2-3 146,-3 3 1,-5 1-7,-7-7 0,-1 0-45,1-6 60,0 0 0,0 0 0,-1 0 0</inkml:trace>
  <inkml:trace contextRef="#ctx0" brushRef="#br0" timeOffset="4">21022 5823 7724,'17'7'-364,"1"-5"403,-1 4 1,-5-4-199,-1-2 1,1 0 36,5 0 1,1 0 7,-1 0 1,0-6 125,1 1 1,5-3 30,0 2 1,8-2-126,-2-3 1,4-3 73,1 8 1,1-5-76,0 5 0,2-7 17,3 1 1,3-4-126,3-1 1,2 6 190,-7-1 0,15 0 0,-2-5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리스트에 대해 어느 정도 익숙해 졌으니 예제를 하나 해봐요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수학 문제를 풀기 위해서 다항식을 리스트에 저장해볼게요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에 대한 다항식만 다룬다고 하면</a:t>
            </a:r>
            <a:r>
              <a:rPr lang="en-US" altLang="ko-KR"/>
              <a:t>, </a:t>
            </a:r>
            <a:r>
              <a:rPr lang="ko-KR" altLang="en-US"/>
              <a:t>각 항에서는 계수와 지수만 저장하면 충분해요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계수는 영어 </a:t>
            </a:r>
            <a:r>
              <a:rPr lang="en-US" altLang="ko-KR"/>
              <a:t>coefficient</a:t>
            </a:r>
            <a:r>
              <a:rPr lang="ko-KR" altLang="en-US"/>
              <a:t>를 따서 </a:t>
            </a:r>
            <a:r>
              <a:rPr lang="en-US" altLang="ko-KR"/>
              <a:t>coeff</a:t>
            </a:r>
            <a:r>
              <a:rPr lang="ko-KR" altLang="en-US"/>
              <a:t>라고 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지수는 영어 </a:t>
            </a:r>
            <a:r>
              <a:rPr lang="en-US" altLang="ko-KR"/>
              <a:t>exp</a:t>
            </a:r>
            <a:r>
              <a:rPr lang="ko-KR" altLang="en-US"/>
              <a:t>를 따서 </a:t>
            </a:r>
            <a:r>
              <a:rPr lang="en-US" altLang="ko-KR"/>
              <a:t>exp</a:t>
            </a:r>
            <a:r>
              <a:rPr lang="ko-KR" altLang="en-US"/>
              <a:t>라고 해볼게요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5419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8A964-FA1E-BF63-0850-CDAA55028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E9B6CB-0C39-E8E0-08BC-0DC386A65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1162F2-6581-3C94-EBEC-841F7837C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2x^2 + 3x^1 </a:t>
            </a:r>
            <a:r>
              <a:rPr lang="ko-KR" altLang="en-US"/>
              <a:t>같은 다항식을 항별로 리스트에 저장해 볼게요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리스트 </a:t>
            </a:r>
            <a:r>
              <a:rPr lang="en-US" altLang="ko-KR"/>
              <a:t>L</a:t>
            </a:r>
            <a:r>
              <a:rPr lang="ko-KR" altLang="en-US"/>
              <a:t>이 있으면</a:t>
            </a:r>
            <a:r>
              <a:rPr lang="en-US" altLang="ko-KR"/>
              <a:t>, </a:t>
            </a:r>
            <a:r>
              <a:rPr lang="ko-KR" altLang="en-US"/>
              <a:t>계수 </a:t>
            </a:r>
            <a:r>
              <a:rPr lang="en-US" altLang="ko-KR"/>
              <a:t>2, </a:t>
            </a:r>
            <a:r>
              <a:rPr lang="ko-KR" altLang="en-US"/>
              <a:t>지수 </a:t>
            </a:r>
            <a:r>
              <a:rPr lang="en-US" altLang="ko-KR"/>
              <a:t>2</a:t>
            </a:r>
            <a:r>
              <a:rPr lang="ko-KR" altLang="en-US"/>
              <a:t>로 새 항을 만들어서 </a:t>
            </a:r>
            <a:r>
              <a:rPr lang="en-US" altLang="ko-KR"/>
              <a:t>PUSH</a:t>
            </a:r>
            <a:r>
              <a:rPr lang="ko-KR" altLang="en-US"/>
              <a:t>를 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계수 </a:t>
            </a:r>
            <a:r>
              <a:rPr lang="en-US" altLang="ko-KR"/>
              <a:t>3, </a:t>
            </a:r>
            <a:r>
              <a:rPr lang="ko-KR" altLang="en-US"/>
              <a:t>지수 </a:t>
            </a:r>
            <a:r>
              <a:rPr lang="en-US" altLang="ko-KR"/>
              <a:t>1</a:t>
            </a:r>
            <a:r>
              <a:rPr lang="ko-KR" altLang="en-US"/>
              <a:t>로 새 항을 만들어서 </a:t>
            </a:r>
            <a:r>
              <a:rPr lang="en-US" altLang="ko-KR"/>
              <a:t>PUSH</a:t>
            </a:r>
            <a:r>
              <a:rPr lang="ko-KR" altLang="en-US"/>
              <a:t>를 하면 저장되요</a:t>
            </a:r>
            <a:r>
              <a:rPr lang="en-US" altLang="ko-KR"/>
              <a:t>. 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5BB8A1-D3D5-B054-235F-FAEAA7A78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661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9E022-98E0-F4C5-9BAF-5E40F63E8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D2BCDC-819F-CBDA-2C7A-BCA3D39F6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32A5A3-4C00-04D7-31BD-271FFFA1E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조금 더 나아가서 리스트에 저장된 두 다항식을 더해볼까요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먼저 결과를 저장할 리스트를 만들어요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의 첫항과 </a:t>
            </a:r>
            <a:r>
              <a:rPr lang="en-US" altLang="ko-KR"/>
              <a:t>Y</a:t>
            </a:r>
            <a:r>
              <a:rPr lang="ko-KR" altLang="en-US"/>
              <a:t>의 첫항을 비교해보면 </a:t>
            </a:r>
            <a:r>
              <a:rPr lang="en-US" altLang="ko-KR"/>
              <a:t>X</a:t>
            </a:r>
            <a:r>
              <a:rPr lang="ko-KR" altLang="en-US"/>
              <a:t>의 첫항이 지수가 더 커요 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의 첫항을 결과에 추가해요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의 두번째 항과 </a:t>
            </a:r>
            <a:r>
              <a:rPr lang="en-US" altLang="ko-KR"/>
              <a:t>Y</a:t>
            </a:r>
            <a:r>
              <a:rPr lang="ko-KR" altLang="en-US"/>
              <a:t>의 첫항을 비교해보면 지수가 똑같아요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두 항을 더해서 새로운 항을 만들어서 결과에 추가해요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Y</a:t>
            </a:r>
            <a:r>
              <a:rPr lang="ko-KR" altLang="en-US"/>
              <a:t>의 두번째 항만 남았으니까 결과에 추가하면 다 더해졌어요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238C9E-2E66-6082-6BEC-888518747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855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19530-DE8E-57BD-FC59-C6934FE2D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D2D3C4-4A7F-AB58-E7F6-8593567D8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4D97B4-8971-4152-F3D7-AA442EA17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조금 더 일반적인 다항식을 더하는 함수를 볼게요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다항식 리스트를 매개변수로 받는데</a:t>
            </a:r>
            <a:r>
              <a:rPr lang="en-US" altLang="ko-KR"/>
              <a:t>, </a:t>
            </a:r>
            <a:r>
              <a:rPr lang="ko-KR" altLang="en-US"/>
              <a:t>항들이 지수의 내림차순으로 정렬되어 있다고 가정해요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먼저 하는 일은 결과를 저장할 새로운 항 리스트를 만들어서 </a:t>
            </a:r>
            <a:r>
              <a:rPr lang="en-US" altLang="ko-KR"/>
              <a:t>A</a:t>
            </a:r>
            <a:r>
              <a:rPr lang="ko-KR" altLang="en-US"/>
              <a:t>에 저장하는 것이에요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다항식 덧셈을 할 때 </a:t>
            </a:r>
            <a:r>
              <a:rPr lang="en-US" altLang="ko-KR"/>
              <a:t>X</a:t>
            </a:r>
            <a:r>
              <a:rPr lang="ko-KR" altLang="en-US"/>
              <a:t>와 </a:t>
            </a:r>
            <a:r>
              <a:rPr lang="en-US" altLang="ko-KR"/>
              <a:t>Y</a:t>
            </a:r>
            <a:r>
              <a:rPr lang="ko-KR" altLang="en-US"/>
              <a:t>의 모든 항을 처리해야 하므로</a:t>
            </a:r>
            <a:r>
              <a:rPr lang="en-US" altLang="ko-KR"/>
              <a:t>, </a:t>
            </a:r>
            <a:r>
              <a:rPr lang="ko-KR" altLang="en-US"/>
              <a:t>반복을 해야 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에서 처리할 항의 위치를 </a:t>
            </a:r>
            <a:r>
              <a:rPr lang="en-US" altLang="ko-KR"/>
              <a:t>iX, Y</a:t>
            </a:r>
            <a:r>
              <a:rPr lang="ko-KR" altLang="en-US"/>
              <a:t>에서 처리할 항의 위치를 </a:t>
            </a:r>
            <a:r>
              <a:rPr lang="en-US" altLang="ko-KR"/>
              <a:t>iY</a:t>
            </a:r>
            <a:r>
              <a:rPr lang="ko-KR" altLang="en-US"/>
              <a:t>라고 하고</a:t>
            </a:r>
            <a:r>
              <a:rPr lang="en-US" altLang="ko-KR"/>
              <a:t>, 1</a:t>
            </a:r>
            <a:r>
              <a:rPr lang="ko-KR" altLang="en-US"/>
              <a:t>을 저장해놓아요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iX</a:t>
            </a:r>
            <a:r>
              <a:rPr lang="ko-KR" altLang="en-US"/>
              <a:t>가 </a:t>
            </a:r>
            <a:r>
              <a:rPr lang="en-US" altLang="ko-KR"/>
              <a:t>X.size </a:t>
            </a:r>
            <a:r>
              <a:rPr lang="ko-KR" altLang="en-US"/>
              <a:t>이하고</a:t>
            </a:r>
            <a:r>
              <a:rPr lang="en-US" altLang="ko-KR"/>
              <a:t>, iY</a:t>
            </a:r>
            <a:r>
              <a:rPr lang="ko-KR" altLang="en-US"/>
              <a:t>가 </a:t>
            </a:r>
            <a:r>
              <a:rPr lang="en-US" altLang="ko-KR"/>
              <a:t>Y.size </a:t>
            </a:r>
            <a:r>
              <a:rPr lang="ko-KR" altLang="en-US"/>
              <a:t>이하여서 </a:t>
            </a:r>
            <a:r>
              <a:rPr lang="en-US" altLang="ko-KR"/>
              <a:t>X</a:t>
            </a:r>
            <a:r>
              <a:rPr lang="ko-KR" altLang="en-US"/>
              <a:t>와 </a:t>
            </a:r>
            <a:r>
              <a:rPr lang="en-US" altLang="ko-KR"/>
              <a:t>Y </a:t>
            </a:r>
            <a:r>
              <a:rPr lang="ko-KR" altLang="en-US"/>
              <a:t>모두에 처리할 항이 남아있을 동안 반복해요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에서 처리할 항과 </a:t>
            </a:r>
            <a:r>
              <a:rPr lang="en-US" altLang="ko-KR"/>
              <a:t>Y</a:t>
            </a:r>
            <a:r>
              <a:rPr lang="ko-KR" altLang="en-US"/>
              <a:t>에서 처리할 항을 저장해놓고 시작할게요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28395A-1933-29B0-6CCC-99F6D6045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931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반복하면서 할 일은 </a:t>
            </a:r>
            <a:r>
              <a:rPr lang="en-US" altLang="ko-KR"/>
              <a:t>X</a:t>
            </a:r>
            <a:r>
              <a:rPr lang="ko-KR" altLang="en-US"/>
              <a:t>에서 처리중인 항과 </a:t>
            </a:r>
            <a:r>
              <a:rPr lang="en-US" altLang="ko-KR"/>
              <a:t>Y</a:t>
            </a:r>
            <a:r>
              <a:rPr lang="ko-KR" altLang="en-US"/>
              <a:t>에서 처리중인 항의 지수를 비교한 결과에 따라 달라져요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항의 지수가 </a:t>
            </a:r>
            <a:r>
              <a:rPr lang="en-US" altLang="ko-KR"/>
              <a:t>y</a:t>
            </a:r>
            <a:r>
              <a:rPr lang="ko-KR" altLang="en-US"/>
              <a:t>항의 지수보다 크면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결과에 </a:t>
            </a:r>
            <a:r>
              <a:rPr lang="en-US" altLang="ko-KR"/>
              <a:t>x</a:t>
            </a:r>
            <a:r>
              <a:rPr lang="ko-KR" altLang="en-US"/>
              <a:t>항을 추가하고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iX</a:t>
            </a:r>
            <a:r>
              <a:rPr lang="ko-KR" altLang="en-US"/>
              <a:t>가 처리됐으니 값을 하나 증가시키고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반복 작업을 다시 시작해요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295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5611E-3279-CF85-2B0E-B75D28BA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9706D8-F1FB-4095-DF16-FEDC65141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4E42C7-F750-0BDE-B6D6-C90E915BB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x</a:t>
            </a:r>
            <a:r>
              <a:rPr lang="ko-KR" altLang="en-US"/>
              <a:t>항의 지수보다 </a:t>
            </a:r>
            <a:r>
              <a:rPr lang="en-US" altLang="ko-KR"/>
              <a:t>y</a:t>
            </a:r>
            <a:r>
              <a:rPr lang="ko-KR" altLang="en-US"/>
              <a:t>항의 지수가 크면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결과에 </a:t>
            </a:r>
            <a:r>
              <a:rPr lang="en-US" altLang="ko-KR"/>
              <a:t>y</a:t>
            </a:r>
            <a:r>
              <a:rPr lang="ko-KR" altLang="en-US"/>
              <a:t>항을 추가하고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iY</a:t>
            </a:r>
            <a:r>
              <a:rPr lang="ko-KR" altLang="en-US"/>
              <a:t>가 처리됐으니 값을 하나 증가시키고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반복 작업을 다시 시작해요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447019-BE95-DAEB-7697-B630CAE41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831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25607-C02F-D8D1-F108-25CEFD42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46148D-CCFE-852F-9A1B-554FF38B8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970EDE-A59A-A407-1CA4-C475FF9A6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x</a:t>
            </a:r>
            <a:r>
              <a:rPr lang="ko-KR" altLang="en-US"/>
              <a:t>항의 지수와 </a:t>
            </a:r>
            <a:r>
              <a:rPr lang="en-US" altLang="ko-KR"/>
              <a:t>y</a:t>
            </a:r>
            <a:r>
              <a:rPr lang="ko-KR" altLang="en-US"/>
              <a:t>항의 지수가 같으면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결과에 두 항을 더한 새로운 항을 만들어서 추가하고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iX</a:t>
            </a:r>
            <a:r>
              <a:rPr lang="ko-KR" altLang="en-US"/>
              <a:t>와 </a:t>
            </a:r>
            <a:r>
              <a:rPr lang="en-US" altLang="ko-KR"/>
              <a:t>iY</a:t>
            </a:r>
            <a:r>
              <a:rPr lang="ko-KR" altLang="en-US"/>
              <a:t>모두 처리됐으니 값을 하나씩 증가시켜요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그리고 반복 작업을 다시 시작해요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E9768D-2B74-B742-AF76-897068A5C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279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반복이 끝나면 </a:t>
            </a:r>
            <a:r>
              <a:rPr lang="en-US" altLang="ko-KR"/>
              <a:t>X</a:t>
            </a:r>
            <a:r>
              <a:rPr lang="ko-KR" altLang="en-US"/>
              <a:t>나 </a:t>
            </a:r>
            <a:r>
              <a:rPr lang="en-US" altLang="ko-KR"/>
              <a:t>Y</a:t>
            </a:r>
            <a:r>
              <a:rPr lang="ko-KR" altLang="en-US"/>
              <a:t>중 최소 하나는 모든 항이 처리돼요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남은 항들은 결과에 모두 추가해요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iX</a:t>
            </a:r>
            <a:r>
              <a:rPr lang="ko-KR" altLang="en-US"/>
              <a:t>가 </a:t>
            </a:r>
            <a:r>
              <a:rPr lang="en-US" altLang="ko-KR"/>
              <a:t>X</a:t>
            </a:r>
            <a:r>
              <a:rPr lang="ko-KR" altLang="en-US"/>
              <a:t>의 </a:t>
            </a:r>
            <a:r>
              <a:rPr lang="en-US" altLang="ko-KR"/>
              <a:t>size </a:t>
            </a:r>
            <a:r>
              <a:rPr lang="ko-KR" altLang="en-US"/>
              <a:t>이하면</a:t>
            </a:r>
            <a:r>
              <a:rPr lang="en-US" altLang="ko-KR"/>
              <a:t>, X</a:t>
            </a:r>
            <a:r>
              <a:rPr lang="ko-KR" altLang="en-US"/>
              <a:t>에 남은 항들이 있어요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 때는 </a:t>
            </a:r>
            <a:r>
              <a:rPr lang="en-US" altLang="ko-KR"/>
              <a:t>iX</a:t>
            </a:r>
            <a:r>
              <a:rPr lang="ko-KR" altLang="en-US"/>
              <a:t>가 </a:t>
            </a:r>
            <a:r>
              <a:rPr lang="en-US" altLang="ko-KR"/>
              <a:t>X.size</a:t>
            </a:r>
            <a:r>
              <a:rPr lang="ko-KR" altLang="en-US"/>
              <a:t>이하일 동안 반복하면서 </a:t>
            </a:r>
            <a:r>
              <a:rPr lang="en-US" altLang="ko-KR"/>
              <a:t>X</a:t>
            </a:r>
            <a:r>
              <a:rPr lang="ko-KR" altLang="en-US"/>
              <a:t>의 항을 모두 결과에 추가해요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iY</a:t>
            </a:r>
            <a:r>
              <a:rPr lang="ko-KR" altLang="en-US"/>
              <a:t>가 </a:t>
            </a:r>
            <a:r>
              <a:rPr lang="en-US" altLang="ko-KR"/>
              <a:t>Y</a:t>
            </a:r>
            <a:r>
              <a:rPr lang="ko-KR" altLang="en-US"/>
              <a:t>의 </a:t>
            </a:r>
            <a:r>
              <a:rPr lang="en-US" altLang="ko-KR"/>
              <a:t>size </a:t>
            </a:r>
            <a:r>
              <a:rPr lang="ko-KR" altLang="en-US"/>
              <a:t>이하면</a:t>
            </a:r>
            <a:r>
              <a:rPr lang="en-US" altLang="ko-KR"/>
              <a:t>, Y</a:t>
            </a:r>
            <a:r>
              <a:rPr lang="ko-KR" altLang="en-US"/>
              <a:t>에 남은 항들이 있어요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 때는 </a:t>
            </a:r>
            <a:r>
              <a:rPr lang="en-US" altLang="ko-KR"/>
              <a:t>iY</a:t>
            </a:r>
            <a:r>
              <a:rPr lang="ko-KR" altLang="en-US"/>
              <a:t>가 </a:t>
            </a:r>
            <a:r>
              <a:rPr lang="en-US" altLang="ko-KR"/>
              <a:t>Y.size</a:t>
            </a:r>
            <a:r>
              <a:rPr lang="ko-KR" altLang="en-US"/>
              <a:t>이하일 동안 반복하면서 </a:t>
            </a:r>
            <a:r>
              <a:rPr lang="en-US" altLang="ko-KR"/>
              <a:t>Y</a:t>
            </a:r>
            <a:r>
              <a:rPr lang="ko-KR" altLang="en-US"/>
              <a:t>의 항을 모두 결과에 추가해요</a:t>
            </a:r>
            <a:r>
              <a:rPr lang="en-US" altLang="ko-KR"/>
              <a:t>.</a:t>
            </a:r>
          </a:p>
          <a:p>
            <a:endParaRPr lang="ko-KR" altLang="en-US"/>
          </a:p>
          <a:p>
            <a:r>
              <a:rPr lang="ko-KR" altLang="en-US"/>
              <a:t>모든 항을 다 했으면 결과를 반환해요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950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C0E07-39E6-1003-D728-B0A62EDA1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29D347-84E2-9DC3-75FE-421F5B85E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C5C224-2B8C-44C3-380F-7EB690604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다항식 덧셈 함수가 실행되는 과정을 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다항식 리스트를 만들어서 </a:t>
            </a:r>
            <a:r>
              <a:rPr lang="en-US" altLang="ko-KR" dirty="0"/>
              <a:t>A</a:t>
            </a:r>
            <a:r>
              <a:rPr lang="ko-KR" altLang="en-US" dirty="0"/>
              <a:t>에 저장해요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iX</a:t>
            </a:r>
            <a:r>
              <a:rPr lang="ko-KR" altLang="en-US" dirty="0"/>
              <a:t>에는 </a:t>
            </a:r>
            <a:r>
              <a:rPr lang="en-US" altLang="ko-KR" dirty="0"/>
              <a:t>1</a:t>
            </a:r>
            <a:r>
              <a:rPr lang="ko-KR" altLang="en-US" dirty="0"/>
              <a:t>을 저장하고</a:t>
            </a:r>
            <a:r>
              <a:rPr lang="en-US" altLang="ko-KR" dirty="0"/>
              <a:t>, iY</a:t>
            </a:r>
            <a:r>
              <a:rPr lang="ko-KR" altLang="en-US" dirty="0"/>
              <a:t>에도 </a:t>
            </a:r>
            <a:r>
              <a:rPr lang="en-US" altLang="ko-KR" dirty="0"/>
              <a:t>1</a:t>
            </a:r>
            <a:r>
              <a:rPr lang="ko-KR" altLang="en-US" dirty="0"/>
              <a:t>을 저장해요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반복을 하면서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en-US" altLang="ko-KR" dirty="0"/>
              <a:t>x</a:t>
            </a:r>
            <a:r>
              <a:rPr lang="ko-KR" altLang="en-US" dirty="0"/>
              <a:t>에는 </a:t>
            </a:r>
            <a:r>
              <a:rPr lang="en-US" altLang="ko-KR" dirty="0"/>
              <a:t>X</a:t>
            </a:r>
            <a:r>
              <a:rPr lang="ko-KR" altLang="en-US" dirty="0"/>
              <a:t>의 첫번째 항을 저장하고</a:t>
            </a:r>
            <a:r>
              <a:rPr lang="en-US" altLang="ko-KR" dirty="0"/>
              <a:t>, y</a:t>
            </a:r>
            <a:r>
              <a:rPr lang="ko-KR" altLang="en-US" dirty="0"/>
              <a:t>에는 </a:t>
            </a:r>
            <a:r>
              <a:rPr lang="en-US" altLang="ko-KR" dirty="0"/>
              <a:t>Y</a:t>
            </a:r>
            <a:r>
              <a:rPr lang="ko-KR" altLang="en-US" dirty="0"/>
              <a:t>의 첫번째 항을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먼저 </a:t>
            </a:r>
            <a:r>
              <a:rPr lang="en-US" altLang="ko-KR" dirty="0"/>
              <a:t>x</a:t>
            </a:r>
            <a:r>
              <a:rPr lang="ko-KR" altLang="en-US" dirty="0"/>
              <a:t>의 지수와 </a:t>
            </a:r>
            <a:r>
              <a:rPr lang="en-US" altLang="ko-KR" dirty="0"/>
              <a:t>y</a:t>
            </a:r>
            <a:r>
              <a:rPr lang="ko-KR" altLang="en-US" dirty="0"/>
              <a:t>의 지수를 비교하면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en-US" altLang="ko-KR" dirty="0"/>
              <a:t>x</a:t>
            </a:r>
            <a:r>
              <a:rPr lang="ko-KR" altLang="en-US" dirty="0"/>
              <a:t>의 지수가 더 크니까 </a:t>
            </a:r>
            <a:r>
              <a:rPr lang="en-US" altLang="ko-KR" dirty="0"/>
              <a:t>A</a:t>
            </a:r>
            <a:r>
              <a:rPr lang="ko-KR" altLang="en-US" dirty="0"/>
              <a:t>에 </a:t>
            </a:r>
            <a:r>
              <a:rPr lang="en-US" altLang="ko-KR" dirty="0"/>
              <a:t>x</a:t>
            </a:r>
            <a:r>
              <a:rPr lang="ko-KR" altLang="en-US" dirty="0"/>
              <a:t>를 추가하고</a:t>
            </a:r>
            <a:r>
              <a:rPr lang="en-US" altLang="ko-KR" dirty="0"/>
              <a:t>, iX</a:t>
            </a:r>
            <a:r>
              <a:rPr lang="ko-KR" altLang="en-US" dirty="0"/>
              <a:t>는 </a:t>
            </a:r>
            <a:r>
              <a:rPr lang="en-US" altLang="ko-KR" dirty="0"/>
              <a:t>1 </a:t>
            </a:r>
            <a:r>
              <a:rPr lang="ko-KR" altLang="en-US" dirty="0"/>
              <a:t>증가해서 </a:t>
            </a:r>
            <a:r>
              <a:rPr lang="en-US" altLang="ko-KR" dirty="0"/>
              <a:t>2</a:t>
            </a:r>
            <a:r>
              <a:rPr lang="ko-KR" altLang="en-US" dirty="0"/>
              <a:t>가 되요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다음 반복에서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en-US" altLang="ko-KR" dirty="0"/>
              <a:t>x</a:t>
            </a:r>
            <a:r>
              <a:rPr lang="ko-KR" altLang="en-US" dirty="0"/>
              <a:t>에 </a:t>
            </a:r>
            <a:r>
              <a:rPr lang="en-US" altLang="ko-KR" dirty="0"/>
              <a:t>X</a:t>
            </a:r>
            <a:r>
              <a:rPr lang="ko-KR" altLang="en-US" dirty="0"/>
              <a:t>의 두번째 항을 저장하고</a:t>
            </a:r>
            <a:r>
              <a:rPr lang="en-US" altLang="ko-KR" dirty="0"/>
              <a:t>, y</a:t>
            </a:r>
            <a:r>
              <a:rPr lang="ko-KR" altLang="en-US" dirty="0"/>
              <a:t>에는 </a:t>
            </a:r>
            <a:r>
              <a:rPr lang="en-US" altLang="ko-KR" dirty="0"/>
              <a:t>Y</a:t>
            </a:r>
            <a:r>
              <a:rPr lang="ko-KR" altLang="en-US" dirty="0"/>
              <a:t>의 첫번째 항을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x</a:t>
            </a:r>
            <a:r>
              <a:rPr lang="ko-KR" altLang="en-US" dirty="0"/>
              <a:t>의 지수와 </a:t>
            </a:r>
            <a:r>
              <a:rPr lang="en-US" altLang="ko-KR" dirty="0"/>
              <a:t>y</a:t>
            </a:r>
            <a:r>
              <a:rPr lang="ko-KR" altLang="en-US" dirty="0"/>
              <a:t>의 지수가 같으니까</a:t>
            </a:r>
            <a:r>
              <a:rPr lang="en-US" altLang="ko-KR" dirty="0"/>
              <a:t>, </a:t>
            </a:r>
            <a:r>
              <a:rPr lang="ko-KR" altLang="en-US" dirty="0"/>
              <a:t>두 계수를 합한 새로운 항을 만들어서 </a:t>
            </a:r>
            <a:r>
              <a:rPr lang="en-US" altLang="ko-KR" dirty="0"/>
              <a:t>A</a:t>
            </a:r>
            <a:r>
              <a:rPr lang="ko-KR" altLang="en-US" dirty="0"/>
              <a:t>에 추가해요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iX</a:t>
            </a:r>
            <a:r>
              <a:rPr lang="ko-KR" altLang="en-US" dirty="0"/>
              <a:t>는 </a:t>
            </a:r>
            <a:r>
              <a:rPr lang="en-US" altLang="ko-KR" dirty="0"/>
              <a:t>1 </a:t>
            </a:r>
            <a:r>
              <a:rPr lang="ko-KR" altLang="en-US" dirty="0"/>
              <a:t>증가해서 </a:t>
            </a:r>
            <a:r>
              <a:rPr lang="en-US" altLang="ko-KR" dirty="0"/>
              <a:t>3</a:t>
            </a:r>
            <a:r>
              <a:rPr lang="ko-KR" altLang="en-US" dirty="0"/>
              <a:t>이 되고</a:t>
            </a:r>
            <a:r>
              <a:rPr lang="en-US" altLang="ko-KR" dirty="0"/>
              <a:t>, iY</a:t>
            </a:r>
            <a:r>
              <a:rPr lang="ko-KR" altLang="en-US" dirty="0"/>
              <a:t>는 </a:t>
            </a:r>
            <a:r>
              <a:rPr lang="en-US" altLang="ko-KR" dirty="0"/>
              <a:t>1 </a:t>
            </a:r>
            <a:r>
              <a:rPr lang="ko-KR" altLang="en-US" dirty="0"/>
              <a:t>증가해서 </a:t>
            </a:r>
            <a:r>
              <a:rPr lang="en-US" altLang="ko-KR" dirty="0"/>
              <a:t>2</a:t>
            </a:r>
            <a:r>
              <a:rPr lang="ko-KR" altLang="en-US" dirty="0"/>
              <a:t>가 되요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다음 반복에서</a:t>
            </a:r>
            <a:r>
              <a:rPr lang="en-US" altLang="ko-KR" dirty="0"/>
              <a:t>, iX</a:t>
            </a:r>
            <a:r>
              <a:rPr lang="ko-KR" altLang="en-US" dirty="0"/>
              <a:t>가 </a:t>
            </a:r>
            <a:r>
              <a:rPr lang="en-US" altLang="ko-KR" dirty="0"/>
              <a:t>X</a:t>
            </a:r>
            <a:r>
              <a:rPr lang="ko-KR" altLang="en-US" dirty="0"/>
              <a:t>의 크기보다 커져서 반복이 종료되요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Y</a:t>
            </a:r>
            <a:r>
              <a:rPr lang="ko-KR" altLang="en-US" dirty="0"/>
              <a:t>에 남은 항들을 </a:t>
            </a:r>
            <a:r>
              <a:rPr lang="en-US" altLang="ko-KR" dirty="0"/>
              <a:t>A</a:t>
            </a:r>
            <a:r>
              <a:rPr lang="ko-KR" altLang="en-US" dirty="0"/>
              <a:t>에 추가하고</a:t>
            </a:r>
            <a:r>
              <a:rPr lang="en-US" altLang="ko-KR" dirty="0"/>
              <a:t>, A</a:t>
            </a:r>
            <a:r>
              <a:rPr lang="ko-KR" altLang="en-US" dirty="0"/>
              <a:t>가 반환돼요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78649-03CE-95D0-E814-E2F3A2E1C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950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2.xml"/><Relationship Id="rId4" Type="http://schemas.openxmlformats.org/officeDocument/2006/relationships/image" Target="../media/image3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customXml" Target="../ink/ink5.xml"/><Relationship Id="rId4" Type="http://schemas.openxmlformats.org/officeDocument/2006/relationships/image" Target="../media/image4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customXml" Target="../ink/ink11.xml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0" Type="http://schemas.openxmlformats.org/officeDocument/2006/relationships/image" Target="../media/image47.png"/><Relationship Id="rId4" Type="http://schemas.openxmlformats.org/officeDocument/2006/relationships/image" Target="../media/image44.png"/><Relationship Id="rId9" Type="http://schemas.openxmlformats.org/officeDocument/2006/relationships/customXml" Target="../ink/ink9.xml"/><Relationship Id="rId14" Type="http://schemas.openxmlformats.org/officeDocument/2006/relationships/image" Target="../media/image4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customXml" Target="../ink/ink17.xml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0" Type="http://schemas.openxmlformats.org/officeDocument/2006/relationships/image" Target="../media/image53.png"/><Relationship Id="rId4" Type="http://schemas.openxmlformats.org/officeDocument/2006/relationships/image" Target="../media/image50.png"/><Relationship Id="rId9" Type="http://schemas.openxmlformats.org/officeDocument/2006/relationships/customXml" Target="../ink/ink15.xml"/><Relationship Id="rId14" Type="http://schemas.openxmlformats.org/officeDocument/2006/relationships/image" Target="../media/image5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customXml" Target="../ink/ink18.xml"/><Relationship Id="rId7" Type="http://schemas.openxmlformats.org/officeDocument/2006/relationships/customXml" Target="../ink/ink2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customXml" Target="../ink/ink19.xml"/><Relationship Id="rId10" Type="http://schemas.openxmlformats.org/officeDocument/2006/relationships/image" Target="../media/image59.png"/><Relationship Id="rId4" Type="http://schemas.openxmlformats.org/officeDocument/2006/relationships/image" Target="../media/image56.png"/><Relationship Id="rId9" Type="http://schemas.openxmlformats.org/officeDocument/2006/relationships/customXml" Target="../ink/ink2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customXml" Target="../ink/ink22.xml"/><Relationship Id="rId7" Type="http://schemas.openxmlformats.org/officeDocument/2006/relationships/customXml" Target="../ink/ink2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customXml" Target="../ink/ink23.xml"/><Relationship Id="rId10" Type="http://schemas.openxmlformats.org/officeDocument/2006/relationships/image" Target="../media/image63.png"/><Relationship Id="rId4" Type="http://schemas.openxmlformats.org/officeDocument/2006/relationships/image" Target="../media/image60.png"/><Relationship Id="rId9" Type="http://schemas.openxmlformats.org/officeDocument/2006/relationships/customXml" Target="../ink/ink2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customXml" Target="../ink/ink26.xml"/><Relationship Id="rId7" Type="http://schemas.openxmlformats.org/officeDocument/2006/relationships/customXml" Target="../ink/ink2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customXml" Target="../ink/ink27.xml"/><Relationship Id="rId10" Type="http://schemas.openxmlformats.org/officeDocument/2006/relationships/image" Target="../media/image67.png"/><Relationship Id="rId4" Type="http://schemas.openxmlformats.org/officeDocument/2006/relationships/image" Target="../media/image64.png"/><Relationship Id="rId9" Type="http://schemas.openxmlformats.org/officeDocument/2006/relationships/customXml" Target="../ink/ink2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customXml" Target="../ink/ink30.xml"/><Relationship Id="rId7" Type="http://schemas.openxmlformats.org/officeDocument/2006/relationships/customXml" Target="../ink/ink32.xml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customXml" Target="../ink/ink34.xml"/><Relationship Id="rId5" Type="http://schemas.openxmlformats.org/officeDocument/2006/relationships/customXml" Target="../ink/ink31.xml"/><Relationship Id="rId10" Type="http://schemas.openxmlformats.org/officeDocument/2006/relationships/image" Target="../media/image71.png"/><Relationship Id="rId4" Type="http://schemas.openxmlformats.org/officeDocument/2006/relationships/image" Target="../media/image68.png"/><Relationship Id="rId9" Type="http://schemas.openxmlformats.org/officeDocument/2006/relationships/customXml" Target="../ink/ink3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customXml" Target="../ink/ink40.xml"/><Relationship Id="rId18" Type="http://schemas.openxmlformats.org/officeDocument/2006/relationships/image" Target="../media/image80.png"/><Relationship Id="rId26" Type="http://schemas.openxmlformats.org/officeDocument/2006/relationships/image" Target="../media/image84.png"/><Relationship Id="rId3" Type="http://schemas.openxmlformats.org/officeDocument/2006/relationships/customXml" Target="../ink/ink35.xml"/><Relationship Id="rId21" Type="http://schemas.openxmlformats.org/officeDocument/2006/relationships/customXml" Target="../ink/ink44.xml"/><Relationship Id="rId7" Type="http://schemas.openxmlformats.org/officeDocument/2006/relationships/customXml" Target="../ink/ink37.xml"/><Relationship Id="rId12" Type="http://schemas.openxmlformats.org/officeDocument/2006/relationships/image" Target="../media/image77.png"/><Relationship Id="rId17" Type="http://schemas.openxmlformats.org/officeDocument/2006/relationships/customXml" Target="../ink/ink42.xml"/><Relationship Id="rId25" Type="http://schemas.openxmlformats.org/officeDocument/2006/relationships/customXml" Target="../ink/ink46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9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customXml" Target="../ink/ink39.xml"/><Relationship Id="rId24" Type="http://schemas.openxmlformats.org/officeDocument/2006/relationships/image" Target="../media/image83.png"/><Relationship Id="rId5" Type="http://schemas.openxmlformats.org/officeDocument/2006/relationships/customXml" Target="../ink/ink36.xml"/><Relationship Id="rId15" Type="http://schemas.openxmlformats.org/officeDocument/2006/relationships/customXml" Target="../ink/ink41.xml"/><Relationship Id="rId23" Type="http://schemas.openxmlformats.org/officeDocument/2006/relationships/customXml" Target="../ink/ink45.xml"/><Relationship Id="rId28" Type="http://schemas.openxmlformats.org/officeDocument/2006/relationships/image" Target="../media/image85.png"/><Relationship Id="rId10" Type="http://schemas.openxmlformats.org/officeDocument/2006/relationships/image" Target="../media/image76.png"/><Relationship Id="rId19" Type="http://schemas.openxmlformats.org/officeDocument/2006/relationships/customXml" Target="../ink/ink43.xml"/><Relationship Id="rId4" Type="http://schemas.openxmlformats.org/officeDocument/2006/relationships/image" Target="../media/image73.png"/><Relationship Id="rId9" Type="http://schemas.openxmlformats.org/officeDocument/2006/relationships/customXml" Target="../ink/ink38.xml"/><Relationship Id="rId14" Type="http://schemas.openxmlformats.org/officeDocument/2006/relationships/image" Target="../media/image78.png"/><Relationship Id="rId22" Type="http://schemas.openxmlformats.org/officeDocument/2006/relationships/image" Target="../media/image82.png"/><Relationship Id="rId27" Type="http://schemas.openxmlformats.org/officeDocument/2006/relationships/customXml" Target="../ink/ink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182" y="262442"/>
            <a:ext cx="5545293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다항식의 데이터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2x² + 3x </a:t>
            </a:r>
            <a:r>
              <a:rPr lang="ko-KR" altLang="en-US"/>
              <a:t>다항식을 리스트에 저장하려면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항에 계수와 지수가 있다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	 - </a:t>
            </a:r>
            <a:r>
              <a:t>coeff: 계수</a:t>
            </a:r>
          </a:p>
          <a:p>
            <a:pPr marL="0" indent="0">
              <a:buNone/>
            </a:pPr>
            <a:r>
              <a:rPr lang="en-US"/>
              <a:t>	 - exp: </a:t>
            </a:r>
            <a:r>
              <a:rPr lang="ko-KR" altLang="en-US"/>
              <a:t>지수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8FD86264-D180-93BC-4A5E-F119FDB1048A}"/>
                  </a:ext>
                </a:extLst>
              </p14:cNvPr>
              <p14:cNvContentPartPr/>
              <p14:nvPr/>
            </p14:nvContentPartPr>
            <p14:xfrm>
              <a:off x="5973120" y="2309040"/>
              <a:ext cx="2733480" cy="87012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8FD86264-D180-93BC-4A5E-F119FDB104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63760" y="2299680"/>
                <a:ext cx="2752200" cy="88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5E3F5E7A-CE56-2302-2C05-263507A8AD81}"/>
                  </a:ext>
                </a:extLst>
              </p14:cNvPr>
              <p14:cNvContentPartPr/>
              <p14:nvPr/>
            </p14:nvContentPartPr>
            <p14:xfrm>
              <a:off x="1644840" y="4292640"/>
              <a:ext cx="1019880" cy="752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5E3F5E7A-CE56-2302-2C05-263507A8AD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35480" y="4283280"/>
                <a:ext cx="10386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F658CC17-8FC7-798C-7094-84A29C5EF7F7}"/>
                  </a:ext>
                </a:extLst>
              </p14:cNvPr>
              <p14:cNvContentPartPr/>
              <p14:nvPr/>
            </p14:nvContentPartPr>
            <p14:xfrm>
              <a:off x="1601280" y="4761720"/>
              <a:ext cx="1013400" cy="1569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F658CC17-8FC7-798C-7094-84A29C5EF7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91920" y="4752360"/>
                <a:ext cx="1032120" cy="175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41"/>
    </mc:Choice>
    <mc:Fallback>
      <p:transition spd="slow" advTm="161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539AE-BD46-60AF-5777-26D62D28B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9B052-1109-7956-579A-21023BB50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182" y="262442"/>
            <a:ext cx="5545293" cy="607653"/>
          </a:xfrm>
        </p:spPr>
        <p:txBody>
          <a:bodyPr>
            <a:spAutoFit/>
          </a:bodyPr>
          <a:lstStyle/>
          <a:p>
            <a:r>
              <a:t>예제: 다항식</a:t>
            </a:r>
            <a:r>
              <a:rPr lang="en-US"/>
              <a:t> </a:t>
            </a:r>
            <a:r>
              <a:rPr lang="ko-KR" altLang="en-US"/>
              <a:t>저장하기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1FC93-03E7-D86D-0708-8C55F2084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2x² + 3x </a:t>
            </a:r>
            <a:r>
              <a:rPr lang="ko-KR" altLang="en-US"/>
              <a:t>다항식을 리스트에 저장하려면</a:t>
            </a:r>
            <a:r>
              <a:rPr lang="en-US" altLang="ko-KR"/>
              <a:t>?</a:t>
            </a:r>
          </a:p>
          <a:p>
            <a:pPr marL="0" indent="0">
              <a:buNone/>
            </a:pPr>
            <a:endParaRPr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9E31914-A222-5F33-4FDD-F6EDFFC9CF57}"/>
              </a:ext>
            </a:extLst>
          </p:cNvPr>
          <p:cNvGrpSpPr/>
          <p:nvPr/>
        </p:nvGrpSpPr>
        <p:grpSpPr>
          <a:xfrm>
            <a:off x="5467350" y="2811463"/>
            <a:ext cx="3048000" cy="531812"/>
            <a:chOff x="3933825" y="3211513"/>
            <a:chExt cx="4333875" cy="762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6BAEE27-C09D-6514-5B10-776ABFCE433C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2, 2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53AE5D4-E24C-F63C-FFB9-BC91EF1647C7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3, 1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D485C43-BC16-715B-7203-180EC71C9C48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6B2D6B-5047-F210-E7C0-F01595F3BC3F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6FF117A-C94B-987B-AAEE-E40963146012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810AA75-50BB-FFB1-23B7-C1DD97C2EA30}"/>
              </a:ext>
            </a:extLst>
          </p:cNvPr>
          <p:cNvSpPr txBox="1"/>
          <p:nvPr/>
        </p:nvSpPr>
        <p:spPr>
          <a:xfrm>
            <a:off x="5172076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5B7F1E0F-5FA9-8B5A-13F4-DC7B48B77916}"/>
                  </a:ext>
                </a:extLst>
              </p14:cNvPr>
              <p14:cNvContentPartPr/>
              <p14:nvPr/>
            </p14:nvContentPartPr>
            <p14:xfrm>
              <a:off x="5178600" y="2734560"/>
              <a:ext cx="288000" cy="378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5B7F1E0F-5FA9-8B5A-13F4-DC7B48B779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69240" y="2725200"/>
                <a:ext cx="30672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1AB99F87-1301-E42F-F615-D6DEBA776834}"/>
                  </a:ext>
                </a:extLst>
              </p14:cNvPr>
              <p14:cNvContentPartPr/>
              <p14:nvPr/>
            </p14:nvContentPartPr>
            <p14:xfrm>
              <a:off x="1372680" y="2847240"/>
              <a:ext cx="3293640" cy="157068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1AB99F87-1301-E42F-F615-D6DEBA77683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63320" y="2837880"/>
                <a:ext cx="3312360" cy="158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7072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745"/>
    </mc:Choice>
    <mc:Fallback>
      <p:transition spd="slow" advTm="137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DEB85-FEB7-E5DE-13ED-2081B607A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A0BCB-F20E-4C64-0B4C-5E6B5A498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0512" y="262442"/>
            <a:ext cx="4621963" cy="607653"/>
          </a:xfrm>
        </p:spPr>
        <p:txBody>
          <a:bodyPr>
            <a:spAutoFit/>
          </a:bodyPr>
          <a:lstStyle/>
          <a:p>
            <a:r>
              <a:t>예제: 다항식</a:t>
            </a:r>
            <a:r>
              <a:rPr lang="en-US"/>
              <a:t> </a:t>
            </a:r>
            <a:r>
              <a:rPr lang="ko-KR" altLang="en-US"/>
              <a:t>덧셈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C2D19-9703-2BD5-DE86-D0AFEF6BC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X</a:t>
            </a:r>
            <a:r>
              <a:rPr lang="ko-KR" altLang="en-US"/>
              <a:t>와 </a:t>
            </a:r>
            <a:r>
              <a:rPr lang="en-US" altLang="ko-KR"/>
              <a:t>Y</a:t>
            </a:r>
            <a:r>
              <a:rPr lang="ko-KR" altLang="en-US"/>
              <a:t>에 저장된 다항식을 더하면</a:t>
            </a:r>
            <a:r>
              <a:rPr lang="en-US" altLang="ko-KR"/>
              <a:t>?</a:t>
            </a:r>
            <a:endParaRPr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C3C6C84-ED74-F5EE-3F4F-1625392CA30A}"/>
              </a:ext>
            </a:extLst>
          </p:cNvPr>
          <p:cNvGrpSpPr/>
          <p:nvPr/>
        </p:nvGrpSpPr>
        <p:grpSpPr>
          <a:xfrm>
            <a:off x="5467350" y="2811463"/>
            <a:ext cx="3048000" cy="531812"/>
            <a:chOff x="3933825" y="3211513"/>
            <a:chExt cx="4333875" cy="762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9B858A-72D1-1294-CA2F-F0FB3713BBC1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2, 2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72E4A33-A4D6-37C0-53E8-6249770E3210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3, 1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8492E6B-7167-58D9-B027-993CE212F4F2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3DBA6A4-CE07-4A3F-35C5-52E040B58A18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0DDFA12-728C-911F-F003-3FF906455F33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655CA78-0919-8551-839D-C70235ED833A}"/>
              </a:ext>
            </a:extLst>
          </p:cNvPr>
          <p:cNvSpPr txBox="1"/>
          <p:nvPr/>
        </p:nvSpPr>
        <p:spPr>
          <a:xfrm>
            <a:off x="5172076" y="244213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X</a:t>
            </a:r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9827A37-88A2-72B7-2E14-1D06D9317F28}"/>
              </a:ext>
            </a:extLst>
          </p:cNvPr>
          <p:cNvGrpSpPr/>
          <p:nvPr/>
        </p:nvGrpSpPr>
        <p:grpSpPr>
          <a:xfrm>
            <a:off x="5467350" y="3925888"/>
            <a:ext cx="3048000" cy="531812"/>
            <a:chOff x="3933825" y="3211513"/>
            <a:chExt cx="4333875" cy="762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7599D31-7280-7FDD-9ACF-74BB65D3F2CA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2, 1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57FC98C-0DFE-5B9D-3119-57CBE18678E1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1, 0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B9D4AC0-AEA9-B64F-00C9-495DDEF31B05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1FCC708-0BF0-022B-4FE6-763BAD33A1EA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12D1594-D416-20FC-A1CC-6BE3AB06B868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C17AE6A-AF1C-42D2-FE35-7657C41DA5D8}"/>
              </a:ext>
            </a:extLst>
          </p:cNvPr>
          <p:cNvSpPr txBox="1"/>
          <p:nvPr/>
        </p:nvSpPr>
        <p:spPr>
          <a:xfrm>
            <a:off x="5172076" y="355655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Y</a:t>
            </a:r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40B0D516-5B31-3546-3E98-FBB841D00485}"/>
                  </a:ext>
                </a:extLst>
              </p14:cNvPr>
              <p14:cNvContentPartPr/>
              <p14:nvPr/>
            </p14:nvContentPartPr>
            <p14:xfrm>
              <a:off x="1100880" y="2621880"/>
              <a:ext cx="2145600" cy="45720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40B0D516-5B31-3546-3E98-FBB841D004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1520" y="2612520"/>
                <a:ext cx="216432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EEDE07B2-5479-C814-2C0A-CC7FF1572D57}"/>
                  </a:ext>
                </a:extLst>
              </p14:cNvPr>
              <p14:cNvContentPartPr/>
              <p14:nvPr/>
            </p14:nvContentPartPr>
            <p14:xfrm>
              <a:off x="5760360" y="3210120"/>
              <a:ext cx="244440" cy="114516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EEDE07B2-5479-C814-2C0A-CC7FF1572D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51000" y="3200760"/>
                <a:ext cx="263160" cy="11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8313C318-3196-F821-508D-2F35E96FDE0F}"/>
                  </a:ext>
                </a:extLst>
              </p14:cNvPr>
              <p14:cNvContentPartPr/>
              <p14:nvPr/>
            </p14:nvContentPartPr>
            <p14:xfrm>
              <a:off x="5816520" y="3178800"/>
              <a:ext cx="750960" cy="116424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8313C318-3196-F821-508D-2F35E96FDE0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07160" y="3169440"/>
                <a:ext cx="769680" cy="11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5EE65C13-3A09-9E90-FCBF-B18B151EC14F}"/>
                  </a:ext>
                </a:extLst>
              </p14:cNvPr>
              <p14:cNvContentPartPr/>
              <p14:nvPr/>
            </p14:nvContentPartPr>
            <p14:xfrm>
              <a:off x="1075680" y="2822040"/>
              <a:ext cx="4021920" cy="89532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5EE65C13-3A09-9E90-FCBF-B18B151EC14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66320" y="2812680"/>
                <a:ext cx="4040640" cy="9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6E9AA4F1-0FAB-768A-AD50-98B78EC38303}"/>
                  </a:ext>
                </a:extLst>
              </p14:cNvPr>
              <p14:cNvContentPartPr/>
              <p14:nvPr/>
            </p14:nvContentPartPr>
            <p14:xfrm>
              <a:off x="1056960" y="3641760"/>
              <a:ext cx="3753000" cy="65736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6E9AA4F1-0FAB-768A-AD50-98B78EC3830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47600" y="3632400"/>
                <a:ext cx="3771720" cy="67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4033AE36-EC49-6568-B275-4E1FA7517471}"/>
                  </a:ext>
                </a:extLst>
              </p14:cNvPr>
              <p14:cNvContentPartPr/>
              <p14:nvPr/>
            </p14:nvContentPartPr>
            <p14:xfrm>
              <a:off x="1032120" y="4198680"/>
              <a:ext cx="3759120" cy="70056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4033AE36-EC49-6568-B275-4E1FA751747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22760" y="4189320"/>
                <a:ext cx="3777840" cy="71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832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523"/>
    </mc:Choice>
    <mc:Fallback>
      <p:transition spd="slow" advTm="375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6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00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6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2613F-0D1A-1013-A5F3-B25D889A8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E4E2A-C45C-18C1-8CBF-CD93FA5C2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059" y="262442"/>
            <a:ext cx="6893417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다항식 덧셈 함수 </a:t>
            </a:r>
            <a:r>
              <a:rPr lang="en-US" altLang="ko-KR"/>
              <a:t>(1 / 5)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9E7DD-FC67-DD04-21A9-ACDC343C9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/>
              <a:t>함수 </a:t>
            </a:r>
            <a:r>
              <a:rPr lang="en-US" altLang="ko-KR"/>
              <a:t>terms_add(</a:t>
            </a:r>
            <a:r>
              <a:rPr lang="ko-KR" altLang="en-US"/>
              <a:t>리스트 </a:t>
            </a:r>
            <a:r>
              <a:rPr lang="en-US" altLang="ko-KR"/>
              <a:t>X, </a:t>
            </a:r>
            <a:r>
              <a:rPr lang="ko-KR" altLang="en-US"/>
              <a:t>리스트 </a:t>
            </a:r>
            <a:r>
              <a:rPr lang="en-US" altLang="ko-KR"/>
              <a:t>Y):</a:t>
            </a:r>
            <a:endParaRPr/>
          </a:p>
          <a:p>
            <a:pPr>
              <a:lnSpc>
                <a:spcPct val="150000"/>
              </a:lnSpc>
            </a:pPr>
            <a:r>
              <a:rPr lang="en-US"/>
              <a:t>A = </a:t>
            </a:r>
            <a:r>
              <a:rPr lang="ko-KR" altLang="en-US"/>
              <a:t>새 리스트</a:t>
            </a:r>
            <a:endParaRPr/>
          </a:p>
          <a:p>
            <a:pPr>
              <a:lnSpc>
                <a:spcPct val="150000"/>
              </a:lnSpc>
            </a:pPr>
            <a:r>
              <a:t>iX </a:t>
            </a:r>
            <a:r>
              <a:rPr lang="en-US"/>
              <a:t>=</a:t>
            </a:r>
            <a:r>
              <a:t> </a:t>
            </a:r>
            <a:r>
              <a:rPr lang="en-US"/>
              <a:t>1</a:t>
            </a:r>
          </a:p>
          <a:p>
            <a:pPr>
              <a:lnSpc>
                <a:spcPct val="150000"/>
              </a:lnSpc>
            </a:pPr>
            <a:r>
              <a:t>iY </a:t>
            </a:r>
            <a:r>
              <a:rPr lang="en-US"/>
              <a:t>=</a:t>
            </a:r>
            <a:r>
              <a:t> 1</a:t>
            </a:r>
          </a:p>
          <a:p>
            <a:pPr>
              <a:lnSpc>
                <a:spcPct val="150000"/>
              </a:lnSpc>
            </a:pPr>
            <a:r>
              <a:t>반복: iX ≤ X</a:t>
            </a:r>
            <a:r>
              <a:rPr lang="en-US"/>
              <a:t>-&gt;</a:t>
            </a:r>
            <a:r>
              <a:t>size 그리고 iY ≤ Y</a:t>
            </a:r>
            <a:r>
              <a:rPr lang="en-US"/>
              <a:t>-&gt;</a:t>
            </a:r>
            <a:r>
              <a:t>size</a:t>
            </a:r>
            <a:r>
              <a:rPr lang="ko-KR" altLang="en-US"/>
              <a:t>일 동안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        </a:t>
            </a:r>
            <a:r>
              <a:rPr lang="en-US" altLang="ko-KR"/>
              <a:t>x = X-&gt;data[iX]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        </a:t>
            </a:r>
            <a:r>
              <a:rPr lang="en-US" altLang="ko-KR"/>
              <a:t>y = Y-&gt;data[iY]</a:t>
            </a:r>
          </a:p>
          <a:p>
            <a:pPr marL="0" indent="0">
              <a:lnSpc>
                <a:spcPct val="150000"/>
              </a:lnSpc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9DF1D619-8347-11AA-3E20-A78122D11540}"/>
                  </a:ext>
                </a:extLst>
              </p14:cNvPr>
              <p14:cNvContentPartPr/>
              <p14:nvPr/>
            </p14:nvContentPartPr>
            <p14:xfrm>
              <a:off x="3283560" y="2409120"/>
              <a:ext cx="2871000" cy="630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9DF1D619-8347-11AA-3E20-A78122D115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4200" y="2399760"/>
                <a:ext cx="28897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76996F24-9A48-CF2B-AE4E-A81B00567C4A}"/>
                  </a:ext>
                </a:extLst>
              </p14:cNvPr>
              <p14:cNvContentPartPr/>
              <p14:nvPr/>
            </p14:nvContentPartPr>
            <p14:xfrm>
              <a:off x="844200" y="3134880"/>
              <a:ext cx="2202120" cy="568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76996F24-9A48-CF2B-AE4E-A81B00567C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4840" y="3125520"/>
                <a:ext cx="22208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CFA1D41E-2CF7-73E2-5BA6-76283B4325F7}"/>
                  </a:ext>
                </a:extLst>
              </p14:cNvPr>
              <p14:cNvContentPartPr/>
              <p14:nvPr/>
            </p14:nvContentPartPr>
            <p14:xfrm>
              <a:off x="625320" y="3560400"/>
              <a:ext cx="1126440" cy="123300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CFA1D41E-2CF7-73E2-5BA6-76283B4325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5960" y="3551040"/>
                <a:ext cx="1145160" cy="12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80E43A5A-C83D-58D0-A847-378E807164C9}"/>
                  </a:ext>
                </a:extLst>
              </p14:cNvPr>
              <p14:cNvContentPartPr/>
              <p14:nvPr/>
            </p14:nvContentPartPr>
            <p14:xfrm>
              <a:off x="631800" y="5218560"/>
              <a:ext cx="5842080" cy="2692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80E43A5A-C83D-58D0-A847-378E807164C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2440" y="5209200"/>
                <a:ext cx="58608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0644ACA6-B3A5-C589-D00B-8ECCB2058033}"/>
                  </a:ext>
                </a:extLst>
              </p14:cNvPr>
              <p14:cNvContentPartPr/>
              <p14:nvPr/>
            </p14:nvContentPartPr>
            <p14:xfrm>
              <a:off x="1784520" y="6105600"/>
              <a:ext cx="1677600" cy="4968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0644ACA6-B3A5-C589-D00B-8ECCB205803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68320" y="6089400"/>
                <a:ext cx="17100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1AA6F36B-3F86-03D2-D0AD-9F157BAF32E9}"/>
                  </a:ext>
                </a:extLst>
              </p14:cNvPr>
              <p14:cNvContentPartPr/>
              <p14:nvPr/>
            </p14:nvContentPartPr>
            <p14:xfrm>
              <a:off x="1809000" y="6611400"/>
              <a:ext cx="1653120" cy="579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1AA6F36B-3F86-03D2-D0AD-9F157BAF32E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92800" y="6595200"/>
                <a:ext cx="1685520" cy="9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3833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997"/>
    </mc:Choice>
    <mc:Fallback>
      <p:transition spd="slow" advTm="179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057" y="262442"/>
            <a:ext cx="6893418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다항식 덧셈 함수 </a:t>
            </a:r>
            <a:r>
              <a:rPr lang="en-US" altLang="ko-KR"/>
              <a:t>(2 / 5)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 만약: </a:t>
            </a:r>
            <a:r>
              <a:rPr lang="en-US"/>
              <a:t>x-&gt;exp</a:t>
            </a:r>
            <a:r>
              <a:t> &gt; </a:t>
            </a:r>
            <a:r>
              <a:rPr lang="en-US"/>
              <a:t>y-&gt;exp</a:t>
            </a:r>
            <a:endParaRPr/>
          </a:p>
          <a:p>
            <a:pPr marL="0" indent="0">
              <a:lnSpc>
                <a:spcPct val="150000"/>
              </a:lnSpc>
              <a:buNone/>
            </a:pPr>
            <a:r>
              <a:t>                </a:t>
            </a:r>
            <a:r>
              <a:rPr lang="en-US"/>
              <a:t>PUSH</a:t>
            </a:r>
            <a:r>
              <a:t>(A, </a:t>
            </a:r>
            <a:r>
              <a:rPr lang="en-US"/>
              <a:t>x</a:t>
            </a:r>
            <a: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iX ← iX + 1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다음 반복으로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A468413A-620E-1D63-0610-E0F18DC30233}"/>
                  </a:ext>
                </a:extLst>
              </p14:cNvPr>
              <p14:cNvContentPartPr/>
              <p14:nvPr/>
            </p14:nvContentPartPr>
            <p14:xfrm>
              <a:off x="2157840" y="2390400"/>
              <a:ext cx="2327040" cy="7524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A468413A-620E-1D63-0610-E0F18DC302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8480" y="2381040"/>
                <a:ext cx="23457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ADFD4746-56DE-8123-9D34-6BF41C9AB1F3}"/>
                  </a:ext>
                </a:extLst>
              </p14:cNvPr>
              <p14:cNvContentPartPr/>
              <p14:nvPr/>
            </p14:nvContentPartPr>
            <p14:xfrm>
              <a:off x="1851480" y="3166200"/>
              <a:ext cx="1732680" cy="6912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ADFD4746-56DE-8123-9D34-6BF41C9AB1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2120" y="3156840"/>
                <a:ext cx="175140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E5997D29-6BBA-24F9-6E15-61071A7E0669}"/>
                  </a:ext>
                </a:extLst>
              </p14:cNvPr>
              <p14:cNvContentPartPr/>
              <p14:nvPr/>
            </p14:nvContentPartPr>
            <p14:xfrm>
              <a:off x="1794960" y="3948480"/>
              <a:ext cx="1576440" cy="817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E5997D29-6BBA-24F9-6E15-61071A7E066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85600" y="3939120"/>
                <a:ext cx="159516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CCCF0734-F982-4C01-9355-C24A7FB5002C}"/>
                  </a:ext>
                </a:extLst>
              </p14:cNvPr>
              <p14:cNvContentPartPr/>
              <p14:nvPr/>
            </p14:nvContentPartPr>
            <p14:xfrm>
              <a:off x="1870200" y="4780440"/>
              <a:ext cx="2239200" cy="442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CCCF0734-F982-4C01-9355-C24A7FB5002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60840" y="4771080"/>
                <a:ext cx="2257920" cy="6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54"/>
    </mc:Choice>
    <mc:Fallback>
      <p:transition spd="slow" advTm="106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ADBCF-5803-81E2-593F-F943CD3F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0AC54-7BC8-404B-41BF-87D353D0C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057" y="262442"/>
            <a:ext cx="6893418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다항식 덧셈 함수 </a:t>
            </a:r>
            <a:r>
              <a:rPr lang="en-US" altLang="ko-KR"/>
              <a:t>(3 / 5)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FCF33-F4E3-E519-F50E-FE192F67B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 만약: </a:t>
            </a:r>
            <a:r>
              <a:rPr lang="en-US"/>
              <a:t>x-&gt;exp</a:t>
            </a:r>
            <a:r>
              <a:t> </a:t>
            </a:r>
            <a:r>
              <a:rPr lang="en-US"/>
              <a:t>&lt;</a:t>
            </a:r>
            <a:r>
              <a:t> </a:t>
            </a:r>
            <a:r>
              <a:rPr lang="en-US"/>
              <a:t>y-&gt;exp</a:t>
            </a:r>
            <a:endParaRPr/>
          </a:p>
          <a:p>
            <a:pPr marL="0" indent="0">
              <a:lnSpc>
                <a:spcPct val="150000"/>
              </a:lnSpc>
              <a:buNone/>
            </a:pPr>
            <a:r>
              <a:t>                </a:t>
            </a:r>
            <a:r>
              <a:rPr lang="en-US"/>
              <a:t>PUSH</a:t>
            </a:r>
            <a:r>
              <a:t>(A, </a:t>
            </a:r>
            <a:r>
              <a:rPr lang="en-US"/>
              <a:t>y</a:t>
            </a:r>
            <a: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</a:t>
            </a:r>
            <a:r>
              <a:rPr lang="en-US"/>
              <a:t>Y</a:t>
            </a:r>
            <a:r>
              <a:t> ← i</a:t>
            </a:r>
            <a:r>
              <a:rPr lang="en-US"/>
              <a:t>Y</a:t>
            </a:r>
            <a:r>
              <a:t> + 1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다음 반복으로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604086B6-10C5-FD1A-4348-181FFB278AEE}"/>
                  </a:ext>
                </a:extLst>
              </p14:cNvPr>
              <p14:cNvContentPartPr/>
              <p14:nvPr/>
            </p14:nvContentPartPr>
            <p14:xfrm>
              <a:off x="2170440" y="2383920"/>
              <a:ext cx="2383200" cy="11304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604086B6-10C5-FD1A-4348-181FFB278A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61080" y="2374560"/>
                <a:ext cx="240192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921B3F6-5F9F-A2D2-1057-FAB651606314}"/>
                  </a:ext>
                </a:extLst>
              </p14:cNvPr>
              <p14:cNvContentPartPr/>
              <p14:nvPr/>
            </p14:nvContentPartPr>
            <p14:xfrm>
              <a:off x="1876320" y="3222360"/>
              <a:ext cx="1713960" cy="694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921B3F6-5F9F-A2D2-1057-FAB6516063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66960" y="3213000"/>
                <a:ext cx="173268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19FC1960-BEE4-96E0-DA99-616DDB1E52FF}"/>
                  </a:ext>
                </a:extLst>
              </p14:cNvPr>
              <p14:cNvContentPartPr/>
              <p14:nvPr/>
            </p14:nvContentPartPr>
            <p14:xfrm>
              <a:off x="1845000" y="3992040"/>
              <a:ext cx="1520280" cy="381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19FC1960-BEE4-96E0-DA99-616DDB1E52F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35640" y="3982680"/>
                <a:ext cx="15390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01A93F2D-8458-A7EE-07AD-7BF9B8CDA34A}"/>
                  </a:ext>
                </a:extLst>
              </p14:cNvPr>
              <p14:cNvContentPartPr/>
              <p14:nvPr/>
            </p14:nvContentPartPr>
            <p14:xfrm>
              <a:off x="1870200" y="4730400"/>
              <a:ext cx="2120400" cy="8820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01A93F2D-8458-A7EE-07AD-7BF9B8CDA34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60840" y="4721040"/>
                <a:ext cx="2139120" cy="10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6498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22"/>
    </mc:Choice>
    <mc:Fallback>
      <p:transition spd="slow" advTm="108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78152-92F0-0A49-2985-E0FD6FAF2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0125F-5025-DB8F-D0C6-E0503497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057" y="262442"/>
            <a:ext cx="6893418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다항식 덧셈 함수 </a:t>
            </a:r>
            <a:r>
              <a:rPr lang="en-US" altLang="ko-KR"/>
              <a:t>(4 / 5)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DC68C-4596-139F-5B13-2EB9C5755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 만약: </a:t>
            </a:r>
            <a:r>
              <a:rPr lang="en-US"/>
              <a:t>x-&gt;exp</a:t>
            </a:r>
            <a:r>
              <a:t> </a:t>
            </a:r>
            <a:r>
              <a:rPr lang="en-US"/>
              <a:t>==</a:t>
            </a:r>
            <a:r>
              <a:t> </a:t>
            </a:r>
            <a:r>
              <a:rPr lang="en-US"/>
              <a:t>y-&gt;exp</a:t>
            </a:r>
            <a:endParaRPr/>
          </a:p>
          <a:p>
            <a:pPr marL="0" indent="0">
              <a:lnSpc>
                <a:spcPct val="150000"/>
              </a:lnSpc>
              <a:buNone/>
            </a:pPr>
            <a:r>
              <a:t>                </a:t>
            </a:r>
            <a:r>
              <a:rPr lang="en-US"/>
              <a:t>PUSH</a:t>
            </a:r>
            <a:r>
              <a:t>(A, </a:t>
            </a:r>
            <a:r>
              <a:rPr lang="ko-KR" altLang="en-US"/>
              <a:t>새 항</a:t>
            </a:r>
            <a:r>
              <a:rPr lang="en-US" altLang="ko-KR"/>
              <a:t>(x-&gt;coeff + y-&gt;coeff, </a:t>
            </a:r>
            <a:r>
              <a:rPr lang="en-US"/>
              <a:t>x-&gt;exp</a:t>
            </a:r>
            <a:r>
              <a:t>)</a:t>
            </a:r>
            <a:r>
              <a:rPr lang="en-US"/>
              <a:t>)</a:t>
            </a:r>
            <a:endParaRPr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                iX ← iX + 1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</a:t>
            </a:r>
            <a:r>
              <a:rPr lang="en-US"/>
              <a:t>Y</a:t>
            </a:r>
            <a:r>
              <a:t> ← i</a:t>
            </a:r>
            <a:r>
              <a:rPr lang="en-US"/>
              <a:t>Y</a:t>
            </a:r>
            <a:r>
              <a:t> + 1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다음 반복으로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D718B727-3129-7C49-19C8-882707C27283}"/>
                  </a:ext>
                </a:extLst>
              </p14:cNvPr>
              <p14:cNvContentPartPr/>
              <p14:nvPr/>
            </p14:nvContentPartPr>
            <p14:xfrm>
              <a:off x="2145240" y="2453040"/>
              <a:ext cx="2502000" cy="5652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D718B727-3129-7C49-19C8-882707C272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5880" y="2443680"/>
                <a:ext cx="25207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98B0F6E-959B-2F9A-2A04-310264FB51AA}"/>
                  </a:ext>
                </a:extLst>
              </p14:cNvPr>
              <p14:cNvContentPartPr/>
              <p14:nvPr/>
            </p14:nvContentPartPr>
            <p14:xfrm>
              <a:off x="1807560" y="3153600"/>
              <a:ext cx="5147640" cy="1317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98B0F6E-959B-2F9A-2A04-310264FB51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98200" y="3144240"/>
                <a:ext cx="51663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E49D5FB8-C635-83A8-F226-DE1722E83B3C}"/>
                  </a:ext>
                </a:extLst>
              </p14:cNvPr>
              <p14:cNvContentPartPr/>
              <p14:nvPr/>
            </p14:nvContentPartPr>
            <p14:xfrm>
              <a:off x="1751400" y="3504240"/>
              <a:ext cx="37800" cy="12265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E49D5FB8-C635-83A8-F226-DE1722E83B3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42040" y="3494880"/>
                <a:ext cx="56520" cy="12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EC1FF279-9349-2A0D-7A67-CE0877AB0794}"/>
                  </a:ext>
                </a:extLst>
              </p14:cNvPr>
              <p14:cNvContentPartPr/>
              <p14:nvPr/>
            </p14:nvContentPartPr>
            <p14:xfrm>
              <a:off x="1883160" y="5320440"/>
              <a:ext cx="2298600" cy="2264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EC1FF279-9349-2A0D-7A67-CE0877AB079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66960" y="5304240"/>
                <a:ext cx="2331000" cy="25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0681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971"/>
    </mc:Choice>
    <mc:Fallback>
      <p:transition spd="slow" advTm="119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057" y="262442"/>
            <a:ext cx="6893418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다항식 덧셈 함수 </a:t>
            </a:r>
            <a:r>
              <a:rPr lang="en-US" altLang="ko-KR"/>
              <a:t>(5 / 5)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/>
              <a:t>반복</a:t>
            </a:r>
            <a:r>
              <a:rPr lang="en-US" altLang="ko-KR"/>
              <a:t>: iX ≤ X-&gt;size</a:t>
            </a:r>
            <a:r>
              <a:rPr lang="ko-KR" altLang="en-US"/>
              <a:t>일 동안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        </a:t>
            </a:r>
            <a:r>
              <a:rPr lang="en-US" altLang="ko-KR"/>
              <a:t>PUSH(A, X-&gt;data[iX])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/>
              <a:t>        iX += 1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반복</a:t>
            </a:r>
            <a:r>
              <a:rPr lang="en-US" altLang="ko-KR"/>
              <a:t>: iY ≤ Y-&gt;size</a:t>
            </a:r>
            <a:r>
              <a:rPr lang="ko-KR" altLang="en-US"/>
              <a:t>일 동안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        </a:t>
            </a:r>
            <a:r>
              <a:rPr lang="en-US" altLang="ko-KR"/>
              <a:t>PUSH(A, Y-&gt;data[iY])</a:t>
            </a:r>
          </a:p>
          <a:p>
            <a:pPr marL="0" indent="0">
              <a:buNone/>
            </a:pPr>
            <a:r>
              <a:rPr lang="en-US" altLang="ko-KR"/>
              <a:t>        iY += 1</a:t>
            </a:r>
            <a:endParaRPr lang="ko-KR" altLang="en-US"/>
          </a:p>
          <a:p>
            <a:endParaRPr lang="en-US" altLang="ko-KR"/>
          </a:p>
          <a:p>
            <a:r>
              <a:rPr lang="ko-KR" altLang="en-US"/>
              <a:t>반환</a:t>
            </a:r>
            <a:r>
              <a:rPr lang="en-US" altLang="ko-KR"/>
              <a:t>: A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A44E61F7-4DC1-A976-F652-8093ACDCBE8B}"/>
                  </a:ext>
                </a:extLst>
              </p14:cNvPr>
              <p14:cNvContentPartPr/>
              <p14:nvPr/>
            </p14:nvContentPartPr>
            <p14:xfrm>
              <a:off x="1751400" y="2327760"/>
              <a:ext cx="1870200" cy="1191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A44E61F7-4DC1-A976-F652-8093ACDCBE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42040" y="2318400"/>
                <a:ext cx="188892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7B4BC021-B481-6339-0B24-71AE944677C5}"/>
                  </a:ext>
                </a:extLst>
              </p14:cNvPr>
              <p14:cNvContentPartPr/>
              <p14:nvPr/>
            </p14:nvContentPartPr>
            <p14:xfrm>
              <a:off x="543960" y="2240280"/>
              <a:ext cx="657360" cy="13330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7B4BC021-B481-6339-0B24-71AE944677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4600" y="2230920"/>
                <a:ext cx="676080" cy="13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E6E8F586-FF4C-8DEA-0A96-EB91D3936A9F}"/>
                  </a:ext>
                </a:extLst>
              </p14:cNvPr>
              <p14:cNvContentPartPr/>
              <p14:nvPr/>
            </p14:nvContentPartPr>
            <p14:xfrm>
              <a:off x="1776240" y="4204800"/>
              <a:ext cx="1707840" cy="817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E6E8F586-FF4C-8DEA-0A96-EB91D3936A9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66880" y="4195440"/>
                <a:ext cx="172656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F87FD1BC-0411-BC04-C051-8842022B5E3B}"/>
                  </a:ext>
                </a:extLst>
              </p14:cNvPr>
              <p14:cNvContentPartPr/>
              <p14:nvPr/>
            </p14:nvContentPartPr>
            <p14:xfrm>
              <a:off x="594000" y="4061160"/>
              <a:ext cx="607320" cy="123300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F87FD1BC-0411-BC04-C051-8842022B5E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4640" y="4051800"/>
                <a:ext cx="626040" cy="12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FDA449B2-B622-F678-FA77-A0CC9690A636}"/>
                  </a:ext>
                </a:extLst>
              </p14:cNvPr>
              <p14:cNvContentPartPr/>
              <p14:nvPr/>
            </p14:nvContentPartPr>
            <p14:xfrm>
              <a:off x="713160" y="6476400"/>
              <a:ext cx="1200960" cy="5652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FDA449B2-B622-F678-FA77-A0CC9690A63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3800" y="6467040"/>
                <a:ext cx="1219680" cy="75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710"/>
    </mc:Choice>
    <mc:Fallback>
      <p:transition spd="slow" advTm="137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D8E4F-AAC0-47C6-0E47-E0963C7E2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910B-8E45-0529-547A-0B49B548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7415" y="262442"/>
            <a:ext cx="5635061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다항식 덧셈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BD0D7-F375-D02B-D4AA-76A09B48A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terms_add(X, Y)</a:t>
            </a:r>
            <a:r>
              <a:rPr lang="ko-KR" altLang="en-US"/>
              <a:t>의 실행 과정은</a:t>
            </a:r>
            <a:r>
              <a:rPr lang="en-US" altLang="ko-KR"/>
              <a:t>?</a:t>
            </a:r>
            <a:endParaRPr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1D87229-AE7B-BA5E-F07D-F6A8244F81D2}"/>
              </a:ext>
            </a:extLst>
          </p:cNvPr>
          <p:cNvGrpSpPr/>
          <p:nvPr/>
        </p:nvGrpSpPr>
        <p:grpSpPr>
          <a:xfrm>
            <a:off x="5467350" y="3163094"/>
            <a:ext cx="3048000" cy="531812"/>
            <a:chOff x="3933825" y="3211513"/>
            <a:chExt cx="4333875" cy="762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1E2DED7-67EB-89EA-E25C-D56E40F2100F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2, 2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3BF4D1E-D509-9BF3-FC14-F28D50DC4F2E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3, 1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5264717-97E4-2DB1-21AA-BCCEF8B3F63A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BAA9E08-2C43-7340-CA61-E87E0F6F2028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A78F4DF-9D54-AFC6-47B9-ED7C5FB7861F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B4D5658-8C27-A593-72CC-DAA0B08020A6}"/>
              </a:ext>
            </a:extLst>
          </p:cNvPr>
          <p:cNvSpPr txBox="1"/>
          <p:nvPr/>
        </p:nvSpPr>
        <p:spPr>
          <a:xfrm>
            <a:off x="5172076" y="27937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X</a:t>
            </a:r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2FDD4B0-CAE7-F3DE-0052-1547F8D7D676}"/>
              </a:ext>
            </a:extLst>
          </p:cNvPr>
          <p:cNvGrpSpPr/>
          <p:nvPr/>
        </p:nvGrpSpPr>
        <p:grpSpPr>
          <a:xfrm>
            <a:off x="5467350" y="4277519"/>
            <a:ext cx="3048000" cy="531812"/>
            <a:chOff x="3933825" y="3211513"/>
            <a:chExt cx="4333875" cy="762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7A35B67-51ED-8AB4-56F2-42FEF9957BDB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2, 1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69AB796-3EEE-2534-D320-73312378D602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1, 0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C86B32E-F4B2-FFA4-A504-FE61927D5528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526685F-BCEC-9B2E-A6F7-B38FB4127FA0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CAE9D2E-8BBB-6F2A-8CA9-A439D0140028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4DEB748-5473-F364-DA31-99EB087AA0C3}"/>
              </a:ext>
            </a:extLst>
          </p:cNvPr>
          <p:cNvSpPr txBox="1"/>
          <p:nvPr/>
        </p:nvSpPr>
        <p:spPr>
          <a:xfrm>
            <a:off x="5172076" y="390818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Y</a:t>
            </a:r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2F8B712D-19F0-A216-E0FC-E1335B686105}"/>
                  </a:ext>
                </a:extLst>
              </p14:cNvPr>
              <p14:cNvContentPartPr/>
              <p14:nvPr/>
            </p14:nvContentPartPr>
            <p14:xfrm>
              <a:off x="5491440" y="1370520"/>
              <a:ext cx="2070720" cy="82620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2F8B712D-19F0-A216-E0FC-E1335B6861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2080" y="1361160"/>
                <a:ext cx="2089440" cy="84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56022A27-36D6-4017-2274-024ED5A3B90A}"/>
                  </a:ext>
                </a:extLst>
              </p14:cNvPr>
              <p14:cNvContentPartPr/>
              <p14:nvPr/>
            </p14:nvContentPartPr>
            <p14:xfrm>
              <a:off x="2864520" y="982440"/>
              <a:ext cx="700920" cy="80136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56022A27-36D6-4017-2274-024ED5A3B9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55160" y="973080"/>
                <a:ext cx="719640" cy="82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19D67405-04A4-5380-09AB-F9B532F4B611}"/>
                  </a:ext>
                </a:extLst>
              </p14:cNvPr>
              <p14:cNvContentPartPr/>
              <p14:nvPr/>
            </p14:nvContentPartPr>
            <p14:xfrm>
              <a:off x="5747760" y="3623040"/>
              <a:ext cx="156960" cy="138924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19D67405-04A4-5380-09AB-F9B532F4B6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38400" y="3613680"/>
                <a:ext cx="175680" cy="140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971B76C2-F104-66C6-80EB-3483B66E301B}"/>
                  </a:ext>
                </a:extLst>
              </p14:cNvPr>
              <p14:cNvContentPartPr/>
              <p14:nvPr/>
            </p14:nvContentPartPr>
            <p14:xfrm>
              <a:off x="5672880" y="3522960"/>
              <a:ext cx="275400" cy="112032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971B76C2-F104-66C6-80EB-3483B66E301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63520" y="3513600"/>
                <a:ext cx="294120" cy="11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9C568EFA-0E7F-2D40-018A-B66ED9E4457E}"/>
                  </a:ext>
                </a:extLst>
              </p14:cNvPr>
              <p14:cNvContentPartPr/>
              <p14:nvPr/>
            </p14:nvContentPartPr>
            <p14:xfrm>
              <a:off x="5891760" y="1714680"/>
              <a:ext cx="613080" cy="41328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9C568EFA-0E7F-2D40-018A-B66ED9E4457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82400" y="1705320"/>
                <a:ext cx="6318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EFFB3036-DEC6-B4B7-9ACD-DC08A15F5947}"/>
                  </a:ext>
                </a:extLst>
              </p14:cNvPr>
              <p14:cNvContentPartPr/>
              <p14:nvPr/>
            </p14:nvContentPartPr>
            <p14:xfrm>
              <a:off x="3408840" y="1013760"/>
              <a:ext cx="475560" cy="17532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EFFB3036-DEC6-B4B7-9ACD-DC08A15F594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99480" y="1004400"/>
                <a:ext cx="4942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9E8C63BF-A8C7-52F8-27E0-1197871945AF}"/>
                  </a:ext>
                </a:extLst>
              </p14:cNvPr>
              <p14:cNvContentPartPr/>
              <p14:nvPr/>
            </p14:nvContentPartPr>
            <p14:xfrm>
              <a:off x="5704200" y="3679200"/>
              <a:ext cx="738360" cy="148968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9E8C63BF-A8C7-52F8-27E0-1197871945A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694840" y="3669840"/>
                <a:ext cx="757080" cy="150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656AF279-58A3-B8E2-E8BB-E3F7317A23AA}"/>
                  </a:ext>
                </a:extLst>
              </p14:cNvPr>
              <p14:cNvContentPartPr/>
              <p14:nvPr/>
            </p14:nvContentPartPr>
            <p14:xfrm>
              <a:off x="6041880" y="3954600"/>
              <a:ext cx="212760" cy="16308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656AF279-58A3-B8E2-E8BB-E3F7317A23A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32520" y="3945240"/>
                <a:ext cx="2314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0CF41962-E4BF-D1A7-DA5D-C2C257134EF9}"/>
                  </a:ext>
                </a:extLst>
              </p14:cNvPr>
              <p14:cNvContentPartPr/>
              <p14:nvPr/>
            </p14:nvContentPartPr>
            <p14:xfrm>
              <a:off x="6611040" y="1676880"/>
              <a:ext cx="644400" cy="40428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0CF41962-E4BF-D1A7-DA5D-C2C257134EF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601680" y="1667520"/>
                <a:ext cx="66312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D61126FD-E9BD-C794-87BF-86CEB1E75FC8}"/>
                  </a:ext>
                </a:extLst>
              </p14:cNvPr>
              <p14:cNvContentPartPr/>
              <p14:nvPr/>
            </p14:nvContentPartPr>
            <p14:xfrm>
              <a:off x="3389760" y="982440"/>
              <a:ext cx="801000" cy="71352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D61126FD-E9BD-C794-87BF-86CEB1E75FC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380400" y="973080"/>
                <a:ext cx="819720" cy="73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EE60A7AE-F808-F7CE-76AF-95D37192F150}"/>
                  </a:ext>
                </a:extLst>
              </p14:cNvPr>
              <p14:cNvContentPartPr/>
              <p14:nvPr/>
            </p14:nvContentPartPr>
            <p14:xfrm>
              <a:off x="4059000" y="951120"/>
              <a:ext cx="1276560" cy="43200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EE60A7AE-F808-F7CE-76AF-95D37192F15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049640" y="941760"/>
                <a:ext cx="129528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22DAD35F-F93E-EA49-C0AE-F2FF34C8DD1B}"/>
                  </a:ext>
                </a:extLst>
              </p14:cNvPr>
              <p14:cNvContentPartPr/>
              <p14:nvPr/>
            </p14:nvContentPartPr>
            <p14:xfrm>
              <a:off x="5760360" y="3735720"/>
              <a:ext cx="644400" cy="134568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22DAD35F-F93E-EA49-C0AE-F2FF34C8DD1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751000" y="3726360"/>
                <a:ext cx="663120" cy="13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837C5321-EC09-B66C-6FED-639892FF3982}"/>
                  </a:ext>
                </a:extLst>
              </p14:cNvPr>
              <p14:cNvContentPartPr/>
              <p14:nvPr/>
            </p14:nvContentPartPr>
            <p14:xfrm>
              <a:off x="7142400" y="1620720"/>
              <a:ext cx="707400" cy="48204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837C5321-EC09-B66C-6FED-639892FF398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133040" y="1611360"/>
                <a:ext cx="726120" cy="50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7885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411"/>
    </mc:Choice>
    <mc:Fallback>
      <p:transition spd="slow" advTm="374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000"/>
                            </p:stCondLst>
                            <p:childTnLst>
                              <p:par>
                                <p:cTn id="2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000"/>
                            </p:stCondLst>
                            <p:childTnLst>
                              <p:par>
                                <p:cTn id="33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000"/>
                            </p:stCondLst>
                            <p:childTnLst>
                              <p:par>
                                <p:cTn id="37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0"/>
                            </p:stCondLst>
                            <p:childTnLst>
                              <p:par>
                                <p:cTn id="41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000"/>
                            </p:stCondLst>
                            <p:childTnLst>
                              <p:par>
                                <p:cTn id="4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6000"/>
                            </p:stCondLst>
                            <p:childTnLst>
                              <p:par>
                                <p:cTn id="4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9000"/>
                            </p:stCondLst>
                            <p:childTnLst>
                              <p:par>
                                <p:cTn id="53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21982</TotalTime>
  <Words>953</Words>
  <Application>Microsoft Office PowerPoint</Application>
  <PresentationFormat>화면 슬라이드 쇼(4:3)</PresentationFormat>
  <Paragraphs>172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Aptos</vt:lpstr>
      <vt:lpstr>Aptos Display</vt:lpstr>
      <vt:lpstr>Arial</vt:lpstr>
      <vt:lpstr>Office 테마</vt:lpstr>
      <vt:lpstr>예제: 다항식의 데이터</vt:lpstr>
      <vt:lpstr>예제: 다항식 저장하기</vt:lpstr>
      <vt:lpstr>예제: 다항식 덧셈</vt:lpstr>
      <vt:lpstr>예제: 다항식 덧셈 함수 (1 / 5)</vt:lpstr>
      <vt:lpstr>예제: 다항식 덧셈 함수 (2 / 5)</vt:lpstr>
      <vt:lpstr>예제: 다항식 덧셈 함수 (3 / 5)</vt:lpstr>
      <vt:lpstr>예제: 다항식 덧셈 함수 (4 / 5)</vt:lpstr>
      <vt:lpstr>예제: 다항식 덧셈 함수 (5 / 5)</vt:lpstr>
      <vt:lpstr>예제: 다항식 덧셈 함수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자료구조 (Data Structure) 1주차: 리스트</dc:title>
  <dc:creator>K C</dc:creator>
  <cp:lastModifiedBy>K C</cp:lastModifiedBy>
  <cp:revision>43</cp:revision>
  <dcterms:created xsi:type="dcterms:W3CDTF">2025-07-28T15:04:23Z</dcterms:created>
  <dcterms:modified xsi:type="dcterms:W3CDTF">2025-10-06T07:28:16Z</dcterms:modified>
</cp:coreProperties>
</file>