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"/>
  </p:notesMasterIdLst>
  <p:sldIdLst>
    <p:sldId id="265" r:id="rId2"/>
    <p:sldId id="313" r:id="rId3"/>
    <p:sldId id="314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410" autoAdjust="0"/>
  </p:normalViewPr>
  <p:slideViewPr>
    <p:cSldViewPr snapToGrid="0">
      <p:cViewPr varScale="1">
        <p:scale>
          <a:sx n="87" d="100"/>
          <a:sy n="87" d="100"/>
        </p:scale>
        <p:origin x="120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1060 1512 7926,'0'12'-1366,"0"-1"1024,0-7 1,0 6 204,0-4 178,0-4 0,0 7 62,0-3-134,0-4 42,0 6 1,0-6-40,0 3 48,0-3 5,0 6-17,0-8 110,0 0-62,0 8-42,0-6 1,0 7-6,0-3 28,0-4 1,2 8 2,4-4 1,-5-3-7,5 9 1,-4-6 2,-2 5 1,0-5-21,0 6 0,0-1-3,0 7 1,0-1-44,0 1 0,0-1 51,0 0 0,6 3-18,0 3 1,0-4-14,-6 4 1,0-3 0,0-3 0,0 6 0,0 0 0,0 0 1,0-5 1,0 1-22,0 4 1,0-3 27,0 3 0,1-10-234,5-1 131,-4 0-76,6 5 179,-8-7 0,0-3 0,0-7 0</inkml:trace>
  <inkml:trace contextRef="#ctx0" brushRef="#br0" timeOffset="1">1042 1582 6156,'10'0'-396,"-2"0"396,-8 0 0,2 0 161,4 0-136,-5 0 142,7 0-72,-8 0 105,0 0-181,8 0 41,-6 0-48,6 0 33,-8 0-13,0 0 31,7 0-5,-5 0-26,6 0 1,-6 0 46,4 0 8,-4 0-40,13 0 1,-7-2 28,3-4-42,5 4 0,-7-6-27,9 8 1,-7-5 28,1-1 0,0 0-7,5 6 1,0 0-14,1 0 1,-3-2 1,-3-4 0,3 4-5,-3-4 1,3 5-2,3 1 0,-1-2-36,0-4 42,1 4 0,-1-8-38,0 4 0,1 3 16,-1-9 1,0 8-6,1-2 0,-7-1 5,1 1 0,0-6-1,5 6 0,-2-1 2,-3 1 1,3 4-2,-3-4 0,3 2 0,3-1 3,-1 3 1,1-6-2,-1 8 1,-5 0 3,-1 0 1,1 0-1,5 0 0,-5 0 7,-1 0 1,-5 0 12,6 0-23,-1-8 0,7 6 4,-1-4 1,-5 5 7,-1 1 0,-5 0-1,5 0 21,1 0-30,5 0-3,1 0 1,-1-6 0,1 0 0,-7 0-2,1 6-7,-1 0 14,7 0-8,-1 0 1,0 0 1,1 0 0,-7 0 2,1 0 0,-6 0 0,5 0 0,-5 0 0,6 0 0,-6 0-11,5 0 1,-5 0-2,5 0 0,-5-6-29,6 1 31,-8-1-7,11 6 1,-11 0-2,8 0-25,-9 0 1,7-6 23,-4 0 2,-4 0 18,6 6 3,-8 0 14,0 0-23,0 8 14,0-6 1,0 8-12,0-5 0,0-1 36,0 8 0,0-6 1,0 5 0,0 1 7,0 5 0,0 1-13,0-1 0,0 6 5,0 0 0,0 6-69,0-5 0,0 5 55,0-6 0,5 8-89,1-2 1,0 1 73,-6-1 1,0 4-70,0-4 0,0 2-24,0-2 0,0 2-118,0-8 0,-6 2 52,0-2 0,1-3-76,5 3 1,-6-10 229,0-1 0,-8-8 0,5 11 0,-9-5 0</inkml:trace>
  <inkml:trace contextRef="#ctx0" brushRef="#br0" timeOffset="2">1095 2068 7864,'1'10'-991,"5"-4"1,-4-2 1420,4 1-207,-4-3 1,-2 8-457,0-4 192,8-4 113,-6 6 41,13-1-57,-5-5 0,7 8-22,0-4 0,-5-4-10,0 3 0,1-3-8,10-2 1,-3 0 33,3 0 1,4 0-57,2 0 1,4 0 19,1 0 0,1 0-9,0 0 0,1-2 25,5-3 0,-2 1-3,7-8 1,-7 6-2,1-5 0,3-1-3,-3-5 0,6 5 97,-5 1 1,-1 1-83,-5-2 0,0-1 42,0 7 1,-2 0-51,-5 6 1,5 0 2,-4 0 1,-2 2-18,2 4 1,-2-2-9,2 7 0,-4-7-56,-7 2 0,-1-2 74,0 2 0,-5-4-59,0 3 55,-9-3-129,5-2 0,-6 0 14,4 0-23,-4 0 48,6 8 1,-8-4-113,0 8 1,-2-9-47,-4 3 1,4-2-18,-4 2-45,-4-4 288,1 6 0,-9-1 0,1 3 0</inkml:trace>
  <inkml:trace contextRef="#ctx0" brushRef="#br0" timeOffset="3">1008 2625 6538,'-2'9'-790,"-4"-3"906,4-4 33,-6-2-67,8 8 11,0-6-17,0 5-20,0-7 13,0 0-8,0-7-12,0 5-36,0-14-9,0 7 0,2-9-6,4 1 1,-2 5-6,7 1 0,-7-1 35,2-5 1,4 5-18,1 1 1,-1-1 56,2-5 1,-3-3-14,3-3 1,3 4 3,-3-4 1,3 1-6,3-1 1,-1 4 10,0-4 1,1-2-7,-1 1 1,6-5 2,0 6 0,3-8-79,-3 2 1,-2-2 60,8 2 1,-6-3-105,6 3 0,-6-4 68,6-2 0,0-4-6,6 5 0,-6-5-1,0 10 1,0 2-12,5-2 0,-5 8-27,0-2 0,-7 3 40,1 3-254,-4 7 244,-2 3 1,-5 7-241,0 0-2,-9 0-147,5 0 210,-8 7-25,0-5 211,0 6 0,8-8 0,2 0 0</inkml:trace>
  <inkml:trace contextRef="#ctx0" brushRef="#br0" timeOffset="4">1529 1721 5752,'0'-10'566,"0"2"-406,0 8-91,0 0 15,0-7-68,0 5-30,8-6 14,-6 0 36,13 6 1,-11-5 8,7 7 1,-5-2-12,6-4 0,-6 4 9,5-4 0,-5 4 22,6 2 1,-7 0-31,7 0 0,-6-2-27,5-3-11,1 3 0,5-6-9,1 8 1,-7 0 2,1 0 1,-6 0-12,5 0 1,-5 0-41,6 0-12,-9 0-171,13 0 210,-14 8-40,5 1 1,-7 9-21,0-1 0,-1 0-10,-5 1 0,4-1 4,-4 1 99,-4 7 0,1-6 0,-9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4830 1460 6324,'0'-10'413,"0"3"-288,0 7 1162,0 0-1179,0 7-49,0 3 0,0 7-12,0 1 1,6 1-2,-1 4 1,1-3 12,-6 3 0,0 4-1,0 2 1,2-2-31,4 2 1,-4 0-5,4 6 1,-4-7-87,-2 1 0,0-7 99,0 1 1,5 2-56,1-2 1,0 6-17,-6-6 12,8 0 0,-6-5-21,3-1 0,-1-5-207,2-1 74,-4-7-214,6 4-137,-8-8 326,7 0 0,-5-8-71,4-3 0,-4-5 272,-2-1 0,0-1 0,0 1 0</inkml:trace>
  <inkml:trace contextRef="#ctx0" brushRef="#br0" timeOffset="1">4934 1425 7330,'-12'0'-1196,"1"0"2268,7 0-782,-11 0-812,13 0 370,-14 0 211,14 0 51,-5 0 19,7 0 583,0 0-597,0-7 5,0 5-53,7-6-7,-5 8 10,14 0 0,-14 0-84,13 0 1,-11 0 55,7 0-25,-7 0 29,12 0-15,-7 0-17,9 0-2,-1 0-2,1 0 0,-1 0-2,0 0 1,-5 0-14,-1 0 1,1 0-9,5 0 0,1 0 22,-1 0 1,1 2-6,-1 4 1,0-4 44,1 3 0,-1-3-35,0-2 1,1 2 3,-1 4 0,1-4 14,-1 4 0,0-4 4,1-2 0,5 2-12,0 3 0,0-3-1,-5 4 0,1-4-41,4-2 0,-4 0 36,4 0 1,-1 0-22,1 0 1,-4 0 38,4 0 0,2 0-2,-1 0 1,1 0 1,-2 0 1,-4 0 5,4 0 1,4 0-32,2 0 1,-4 0 4,-1 0 1,1 6 20,-2 0 1,8-1-9,-2-5 0,2 0 6,-3 0 1,5 0-21,-4 0 0,10 0-6,1 0 1,3 0-10,-3 0 1,-3 0 1,4 0 0,3-5 50,2-1 0,-1 0-34,1 6 1,-7-2-19,1-4 1,5 4 16,1-3 0,-2 3 5,3 2 0,-7 0 31,7 0 0,-7 0 4,6 0 1,-5 0 1,5 0 0,-5 0 10,5 0 1,0 0-27,7 0 0,-7 0-4,0 0 0,-5 2-20,5 3 1,-1-3 27,1 4 0,2-4-100,-7-2 1,5 0 41,-5 0 1,7 0-15,-2 0 0,-1 0 4,1 0 0,-6 0-10,7 0 0,-7 0 11,7 0 1,-9 0 13,3 0 0,-5-2-11,-1-4 1,6 4 7,-1-3 1,1 3 11,-6 2 0,-1 0 7,1 0 0,0 0 3,0 0 1,-1 0-6,1 0 1,0 0 3,-1 0 1,1 0 83,0 0 1,-6 0-85,0 0 1,0 0-21,6 0 1,-3 5 24,-3 1 1,2 0-20,-8-6 1,6 0-39,-5 0 1,4 0-15,-4 0 0,5 2 24,-6 4 0,2-4-12,-2 3 0,-4-3-42,5-2 1,-5 0 53,-2 0 1,1 0 60,-1 0 1,0 0-57,1 0 0,-7 0 36,1 0 6,-1 0 13,7 0-23,-1 0 1,-5 0 1,-1 0 0,-7 2 2,2 4-20,-4-4-156,6 6 148,-6-8-53,5 0 0,-5 2 14,4 4-9,-4-5 52,6 7 12,-1-8 1,-3 0 31,8 0 1,-6 0-65,5 0 85,-7 8 0,12-6-52,-5 4 1,-1-4 16,1-2 0,-5 0 0,6 0 1,-1 0-17,7 0 0,-1 0-2,0 0 1,-5 0-76,0 0 76,-1 0 1,7 0-57,-1 0 0,-6 0 36,1 0-67,0 0 45,5 0-3,0 0 18,1 0 1,-7 0-25,1 0 29,-8 0 3,11 0 59,-13 0-66,6 0 69,-8 0-3,0 0-1,0 7 47,0-5-39,0 6 11,0 0 1,0-4-26,0 7 0,0 1 2,0 5 0,0 0-18,0 1 0,-6 1-5,0 4 0,1-1-53,5 7 1,0 0 23,0 5 1,0 1-181,0 0 1,0 0 53,0-1 0,0 1-175,0 0 1,0-2-132,0-4 0,0 2-563,0-8 1012,0 0 0,0 2 0,0 2 0</inkml:trace>
  <inkml:trace contextRef="#ctx0" brushRef="#br0" timeOffset="2">4951 2051 6141,'2'10'0,"4"-5"-299,-4-3 304,6-2-1,-8 0 356,0 0-335,0 8 23,0-6-22,0 6 35,0-8-11,-8 0 6,6 0 18,-6 0 5,8 0-5,0 0-53,0 7 26,0-5 17,0 6 0,0-8 232,0 0-259,0 8 17,0-6-10,0 6 0,0-8 108,0 0-109,8 0 8,-6 0-33,6 0 0,-6 0 5,4 0 1,-5 1-8,5 5 1,-2-4 26,2 4-5,-4-4-21,13-2 1,-11 0-5,8 0 0,-6 0-9,5 0 15,-7 0 1,11 0-27,-3 0 1,-2 0 19,1 0 0,-5 0-2,6 0 1,-7 0-16,7 0 1,-6 0-7,5 0 7,1 0-7,5 0 23,1 0-2,-1 0 30,0 0 51,1 0 16,-1 0-65,1 8 0,-7-6 60,1 3-29,-8-3-35,11-2 1,-11 0 11,7 0 7,-7 0-64,12 0 1,-12 0 58,7 0-147,-7 0 110,11 0 1,-11 0 10,8 0 18,-8 0-23,11 0 1,-11 0 22,8 0 10,-8 0-44,11 0 0,-11 0 30,7 0 2,-7 0 12,12 0-28,-7 0 0,3 0 1,0 0 1,-7-6 28,7 1-71,-8-1 40,11 6-79,-5 0 84,7 0-41,1 0 1,-1 0 13,0 0 1,-5 0-26,0 0 1,-7 0-20,7 0 24,-1 0 0,7 0-4,-1 0 1,1 0 13,-1 0 0,-5 0 9,-1 0 1,1 0-10,5 0 0,0 0 5,1 0 1,-1 0 0,1 0 1,-7 0 2,1 0 0,1 0-5,10 0 0,-9-6 2,3 0 0,-3 1 2,3 5 1,1 0-5,-1 0 1,0 0 2,1 0 1,-1 0-4,0 0 1,1 0 1,-1 0 1,1 0 0,-1 0 0,0 0 0,1 0 1,-1-2 47,0-4-22,1 4 0,-1-6-12,1 8 0,-1 0 3,0 0 0,-1-2-1,-5-4 0,5 4-4,-5-3 1,-1 3 8,2 2 1,-1 0-8,7 0 0,-7 0-6,1 0-16,-1 0-2,7 0-5,-1 0 1,0 0 19,1 0 0,-7 0-17,1 0 0,-6 0 13,5 0 1,-5 0-16,6 0 12,-1 0 1,7 0-2,-1 0 1,-5 6 1,-1-1 0,1 1 0,5-6 7,1 0 0,-7 0 1,1 0 0,-1 2-8,7 4 1,-7-4 1,1 4 0,-1-4-4,7-2 1,-7 0 3,1 0-1,0 0 0,5 0 7,0 0 1,-5 0 8,-1 0 53,1 7 0,5-5-62,1 4 1,-7-4 15,1-2-8,0 0 0,5 0-42,0 0 39,1 0-8,-1 0 1,0 0-11,1 0 0,-7 0-18,1 0 10,-1 0 0,7 0 12,-1 0 0,-5 0 18,-1 0 0,-5 0-12,6 0-6,-1 0 0,7 2 1,-1 4 1,-5-4-1,-1 3 1,1-3 0,5-2 0,1 0-1,-1 0 1,0 6-2,1 0 0,-7 0 31,1-6 1,-1 0-27,7 0 0,-7 0 46,1 0 1,0 0-47,5 0 0,0 7 0,1-5 2,-1 4 1,0-4 6,1-2-18,-1 0 1,6 6 21,1 0-32,-1-1 0,-4-5 16,4 0 1,-4 0 21,5 0 0,-5 0-24,-2 0 0,3 0 2,3 0 1,-4 0 2,4 0 1,-2 0 0,3 0 0,-5 0 63,4 0 1,2 0-59,-2 0 1,1 0 128,-7 0 0,2 0-66,4 0 0,-3 0-77,3 0 0,-4 0 21,-1 0 0,-1 0 3,0 0 0,6 0-11,1 0 1,-1 6 17,-6 0 1,-5 0-78,-1-6 0,1 0 58,5 0-70,1 0 48,-1 0 1,0 0-2,1 0 0,-7 0 11,1 0 1,-6 0-11,5 0 11,1 0 0,5 6-2,1-1 1,-7 1 6,1-6 1,-1 0-6,7 0 0,-7 0 66,1 0 0,-1 0 23,7 0-37,-1 0 1,1 0 87,-1 0-58,0 0 1,1 0-66,-1 0 0,0 0 6,1 0 1,-1 0-20,1 0 1,-7 0 34,1 0 1,-1 0-91,7 0 0,-1 0 74,0 0 0,1 0-70,-1 0 1,1 0 34,-1 0 1,0 0-4,1 0 0,1 0 14,4 0 0,-4 0 2,5 0 0,-5 0 19,-2 0 0,1-2-18,-1-4 1,0 5 57,1-5 1,-1 4-51,1 2 1,-1 0 10,0 0 1,-5-2-17,-1-4 0,1 4 0,5-4 1,1 4 12,-1 2 0,-5 0-1,-1 0 1,1 0-23,5 0 0,1 0 14,-1 0 1,-5 0-12,-1 0 1,1 0 9,5 0 1,-5 0-18,-1 0 0,1-5 17,5-1 1,-5 0-2,-1 6 0,1 0 9,5 0 1,-5 0 1,0 0 0,-3-2 1,3-4 0,3 4-10,-3-3 1,-3 3 19,3 2 0,0 0-14,5 0 0,-5 0-20,-1 0 1,-5 0 4,6 0-5,-1 0 6,7 0 1,-1 0-4,0 0 1,-5 0-5,-1 0 0,-5 0 9,6 0-4,-1 0 1,1 0 1,0 0 1,-7 0-73,7 0 58,-8 0 1,5 0-24,-3 0 36,-4 0-5,6 0-26,-8 0-1017,0 0 565,-8 0 1,4 0-214,-7 0 1,5-6 698,-6 0 0,1-7 0,-7 3 0</inkml:trace>
  <inkml:trace contextRef="#ctx0" brushRef="#br0" timeOffset="3">6550 1495 6015,'-8'9'0,"6"-1"0,-6-8 0,8 0 0,0 0 0,-7 0 0,5 0 0,-6 0 0</inkml:trace>
  <inkml:trace contextRef="#ctx0" brushRef="#br0" timeOffset="4">6480 1460 6156,'0'10'-304,"0"-3"325,0-7 777,0 0-714,0 8 3,0-6-44,0 6 0,0-6 31,0 4 31,0-5-30,0 15-16,0-6 1,0 7-4,0 0 1,0 1 5,0-1 1,0 2 20,0 5 1,0-3 4,0 8 1,0-2-57,0 2 1,0 4-3,0-4 1,6-2-80,0 2 0,0-8 96,-6 2 1,0-4-115,0-1 0,5-1 111,1 0-162,0 1-45,-6-1-244,0 1-135,0-9 161,8-1 37,-6-8 344,5-8 0,1-1 0,2-9 0</inkml:trace>
  <inkml:trace contextRef="#ctx0" brushRef="#br0" timeOffset="5">8200 1512 6628,'10'0'42,"-2"0"-3,-8 0 374,0 0-347,7 0-7,-5 0-21,6 0 1,-8 2-5,0 4 1,0-2-1,0 7 0,0 1-7,0 5 1,2 1 14,4-1 1,-4 6 1,3 0 1,-3 8 25,-2-2 0,0 4-33,0 2 0,2 0-17,4-1 0,-4 1-2,4 0 0,-4 0-4,-2-1 0,0 1 12,0 0 0,0-8-8,0-4 1,0-3-30,0-3 1,2-6-19,3 1-210,-3-8 245,6 4-226,-8-8 105,0 0-250,0-8 20,0 6 81,0-6-58,0 1 322,0 5 0,-8-14 0,-1 7 0</inkml:trace>
  <inkml:trace contextRef="#ctx0" brushRef="#br0" timeOffset="6">5212 2711 6170,'0'-9'-420,"2"1"537,4 8-97,-4-8 161,5 6-36,-7-5 10,0-1-68,0 6 37,0-13-21,8 13-4,-6-14-129,6 14 76,-8-13 0,0 11-104,0-8 0,0 7 90,0-7 0,0 6-45,0-5 0,2 1 39,4-2 0,-5-3 4,5 3 1,2-3 8,-2-2 1,5-1 4,-5 1 0,8-1 53,-3 1 0,5 0-60,1-1 0,2-7 31,4-4 1,-1 2-6,7-2 1,-2 0-7,2-6 1,3 1-68,-3-1 1,4 6-3,2 0 1,-2 8-23,-4-2 0,-2 3-7,-4 3 0,-4 1-113,4 5 0,-3-3 80,-3 9 1,-5-7-82,-1 6 0,-5-2 1,6 3 1,-7 3-66,7-4 1,-6-2 100,5 2 118,-7-7 0,12 11 0,-14-14 0,5 7 0</inkml:trace>
  <inkml:trace contextRef="#ctx0" brushRef="#br0" timeOffset="7">5629 1860 5911,'-10'0'-36,"3"-2"369,7-4-151,0 4-189,0-6 9,0 8 0,-2 0-9,-4 0 18,4 0-10,-6 0 37,8-7-16,0 5 82,0-6-70,0 8 140,0 0-139,8 0-14,-6 0 0,8 0-26,-5 0 0,-1 0 32,8 0 6,-1 0 0,7 0-12,-1 0 1,0 0-6,1 0 0,-1 0-17,1 0 1,-1 0 4,0 0 0,3 0 11,3 0 1,-8 2 18,8 4-41,-7-4 0,9 7 36,-8-3 47,1-4-64,-1 14 0,-7-7 16,-4 9 0,-5-1-26,-1 0 0,0 1-2,0-1 1,-1 0-43,-5 1 1,2-1-129,-8 1 1,7-7-414,-7 1 583,0-1 0,-13 7 0,-2-1 0</inkml:trace>
  <inkml:trace contextRef="#ctx0" brushRef="#br0" timeOffset="8">7002 2659 7341,'0'-9'-1588,"0"-7"1588,0 5 366,0 3-265,0-8 1,0 7-109,0-9 0,0 7 38,0-1 1,1 3 1,5-3 0,-4-3 22,4 3 0,-4-3 1,-2-3 1,6 1 44,-1-1 1,3 1-60,-2 0 1,-2-1 33,7 1 0,-5-1-16,6 1 1,-1-6 42,7 0 1,-1-6-28,0 6 1,1-8 10,-1 2 0,6-2-68,1 2 0,1-2-5,-2 8 0,-4-2-34,4 2 0,2 3-158,-1-3 1,-1 6 62,-6 5 1,0-1 103,1 7 1,-1-6-155,1 6 1,-1-5 91,0 5 0,1-6-263,-1 7 131,0-1-169,1-2 374,-1 6 0,1-13 0,-1 5 0</inkml:trace>
  <inkml:trace contextRef="#ctx0" brushRef="#br0" timeOffset="9">7332 1756 7799,'9'0'-758,"-1"0"442,-8 0 1027,0 0-671,8 0 1,1 0 32,9 0-85,-1 0 0,6 1-11,0 5 0,1-4-26,-7 4 0,2-4 41,4-2 0,-3 0-64,3 0 1,-2 2 58,2 4 0,-9-4-1,3 3 1,-3 3-2,3-2 9,0 7 0,-7-3-1,-4 7 1,-4 1 0,-2-1 1,0 1-151,0-1 1,-2 0 86,-4 1 0,-4-1-158,-7 0 0,0 1-90,-1-1 317,1 1 0,-8 7 0,-2 2 0</inkml:trace>
  <inkml:trace contextRef="#ctx0" brushRef="#br0" timeOffset="10">8704 2746 6039,'0'10'-37,"0"-2"132,0-8 0,0-2-53,0-4 25,0 4 0,0-8-43,0 5 1,0 1 176,0-8-149,0 8 0,-6-11-1,1 3 0,-1 3-4,6-3 1,0 0-14,0-5 0,0 0-58,0-1 0,2-1 64,3-4 0,-1 1-50,8-6 1,-2-1 23,1-6 0,5-2-1,-5-3 1,10 1 38,3-7 0,1 7 4,-2-2 0,-2-1-24,8 1 0,-2-5 4,2 5 0,2 7-68,-8 5 0,2 2 64,-2-2 1,-3 0-172,3 11 0,-10-1 52,-1 13-141,-1-7 101,7 3 1,-7 0-77,1 5 1,-8 1 53,2-2 149,-4 4 0,5-6 0,3 8 0</inkml:trace>
  <inkml:trace contextRef="#ctx0" brushRef="#br0" timeOffset="11">8947 1703 7893,'10'8'-356,"-2"-6"312,-8 6 0,2-6 15,3 3-431,-3-3 317,6 6 195,0-8 0,-4 0-24,7 0 0,-5 0 24,6 0 1,-7 0-13,7 0 0,0-2-26,5-4 0,0 4 18,1-3 0,-1 1-11,0-2 1,1 4-9,-1-4 0,1 4-78,-1 2 1,6-2 84,0-3 1,0 3-132,-5-4 0,-1 4 62,1 2 1,-7 0-15,1 0 1,-3 2 56,3 4 1,1-2-3,-7 7 0,0 1 9,-6 5 0,0 1-21,0-1 1,-8 6 57,-3 0 0,-3 6-41,3-6 1,-5 3-122,5-3 0,-5-4-20,-1 4 0,-1 2 144,1-2 0,0 1 0,-1-7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2206 9820 7539,'0'10'-1354,"0"-2"1354,0-8 0,0 2 0,0 4 0,0-4 0,0 5 0,0-7 539,0 0-509,0 8 1,0-6-18,0 6-10,0-1 1,-2-5 59,-3 4-46,3 4 0,-6-6 63,8 7-66,0-7 0,0 6 53,0-5-55,0-3-7,0 14 1,0-12 47,0 7-11,0-7 8,0 12 0,0-12-28,0 7 0,0-5 3,0 5-4,0-7 0,6 6-21,0-4 0,-1-2-3,-5 7-16,0-7 25,0 12 0,0-13-7,0 9 108,0-8-98,0 11 0,0-11 77,0 8-57,0-8-11,0 11 1,6-11 41,0 8-6,0-9 21,-6 13-32,0-14-63,0 13 1,0-11 60,0 8-96,0-8 39,8 3-6,-7 1-13,7-6-11,-8 13-85,0-13-10,0 6-47,0-8 120,0 8-269,0-6 131,0 5-237,0-7 158,8 0 285,-6 0 0,6 0 0,-8 0 0</inkml:trace>
  <inkml:trace contextRef="#ctx0" brushRef="#br0" timeOffset="1">2206 9803 6205,'10'0'-450,"-2"-2"450,-8-4 0,2 4 0,4-3 0,-5 3 0,7 2 0,0 0 0,-6 0 0,7 0 0,-3 0 0,-4 0 0,8 0 0,-4 0 11,-4 0-10,13-8 47,-13 6-15,13-6-15,-5 8 0,2-2 11,-1-3 1,-5 3-11,6-4 68,-9 4-67,13 2 0,-12-6-46,7 0 57,-7 1-52,12 5 1,-13-2 15,9-4-6,-8 4 5,4-6-4,-1 8 38,-5 0 0,8 0-24,-4 0 83,-4 0-68,5 0 91,1 0-67,-6 0 4,6 0-30,0 0 1,-7 2-3,5 4 0,-2-4-41,2 4 42,-4-4 0,7-2-4,-3 0-3,-4 0 0,8 0 83,-4 0-72,-4 0 0,7 0 24,-3 0 26,-4 0 5,13 0-1,-13 0-46,14 0 1,-12 5-37,7 1 1,-5 0 54,6-6 3,-9 0 22,13 0 0,-6 0-43,7 0-5,0 0-12,1 0 0,-1-2 15,0-4 0,-5 4-4,0-3 0,-7 3 19,7 2 37,0 0-72,5-8 0,0 6-1,1-4 0,-7 4-7,1 2-4,-1 0 1,7-6-1,-1 1 0,-5-1 17,-1 6 1,-5 0-68,6 0 56,-1 0-11,7 0 0,-1-6 19,0 0 1,-5 0 1,0 6 0,-7 0 116,7 0-111,-1 0 93,7 0-90,-1 0 0,1 0 2,-1 0 1,-5-1-21,-1-5 0,-5 4 4,6-4-37,-1 4-15,6 2-84,1 0 127,-1 0 1,-5 0-12,-1 0 0,-5 0-9,6 0 87,-8 0 28,11 0-36,-5 0 1,1 0 30,1 0 26,-8 0-49,11 0 1,-11 0-32,8 0 0,-7 0-63,7 0 98,-8 0-82,11 0 20,-5 0-12,7 0 0,-5 0 3,-1 0 1,-5 0 1,6 0 0,-6 0-16,5 0 1,-5 0 23,6 0-20,-9 0 21,13 8-20,-6-6 14,7 5-7,0-7 23,1 0 3,-1 0 96,0 0-102,1 0 28,-1 0 0,1 2-27,-1 4 1,-5-4-15,-1 4 1,-5-4 9,5-2 0,-5 0 9,6 0 21,-1 0-24,7 0 1,-1 0 28,1 0 0,-7 0-32,1 0 0,-7 0-45,7 0 47,0 0 1,5 0-37,0 0 1,-5 0 24,0 0 1,-7 0-3,7 0 0,-6 0-2,5 0 0,-1-2-5,2-4 33,3 4-27,-5-6 0,7 8-5,0 0 0,-5 0 9,0 0 1,-7 0-14,7 0 0,-6 0 32,5 0 1,-5 0 27,6 0-47,-1 0 0,7 0-7,-1 0 3,0 0-11,1 0 1,-1-5 14,0-1 1,-5 0 1,0 6 1,-7 0-5,7 0 0,-6 0-13,5 0 1,-5 0 6,6 0 0,-6 0 4,5 0 0,-5 0-3,6 0-2,-1 0-5,6-8 8,1 6 1,-1-5 4,1 7 1,-7 0-8,1 0 1,-6 0 15,5 0 0,-5 0-10,6 0 0,-7 0 6,7 0 46,-1 0 6,7 0-17,-1 0 1,1 0-31,-1 0 1,-5 0-31,-1 0 1,-5 0 9,6 0 1,-7 0-5,7 0 0,-6 0 11,5 0 0,-5 0-8,6 0 0,-7 0-1,7 0 1,-6 0-4,5 0 0,-5 0 3,6 0 0,-6 0 3,5 0 5,-7 0 0,9 2 56,-7 3-25,8-3 0,-10 6 10,7-8 12,-7 0-29,12 0 7,-7 0 27,1 0-22,5 0-7,-5 0-32,0 0-11,5 0 5,-5 0-3,-1 0 26,7 0 0,-12 0-7,7 0-13,-7 0 6,12 0 1,-13 0-15,9 0 13,-8 0-1,11 0 0,-11 0 23,8 0 1,-6 0 23,5 0-41,-7 0 7,11 0 49,-5 0-21,7 0-16,1 0 1,-1 0-25,1 0 1,-7 0-3,1 0 0,-6 0-1,5 0 1,-5 0-12,5 0-14,1 0 31,5 0 1,1 0-9,-1 0 0,-5 0 15,-1 0 1,-5 0 0,6 0 1,-7-6 15,7 0 0,-6 1 4,5 5 1,-5 0-24,6 0 0,-6 0 3,5 0 0,-5 0-24,6 0 1,-7 0 24,7 0 1,-6 0-55,5 0 49,-7 0 0,6 0-31,-4 0 0,-3 0 13,9 0-3,-8 0 11,11 0 1,-11 0 1,8 0 0,-6 0 7,5 0-9,-7 0 0,11 0 0,-11 0 1,8 0-3,-8 0-12,11 0 1,-11 0-21,8 0-32,-8 0-8,11 0 54,-5 0 0,1 0 6,1 0 0,-6 0 43,5 0-41,-7 0 0,11 0-3,-5 0 13,7 7 1,-5-5 7,0 4 0,-7-4 5,7-2 1,-6 0-4,5 0 0,-5 0-13,6 0 15,-8 0-9,11 0 1,-5 0 1,1 0-26,1 0-5,-8 0 26,11 0 2,-5 8 0,1-6 9,1 4-17,-8-5 20,11-1-13,-5 0 1,2 0 11,-1 0 0,-5 0-7,6 0 1,-7 0 40,7 0 1,-8 2 44,2 4 12,3-4-86,1 6-4,7-8 0,-5 0-27,-1 0 1,-5 0 32,6 0 1,-6 0-38,5 0 1,-5 0 21,6 0 1,-7 0-5,7 0 0,-6 0-14,5 0 5,1 0 13,5 0 1,1 0 0,-1 0 0,-5 0 3,-1 0-4,1 0 0,5 0 1,0 0 1,1 0 3,-1 0 1,-5-2 0,-1-4 1,1 4 13,5-4 1,1 4 3,-1 2 0,0 0-16,1 0 1,-1-1 1,1-5 0,-1 4 38,0-4-37,1 4 0,-1 2-22,0 0 0,1 0 14,-1 0 0,1 0-2,-1 0 0,-6-2-6,1-4 0,0 4-4,5-3 5,0 3 1,1 2-3,-1 0 1,1 0-1,-1 0 0,-6-6 2,1 0 21,0 0 0,5 6-18,0 0 2,1 0 0,-1 0 0,1 0 0,-7-6 1,1 1-2,-1-1 0,7 6-1,-1 0 0,-5 0-3,-1 0 0,-5 0 4,6 0 1,-7 0-8,7 0-5,0 0 7,5 0 0,0 0 3,1 0 1,-7 0-1,1 0 6,-1 0 0,7 0 1,-1 0 1,-5 0-5,-1 0 0,-5 0 0,6 0-2,-1 0 0,7 0 1,-1 0 0,-5 0-1,-1 0 0,1 0 1,5 0-1,0 0 1,-5 0-3,0 0 1,-1 0 1,7 0 0,-7 0-1,1 0 1,-1 8 1,7-6-1,-1 3 1,-5-3-1,-1-2 0,1 0 0,5 0 30,1 0 3,-1 0-15,0 0 1,1 0 2,-1 0 1,-5 0-18,-1 0 1,-5 0 6,6 0 1,-7 0-29,7 0 54,0 0 0,5 0-24,0 0-3,1 0-14,-1 0 2,0 0 31,1 0 0,-1 0-19,1 0 1,-7 0-10,1 0 0,-6 0 6,5 0 1,-5 0-31,5 0 20,1 0-1,5 0 27,1 0 1,-1 0-22,1 0 1,-7 0 22,1 0 1,-6 0-19,5 0 0,-5 0 17,5 0 1,-5 0-13,6 0 0,-6 0 2,5 0 0,-5 0-14,6 0 0,-7 0-5,7 0 2,-8 0-10,11 0 19,-5 0 0,7 0 78,1 0-64,-1 0 9,0 0-28,1 0 0,-7 0 0,1 0 1,-6 0-1,5 0 0,-5 0-7,6 0-2,-8 0 5,11 0 1,-11 0-12,7 0 13,-7 0 1,12 0 21,-7 0 1,3 0 24,0 0 5,-9 0 9,13 0-56,-6 0 1,1 0 12,1 0 0,-7 0-39,7 0 0,-6 0 35,5 0 1,-5 0-108,6 0 70,-8 0 17,11 0 5,-5 0 0,7 0-3,1 0 0,-7 0 11,1 0 0,-7 0-6,7 0 0,-6 0 1,5 0 0,-5 0 1,6 0 1,-6 0 1,5 0-14,1 0 0,5 0 8,0 0 1,1 0 4,-1-7-7,1 5 5,-1-6-36,0 8-4,1 0 37,-1 0-2,0 0-115,1 0 109,-1 0 1,-1-2-182,-5-4 149,5 4-47,-7-5 21,9 7 30,-1 0 1,0 0 34,1 0 1,-7 0 8,1 0 0,-2-2 30,1-4 0,5 4-50,-5-4 0,5 4-16,1 2 0,-5 0 24,-1 0 0,1 0-28,5 0 0,1-2 19,-1-4 0,0 4-7,1-3 1,-1 3 11,0 2 1,7-2 1,-1-4 1,0 4 22,-6-4 1,1 4-29,-1 2 0,0-2 35,1-3 1,-1 3-32,1-4-4,7 4 0,-6 2-9,4 0 0,-2-2-2,3-4 0,-11 4 13,4-3 1,-3 3-3,3 2 1,1 0-9,-1 0 0,0 0 0,1 0 0,-3-2 36,-3-4 1,3 4-45,-3-4 68,3 4-41,3 2 1,-1 0 4,0 0 0,-5 0 1,0 0 1,-7 0 0,7 0 1,-6 0-20,5 0 1,-5 0-7,6 0 0,-7 0 12,7 0 2,0 0 1,5 0-11,0 0 1,-5 0-40,0 0 25,-1 0 1,7 0 27,-1 0 0,-6 0 0,1 0 1,-6 0 15,5 0 0,1 0-23,5 0 0,-5 0 27,0 0 1,-1 0-24,6 0 0,-5 0 31,0 0 1,-1 0 16,7 0-18,-1 0 0,0 0 3,1 0-11,-1 0 1,0 0 15,1 0 0,-1 0-19,1 0 1,-1 0-25,0 0 0,-5 0 24,0 0 0,-1 0-32,6 0 1,1 0 15,-1 0 0,-5 0-3,-1 0 0,1 0 4,5 0-4,1 0 0,-1 0 7,0 0 0,1 0-1,-1 0 0,1 0 0,7 0 0,-6 0-2,4 0 1,-4 0 0,-1 0 0,-1 0 0,1 0 0,-1 0 1,0 0-2,1 0 0,-1 0 0,0 0 0,1 0 33,-1 8 0,1-6-28,-1 4-3,0-4 1,1-2-1,-1 0 0,-5 0 0,-1 0 0,-5 0 1,6 0 1,-7 0 1,7 0-8,0 0-5,5 0-2,0 0 10,1 0 0,-1 0 1,0 0 1,-5 0-4,0 0 0,-7 5 0,7 1 0,-6 0 1,5-6-2,1 0 4,5 0 0,1 0-1,-1 0 0,-5 0 3,-1 0-3,1 0 1,5 0 2,1 0 0,-7 0-5,1 0 0,-1 0 1,7 0 0,-7 0-18,1 0 0,-1 0-26,7 0 43,-1 0 1,0 0-5,1 0 0,-1 0-34,1 0 28,-1 0 1,0 0-2,1 0 0,-1 0 11,0 0 0,-5-2 0,0-4 5,-1 4 0,7-5 7,-1 7-44,0 0 1,1 0-4,-1 0 1,-5-2 26,-1-4 0,1 4 0,5-6-31,1 8 0,-7 0 15,1 0 1,-6 0-4,5 0 0,-5-2 29,6-3-41,-1 3-147,6-6 165,1 8 1,-1 0-26,1 0 0,-7 0 19,1 0 1,-6 6 49,5-1 1,-5 1-50,5-6 1,-5 0 0,6 0 1,-6 0 9,5 0 0,-5 0 1,6 0 1,-7 0 51,7 0 1,-6 0-66,5 0 101,-7 0-92,12 0 217,-7 0-145,9 0-28,-1 0 0,-5 0 11,-1 0 1,-5 0 40,6 0-41,-9 0-12,13-7 0,-12 5-70,7-4 58,-7 4 0,4 2-18,0 0-9,-6 0-1,13 0 9,-13 0-2,13 0 1,-11 0 7,8 0-10,-8 0 12,11 0 1,-11 0 0,8 0 0,-7 0 0,7 0 1,-6 0 0,5 0 0,-5 0 3,6 0 0,-6 0 1,5 0 1,-5 0-3,5 0 0,-5 0-1,6 0 0,-6 0 14,5 0-14,1 0 1,5 0 30,1 0 1,-7 0-31,1 0 0,-7 0 3,7 0-3,0 0-5,5 8-11,0-6 18,1 5 0,-1-7-17,1 0 0,-7 0 11,1 0-23,-8 0 0,11 0 21,-3 0-2,-5 0 2,9 0 4,-7 0 0,3 0 4,0 0 1,-7 0-9,7 0 1,-8 2 12,2 4-9,3-4 4,1 6-6,7-8 0,1 0 1,-1 0 0,0 0-14,1 0 13,-1 0 1,0 0-19,1 0 1,-7 0 14,1 0 0,-6 0-1,5 0 0,-5 0 0,6 0-1,-8 0-19,11 0 2,-5 0-19,-1 0 26,7 0-56,-14 0 51,5 0-32,-7 0 91,0 0-37,0 7-1,0-5 42,0 6-37,0-8 4,0 8 0,-7-6-3,5 13 0,-6-11 22,8 8 2,0-9 55,0 13-64,0-6-48,0 7 1,-6 0 37,1 1 1,-1-1-202,6 0 0,0 1 96,0-1 1,0 1 174,0-1 1,0-5-31,0-1 238,0 1-267,0 5 8,0 0-190,0 1 243,7-8-51,-5 5-13,6-13-21,-8 6 0,6-6-62,0 3 5,-1-3 55,-5 6 1,0-6 21,0 4-86,0-4 0,0 7-34,0-3-49,0-4 1,0 8-23,0-5-249,0-3 200,0 6-221,0 0 240,0-6 1,0 7 203,0-3 0,0-4 0,0 6 0</inkml:trace>
  <inkml:trace contextRef="#ctx0" brushRef="#br0" timeOffset="2">2293 10099 8130,'10'0'-2233,"0"0"2085,-5 0 148,-3 0 0,14 0 15,-14 0-6,13 0 1,-11 0 17,8 0-12,-9 0 0,7-6-6,-4 0-3,-4 0 0,7 6 10,-3 0-1,-4 0-16,6-8 1,-6 7-3,4-5-3,-4 4 54,5 2 2,-7 0 505,0 0-495,0 8-24,0-7-13,0 7-6,0-8 0,0 2-1,0 4 0,2-4-12,4 4-4,-4-4 0,6 0-24,-8 3 35,7-3 0,-3 6 51,8-8-46,-8 0 26,11 0 1,-7 2-21,3 4-10,5-4 1,-6 5 3,7-7 0,-6 0 14,1 0 20,0 0-25,5 0 1,0 0 78,1 0-77,-1 0 1,1 0 5,-1 0 0,0 0-13,1 0 0,-7 0-1,1 0 0,-1-5 4,7-1 0,-7 0-2,1 6 0,0 0 41,5 0-39,0 0 0,1 0-60,-1 0 53,0 0 1,1 0-45,-1 0 1,-5 0 23,-1 0-9,1 0 27,5 0 1,1 0 0,-1 0 1,-5 0 68,-1 0 0,-5 0-70,6 0 1,-7 0 97,7 0-69,-1 0 0,7 0 59,-1 0-84,1 0 0,-1 0-3,0 0 1,-5 0 17,0 0 0,-1 0 23,6 0-40,1 0 0,-1 0 9,1 0 1,-7 0-61,1 0 1,-1 0 50,7 0 0,-7 0-2,1 0 0,-1 0 14,7 0 0,-7 0 1,1 0 0,0 0-4,5 0-15,0 0 1,1 0-28,-1 0 0,0 0 35,1 0 0,-7-2-28,1-4 1,0 4 30,5-3 9,0 3 0,1 2 37,-1 0-30,0-8 1,1 6-13,-1-4 1,1 4 5,-1 2 0,-5 0 36,-1 0 0,1 0-33,5 0 0,-5-2 48,-1-4-49,1 5 0,5-7-27,1 8 0,-7 0-10,1 0 0,-7 0-6,7 0 1,-6 0 0,5 0-20,1 0 28,5 0 1,1 0 4,-1 0 0,-5 0-7,-1 0 7,1 0 0,5 8 0,1-7-7,-1 5 2,0-4 0,1-2 0,-1 0 0,-5 0-5,-1 0 2,1 0 1,5 0 1,1 0 0,-1 0 0,0 0-2,1 0 69,-1 0 0,0 0 34,1 0-41,-1 0 0,1 0-58,-1 0 21,0 0 0,1 0-45,-1 0 1,-5 0 45,-1 0 0,1 0-29,5 0 0,1 0 18,-1 0 1,-5 0-46,-1 0 0,1 0 35,5 0 0,0 0-1,1 0 0,-1 0 0,1 0 1,-1 0 2,0 0 0,1 0 7,-1 0 1,0 0-8,1 0 1,-1-6 19,1 1 0,-1-1-16,0 6 0,1 0 97,-1 0-99,0 0 0,1 0 1,-1 0 1,-5 0 3,-1 0 0,1 0-4,5 0 0,-5 0-21,-1 0 0,-5 0 30,6 0-32,-1 0 18,7 0-12,-1 0 25,1 0 3,-1 0-16,0 0 4,1 0 13,-1 0 0,0 0-13,1 0 1,-7 0-13,1 0 1,-6 0 16,5 0-5,1 0 0,5 0 43,1 0-20,-1 0 0,0 0-4,1 0 0,-1 0 28,1 0-24,-1 0 1,0 0-11,1 0 1,-1 0 14,0 0 1,1 0-12,-1 0 0,1 0-25,-1 0 1,-6 0-4,1 0 0,0 0-4,5 0 0,0 0 3,1 0 1,-7 0-16,1 0 5,0 0 0,5 0 16,0 0 0,-5 0-8,-1 0 0,-5 6 2,6-1 26,-1 1 1,7-6-3,-1 0 1,-5 0 2,-1 0 1,-5 0 11,6 0 0,-1 0 4,7 0 0,-7 0-8,1 0 1,-1 0-10,7 0 1,-7 0-62,1 0 59,-1 0 1,7 0-29,-1 0 0,-5 0 40,-1 0-15,1 0 0,5 0-14,1 0 1,-1 0 1,0 0-25,1 0 30,-1 0 0,1 0-19,-1 0 1,-5 0 16,-1 0 1,1 0-32,5 0 0,-5 0 22,-1 0 0,1 0-3,5 0 1,-5 0 1,-1 0 1,1 0 2,5 0 0,-5 0 3,-1 0-5,1 0 1,5 0 6,1 0-6,-1 0 1,1 0 4,-1 0-1,0-8 1,1 7 0,-1-5-2,0 4 1,1 2 0,-1 0 0,-5 0 55,-1 0-54,1 0 1,5 0-2,1 0 0,-7 0 8,1 0-6,-1 0 1,7 0-5,-1 0 0,-5 0-2,-1 0 1,1 0 4,5 0 1,-5 0-1,-1 0-11,1 0 1,5 0 9,1 0-6,-1 0 1,1 0 2,-1 0 1,-6 6-5,1-1 4,0 1 1,5-6-1,0 0 0,-5 6 0,0 0 1,-7 0-2,7-6-1,0 0 1,3 2 0,-3 3 1,3-3-2,-5 6 31,7-8 0,-5 0-9,-1 0 1,-5 0 3,6 0 0,-7 0 12,7 0 8,-8 8-6,11-6-5,-5 5-63,7-7 57,1 0-34,-1 0 7,0 0-6,1 0 9,-1 0 0,0 0 0,1 0 1,-7-5 4,1-1 0,0 0 0,5 6-9,0 0 1,1 0 0,-1 0 1,0-2-2,1-4 0,-1 4 1,1-3 1,-1 3-2,0 2 1,1-6 26,-1 0 0,-5 0 2,-1 6 0,1-2-13,5-4 1,1 5-7,-1-5 0,0 4-10,1 2 1,-1-6 3,0 0 1,-5 0-2,0 6 1,-1 0-3,7 0 1,-3-1-4,-3-5 0,3 4-6,-3-4 1,-3 4 9,3 2 1,-1 0 0,7 0-1,-1 0 1,-5 0 63,-1 0 0,1 0-62,5 0 1,-5 0 4,-1 0-6,1 0 1,5 0-1,1 0 19,-1 0 0,1 0 1,-1 0 0,-5 0 4,-1 0 0,1 0-18,5 0 0,-5 0 15,-1 0 0,1 0-8,5 0 1,-5 0-19,-1 0 1,1 0 21,5 0 1,-5 0-1,-1 0 0,1 0-21,5 0 1,-5 0-2,0 0 0,-1 0-10,7 0 0,-7 0 19,1 0 1,-7 0-9,7 0 1,0-2 5,5-4 0,-5 4-3,-1-3 1,-5 3 21,6 2 1,-1 0 6,7 0 0,-7 0-33,1 0 1,-7 0 13,7 0 0,-2-2-19,1-4 1,5 4 24,-5-4-18,5 4 0,1 2-1,1 0 0,-7 0-9,1 0 6,-1 0 1,7-5 1,-1-1 4,0 0 1,1 6-1,-1 0 1,0-2-2,1-4 1,-1 4 1,1-5-1,-1 7 0,0 0 3,1 0 1,-7 0 3,1 0-6,-1 0 0,7 0 0,-1 0 0,1 0-1,-1 0 1,-5-2-2,-1-4 0,1 4 0,5-6 2,0 8 0,-5 0-4,0 0 2,-1 0 0,7 0 1,-7 0-20,1 0 9,-1 0 1,1 0-56,-1 0-12,-7 0 81,12 0 0,-12 0-15,7 0 0,-5 0 33,6 0-26,-9 0 1,11 2-2,-8 4 8,7-4 0,-9 6 5,8-8 1,-6 0 38,5 0-41,-7 0-5,11 0 2,-5 0 0,2 1-3,-1 5 0,-5-4 3,6 4 0,-7-4-2,7-2 1,-6 0 7,5 0 0,-5 0 0,6 0 0,-6 0-9,5 0 1,-1 2 2,1 4-7,5-4 7,-7 5 1,9-7 17,-1 0-10,1 0 1,-1 0 1,0 0 0,-5 0-10,-1 0 0,1 0 2,5 0 0,-5 0-8,0 0 1,-1-5 13,7-1-19,-1 0 1,0 6 11,1 0 1,-1-2-10,0-4 0,-5 4 4,0-4 0,-1 5 0,7 1 1,-7 0 1,1 0 0,-3-2 0,3-4 1,3 4-2,-3-4 1,3 4 1,3 2-5,-1 0 1,-5 0 3,-1 0 0,1 0-24,5 0 1,-5 0 22,-1 0 1,1 0-2,5 0 1,-5 0-4,0 0 3,-1 0 0,7 0 7,-1 0 0,-6 0-12,1 0 23,0 0 1,5 0-16,0 0 1,-5 0 68,0 0 7,-1 0-33,6 0 1,1 0-29,-1 0 1,-5 0 3,-1 0 1,-5 0-17,6 0 0,-6 2-1,5 4 0,-5-4-71,6 4 89,-1-4-63,6-2 1,1 0 23,-1 0 1,-5 0-31,-1 0 42,1 0 1,5 0 0,1 0 1,-7 0 3,1 0 1,-1 0-8,7 0 0,-1 0 29,1 0-26,-1 0 1,0 0 14,1 0 0,-1 0-9,0 0 1,1-2 1,-1-4 1,1 4 5,-1-4 0,0 4 1,1 2 0,-1 0-1,0 0-3,1-8 0,-1 6-8,1-3 7,-1 3 0,0 2-50,1 0 1,-7 0 35,1 0 0,-6 0-16,5 0 22,1 0-4,5 0 4,1 0-11,-1 0 37,0 0-23,1 0 29,-1 0 0,-5 0-21,-1 0 0,-5 0 2,6 0 0,-7 0-9,7 0 0,-6 0 0,5 0 1,-5 0 14,6 0 1,-7 0-1,7 0 1,-6 0-8,5 0 0,-5 0 21,6 0-2,-1 7-5,7-5 0,-1 6 5,1-8 0,-7 0 24,1 0-22,-1 0 0,7 0-24,-1 0 1,-5 0-5,-1 0 1,1 0-7,5 0 1,-5 0 19,-1 0 1,1 0-43,5 0 0,-5 0 22,-1 0 1,1 0-4,5 0 0,-5 0 9,0 0 1,-1 0 0,6 0 0,-5 0 23,0 0 0,-1-6 3,7 1 1,-7-1 53,1 6-66,-1 0 0,7 0-24,-1 0 0,0 0 3,1 0 1,-7-2-1,1-4 0,0 4-1,5-4 1,0 4-6,1 2 1,-7 0 3,1 0 0,-1-2 4,7-3 0,-7 3 26,1-4-23,0 4 0,5 2 1,0 0 0,-5 0 17,0 0 0,-7 0 1,7 0 0,-6 0 4,5 0-10,1 0 0,-1 0-6,1 0 0,-6 0-2,5 0 1,-5 0-29,6 0 40,-8 0-21,11 0 0,-11 0 20,7 0-4,-7 0-28,12 0 4,-14 0-3,13 0 1,-11 0-17,8 0 7,-9 0 19,13 0 1,-12 0-11,7 0 8,-7 0 1,6 0 2,-4 0 0,-2 0 4,7 0 1,-5 0 2,5 0 1,-5 0-7,6 0 1,-6 0 1,5 0 0,-5 0-10,6 0 1,-7 0 7,7 0 0,-6 0 7,5 0-8,1 0 0,5 0 1,1 0 1,-1-6 0,0 0 1,-5 1-24,0 5 0,-7 0 22,7 0 1,-6 0 4,5 0-12,1 0-120,5 0 122,1 0 1,-7 0-11,1 0 27,-8 0-1,11 0 0,-11 0 25,8 0 0,-7 0 53,7 0-125,-8 0 45,11 0 1,-11 0-59,8 0 56,-8 0-11,11 0-37,-5 0 11,7 0 0,-5 0 29,-1 0 0,-5 0 5,6 0 0,-7 0 31,7 0 1,-6 0-35,5 0 0,-5 0 27,6 0 0,-7 0-1,7 0 1,-2-2 33,1-4-53,5 4 1,-7-6 5,9 8 0,-7 0 33,1 0-19,0-7 35,5 5 0,0-6-45,1 8 1,-7 0-33,1 0 1,-6-6 18,5 0 1,-5 0-5,6 6 11,-9 0-4,13 0-72,-7 0 12,1 0-110,-2 0 108,0 0-9,-6 0 9,5 0-2,-7 0-646,0 0 346,-7 0-191,5 0 69,-6 0-296,8 0 428,0 0 1,-8 0-1,-2 0 1</inkml:trace>
  <inkml:trace contextRef="#ctx0" brushRef="#br0" timeOffset="3">11310 9647 5780,'0'9'3,"0"-1"6,0-8 238,0 0-243,8 0 12,-6 0 2,5 0 5,-7 0 144,0 0-165,0 8-6,0-6 1,0 7-3,0-3 1,0-2-1,0 8 0,0-7 7,0 7 1,0-6-9,0 5 0,0-5 5,0 6-53,0-1-15,0 7 0,0-1-92,0 0 162,0-7 0,0 6 0,0-7 0</inkml:trace>
  <inkml:trace contextRef="#ctx0" brushRef="#br0" timeOffset="4">11397 9612 5858,'0'10'68,"0"-3"-110,0-7 56,0 8-37,0-6 37,0 6-2,0-8 291,0 0-276,8 0-13,-6 0-11,13 0-16,-5 0 5,7 0 0,0 0-5,1 0 1,-7-6 20,1 0-17,0 0 1,5 0 19,0 1-6,1-1 0,-1 4-5,0-4 0,-5 4 2,0-4 0,-7 5-3,7 1 3,0 0 1,-1 0 1,1 0 0,-6 0 1,5 0 82,-7 0-47,4 0 0,-6 0 51,3 0-36,-3 0 10,6 7-96,-8 3 57,0 7 1,0 1-106,0-1 1,0-5 98,0-1-205,0 1 166,-8 5 1,6 1-8,-3-1 1,3-5-23,2-1 0,-2-5-3,-4 6 1,4-7 31,-4 7 1,4-6 18,2 5 0,-7 1 0,-3 5 0</inkml:trace>
  <inkml:trace contextRef="#ctx0" brushRef="#br0" timeOffset="5">11432 9873 6584,'9'7'-346,"-1"-5"299,0 6 1,-4-8 60,7 0 1,-5 0-45,6 0 1,-7 0 39,7 0 0,-6 0-232,5 0 222,1 0 0,13-8 0,2-1 0</inkml:trace>
  <inkml:trace contextRef="#ctx0" brushRef="#br0" timeOffset="6">11901 9647 7331,'9'0'-1186,"1"2"2286,-4 3-863,-4-3-824,6 6 365,-8-8-145,0 0 494,0 8 0,-2-4-105,-4 7 1,4-5 26,-4 6 0,4-7 13,2 7-146,0 0 71,0 5 0,0 0-96,0 1 1,0-7 35,0 1-69,0-8-15,0 11 0,0-11 18,0 8 139,0-8 0,-8 3 0,-1-7 0</inkml:trace>
  <inkml:trace contextRef="#ctx0" brushRef="#br0" timeOffset="7">11901 9629 7854,'0'10'-1307,"2"-2"654,4-8 814,-5 0 1,7 2-37,-8 3-153,0-3 53,8 6-17,-6-8 33,6 0 2,-1 0-12,-5-8 1,8 6-7,-4-3-2,-4 3 0,11 0 24,-7-4-57,7 4 1,-5-8 8,4 5-8,3 3 0,-5-6 7,7 8 1,-5-6 21,-1 0 4,1 1 1,5 5-2,1 0 1,-7-6-6,1 0 1,-6 0-18,5 6 1,-7 0-34,12 0-12,-7 0 27,1 0 1,-2 8 0,-8-4-2,0 7 7,0-7 1,0 12 20,0-5 1,0-1-22,0 1-37,-8 1 0,4 5-5,-8 1 1,9-1-6,-3 1 1,2-7 7,-2 1 1,4-1-85,-4 7 1,4-7 133,2 1 0,-7-8 0,5 11 0,-6-5 0</inkml:trace>
  <inkml:trace contextRef="#ctx0" brushRef="#br0" timeOffset="8">11936 9820 6467,'0'10'-165,"0"-2"0,2-8 194,3 0 133,-3 0-133,6 0 0,-6 0-24,4 0 24,-4 0-9,13 0-19,-5 0-10,7 0 0,0 0-34,1 0 1,-7-6-15,1 0 1,0-1-80,5 1 0,-5 4 113,-1-4 1,1 4 22,5 2 0,0 0 0,1-8 0,-1-1 0</inkml:trace>
  <inkml:trace contextRef="#ctx0" brushRef="#br0" timeOffset="9">12422 9560 7854,'-10'0'-1998,"3"7"2155,7-5 0,-2 6-144,-4-8-43,4 8-113,-6-6 174,8 6-87,0-8 100,0 0 1,-7 0-11,5 0 1,-6 0 119,8 0 390,0 0-499,0 7-50,0-5 0,0 14-6,0-5 1,0-1 27,0 1-21,0 1 0,0 5-68,0 1 1,0-1 69,0 1 0,0-7-145,0 1 1,0-6 43,0 5-28,0 1 0,0-1-6,0 1 10,0-8 127,0 3 0,8 1 0,1 2 0</inkml:trace>
  <inkml:trace contextRef="#ctx0" brushRef="#br0" timeOffset="10">12405 9595 7329,'0'9'-375,"0"7"0,2-14 493,3 3-407,-3-3 171,14-2 0,-12 0 128,7 0 1,-5 0-4,6 0 0,-7-6 37,7 1 1,0-7 1,5 6 0,0-1-69,1 1 1,-7 2 27,1-8 0,1 8-6,10-1 1,-3-3-8,3 2 1,-10-5 81,-1 5 1,0 0-63,5 6 1,0 0-14,1 0 5,-1 0 11,0 0 14,1 0 1,-7 0 1,1 0 0,-8 8-21,2 3 1,-4-1-6,-2 2 1,-2-1-9,-4 7 0,2-1 13,-8 0 0,7 1-78,-7-1 1,0 0 24,-5 1 1,0-1-110,-1 1 0,7-1 74,-1 0 0,1-1-16,-7-5 1,3 5 46,3-5 0,-3 3 47,3-2 0,-3 1 0,-3-7 0,7 2 0,-1-3 0,1-3 0,-7 6 0</inkml:trace>
  <inkml:trace contextRef="#ctx0" brushRef="#br0" timeOffset="11">12439 9786 7840,'8'9'-1774,"-6"-1"2610,13-8-887,-13 0 81,14 0-112,-6 0 0,1 0 30,1 0 68,-8 0-39,11 0-62,-5 0-81,7 0 0,-5 0 28,-1 0 138,-7 0 0,11-8 0,-5-1 0</inkml:trace>
  <inkml:trace contextRef="#ctx0" brushRef="#br0" timeOffset="12">11484 9786 6138,'-10'9'13,"2"-1"-19,8-8-272,0 0 422,8 0-97,-6 0 0,8 0 4,-4 0 1,-3 0-46,9 0 1,-6 0-4,5 0 1,-5 0-103,6 0 1,-6-6 20,5 1 78,-7-1 0,19 6 0,-4 0 0</inkml:trace>
  <inkml:trace contextRef="#ctx0" brushRef="#br0" timeOffset="13">11988 9716 6543,'0'10'-782,"0"5"782,0-13 22,0 14-21,0-14 0,0 7 61,0-3-52,0-4 8,0 13-18,0-13 1,0 14 0,0-12-12,0 7 0,-2-7-16,-4 2-25,4-4 52,-6-2 0,1 8 0,-3 1 0</inkml:trace>
  <inkml:trace contextRef="#ctx0" brushRef="#br0" timeOffset="14">12005 9647 7846,'0'9'-2084,"8"-1"2084,-6-8 0,5 2 0,-7 4 0,2-4 0,4 4 329,-4-5-189,6-1-98,-8 0 6,0 0 16,8 0-37,-7 0 1,7-1-39,-8-5 22,0 4 0,2-6-79,4 8 62,-4 0-3,6 0 6,-1 0 0,-5-2-17,4-4 0,-4 4 19,-2-5-3,8 7 2,-6 0 0,5 0-45,-7 0 20,8 0 1,-6 2-55,4 3 34,-4-3 0,-2 8-114,0-4 136,0-4 0,-2 7 25,-4-3 0,4-2 0,-4 8 0,-3-9 0,7 13 0,-6-6 0</inkml:trace>
  <inkml:trace contextRef="#ctx0" brushRef="#br0" timeOffset="15">12040 9734 7328,'9'0'-783,"-1"0"1,-6 0 1077,4 0-220,-4 0 1,7 0-119,-3 0 104,-4 0-75,14 0 0,-12 0-25,7 0-214,-7 0 253,11 0 0,-5 0 0,7 0 0</inkml:trace>
  <inkml:trace contextRef="#ctx0" brushRef="#br0" timeOffset="16">12769 9595 6203,'-9'7'-248,"1"-5"224,0 6 0,5-2 16,-9-1 0,8 3 1,-2-2 0,-3-2 13,-3 7 1,2-1-12,-1 2 0,-1 3 26,-5-3 1,3 3-38,-3 3 1,7-7-1,-13 1 1,8-1-14,-8 7 1,5-7 28,7 1 0,-13-1 0,5 7 0</inkml:trace>
  <inkml:trace contextRef="#ctx0" brushRef="#br0" timeOffset="17">12544 9612 7836,'11'6'-843,"1"-1"0,-6 7 562,5-6 633,-7 0-316,11 1 13,-5-5 1,2 8-66,-1-4-2,1-4-17,5 5 5,1-7 1,-3 2-7,-3 4 0,3-4-2,-3 4 0,-3-4 38,3-2 0,-1 8 0,7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5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2261 10519 5738,'7'0'0,"-2"0"0,-5 0 23,0 5 2,0-4-25,0 4 7,0-5-10,5 0 1,-4 1 9,3 3-15,-3-3 10,-1 4 4,0-5 1,5 0 28,-3 0-28,3 0-11,-5 0 13,5 0 17,-4 0-5,4 0 2,-5 0-24,5 0 1,-4 0-2,4 0 1,-5 0 31,6 0-21,-5 0 52,4 0-38,-5 0 6,5 0-4,-4 0 4,4 0 2,-5 0-4,5 0-29,-3 0 26,8 0-13,-9 0 15,9 0 1,-9-1 33,3-3-15,3 3 6,-6-4-25,9 5 1,-7 0 10,4 0-55,-4 0 1,3 0 59,-2 0-29,-3 0 28,9 0-3,-8 0-23,8 0 0,-8 0 2,6 0 0,-4 0 44,3 0 10,-4 0-79,7 0 1,-7 0 53,4 0-83,-4 0 40,7 0-5,-4 0 1,2 0 5,-1 0 1,-3 0 0,4 0 3,-6 0-4,9 0 1,-9 0 3,6 0 1,-5 0-3,5 0 1,-4 0-6,4 0 0,-5 0 45,5 0 1,-6 0-22,9 0-11,-5 0 1,2 0 0,-1 0 0,-3 0 18,4 0-53,-6 0 47,8 0-46,-3 0 1,0 0 14,1 0-7,-6 0 23,9 0 1,-9 0 0,6 0 0,-4 0 5,3 0 3,-4 0 6,7 0 0,-8 0-16,6 0 1,-4 0-29,3 0 19,-4 0-5,7 0 3,-4 0-3,6 0-11,-1 0 16,1 0-4,-1-5 1,1 4 3,-1-3-4,0 3 1,1 1 20,-1 0 0,-3 0 1,-1 0 1,1 0-14,3 0 0,1-4 2,-1 0 0,-3 0-8,0 4 0,-1 0 2,5 0-3,-1 0 0,0 0 7,1 0 0,-1 0-18,1 0 0,-5 0 12,1 0 0,0 0-3,3 0 0,-3 0 1,-1 0 0,1 0 0,3 0 19,1 0 0,-5 0-16,1 0 0,-1 0 6,5 0 0,-4 0-3,-1 0-3,1 0 1,3 0-3,1 0 0,-1 0 0,0 0 0,-3 0-1,0 0 1,-1 0-4,5 0-1,-1 0 1,1 0 3,-1 0 0,0 0 0,1 0 0,-1-1 1,1-3 0,-1 3 0,0-3 0,1 3 0,-1 1 0,5-4 0,-1 0 0,0 0 0,-4 4 0,1-1 0,-1-3 0,1 3-41,-1-3 0,2 3 38,2 1 0,-2-4-16,2 0 0,-1 1 12,1 3 0,-2-4 4,2 0 0,-1 0 1,1 4 0,2-4 3,2 0 0,-1-1 0,-3 2 1,-1 1 2,5-1 0,-4 0 5,4-1 1,-5 3-10,1-3 1,2 2 2,-2-2 0,5 2-1,-1-1 0,-1-2-1,1 1 0,-5 0-1,1 4 1,3-4-1,1 0 0,-2-1 0,-2 1 0,1 3 0,-1-3 1,2 3 0,-2 1 0,-2 0-1,2 0 1,-2-4 9,-2 1 1,4-1-10,1 4 1,-1 0 63,-4 0 1,1 0-59,-1 0 1,1 0 1,-1 0 1,4-4 3,0 0 1,1 0 0,-5 4 0,1 0 2,-1 0 1,0 0-4,1 0 1,3 0-29,0 0 1,1-4 24,-5 1 0,0-1-28,1 4 1,-1 0 18,1 0 1,-1 0 0,0 0-5,6 0 0,-1 0-2,3 0 0,-2 0 32,-6 0 0,1 0-27,-1 0 1,2 0 0,2 0 1,-2 0 2,2 0 1,-1 0-8,1 0 0,-1 0 3,5 0 0,-5 1-1,1 3 0,-1-3 1,2 3 1,-2-3-3,5-1 1,-5 0-3,1 0 0,1 0 2,0 0 1,3 0 0,-4 0 1,4 0 0,-4 0 0,5 0 28,-1 0 0,0 0-23,4 0 0,-6 0 1,6 0 0,-3 0-3,3 0 0,0 0 0,-1 0 1,1 0-10,0 0 0,-1 0 10,-3 0 1,4 0-10,-1 0 0,-3 0 5,4 0 0,-2-1-4,1-3 0,3 3 4,1-3 0,-3 3 0,0 1 0,0 0 9,-4 0 0,4-4 0,3 0 1,-3 0 35,0 4 1,0 0-39,-4 0 1,2-3 2,2-1 0,0 0 1,0 4 1,0 0-19,0 0 0,-1-4 16,1 0 1,-1 1-3,-3 3 1,2 0 2,-2 0 1,-1 0-1,1 0 0,0 0-8,4 0 1,-4 0 4,0 0 0,-4 0-14,4 0 1,-3 0 13,3 0 1,-5 0-7,1 0 1,-1 0 22,1 0-13,-2 0 1,3 0-13,-4 0 0,-1 0 1,1 0 1,-5 0 1,1 0 0,-4 3 1,3 1 0,-3 0-20,4-4 24,-6 0-88,8 0-64,-8 0-19,3 5 15,0-4-27,-4 4-40,4-5 52,-5 0 1,-5 0 0,-1 0 0</inkml:trace>
  <inkml:trace contextRef="#ctx0" brushRef="#br0" timeOffset="1">2284 10541 5919,'1'7'36,"3"-3"-10,-2-3 54,3-1 49,-5 0-120,0 5 22,0-4-9,0 4 79,0-5-79,0 5 2,0-3-23,0 8 1,0-8-3,0 6 1,0-4 5,0 3 1,0-3-3,0 4 1,0-1 55,0 5-52,0-1 1,1 1 9,3-1 1,-3 4-7,3 1 1,-3-1 10,-1-4 0,0 2 10,0 2 0,0-2 2,0 2 0,0 2-24,0-2 1,1 1 2,3-1 0,-3-2-13,3 2 0,-3 2 16,-1-2 0,0 2-20,0-2 1,0-2 16,0 2 0,2 1-28,2-1 0,-3 1 23,3-5 1,-3 4-3,-1 1 0,0-1 2,0-4 1,0 1 1,0-1 1,4 4-20,-1 1 1,1-1 15,-4-4 0,0 2-7,0 2 0,0-2 6,0 2 1,0-2-16,0-2 0,0 1 21,0-1 0,0 4-1,0 0 0,0 1-12,0-5 1,0 0 1,0 1 1,0-1-6,0 1 0,4 3 8,0 0 1,0 0-10,-4-3 1,0-1 5,0 1 0,0-1-1,0 1 0,0-1-3,0 0 0,1 1 0,3-1 1,-3 1 2,3-1 0,-3 0 0,-1 1 0,0-1 0,0 1 0,0-1 0,0 1 0,0-1 0,0-3 6,0-1-3,0 1 1,0 3-4,0 1 0,4-5 2,0 1-2,0 0 0,-4 3-2,0 0 3,0 1 0,0-1 12,0 1 1,0-5-13,0 1 1,0-4-5,0 3 6,0-4-1,0 7-13,0-4 0,0 2-17,0 0 24,0-6 0,0 3 1,0-4 4,0 3-4,0-2 0,0 4-47,0-2 18,0-3-2,0 4 83,0-5-77,0-5 12,5 4 1,-3-4 1,6 5 0,-1-2 5,5-1 0,-1 1 6,1-2 0,-1-1 1,0 2 0,6-5 15,2 4 0,3-1-7,0 1 0,3-1 2,1-2 1,2-2 21,3 5 1,2-5 5,-3 1 1,7-2 45,1-1 1,4 3-68,-4 1 0,1 0 63,-1 0 0,2-4-67,1 4 0,-1 1-2,-6-2 0,0 4 21,1-4 0,3 5-7,0-5 0,0 6-63,-4-2 1,2-1 55,2 1 1,-3-4-31,3 4 0,-2-1 18,-2 2 1,0 1 62,1-2 0,-1 2-58,0-2 1,-3 3 3,-1-3 1,0 3-14,5 1 1,-1 0-3,0 0 1,1-2 7,-1-1 1,-4 1-3,1-1 1,3 1-31,4 2 0,-1 0 26,-7 0 0,3-1 15,-2-3 1,2 3 6,1-3 0,0 3 6,1 1 0,0 0-22,3 0 1,-1 0 1,5 0 0,-5-4-9,1 0 0,-2-1 0,3 1 0,0 2 39,3-6 1,-2 4-33,-2-3 1,-1 1 86,5-2 0,-1-2-79,1 2 1,1 2-4,-5-2 1,5 4 1,-1-3 1,1 0-4,-1 0 1,2-3 16,-2 2 1,-1 2-1,1-2 1,-1 0 0,5-3 0,-5 3-14,-3 1 0,1 4-40,-1-1 1,0-1 17,-3 2 1,-1-5-2,0 4 0,0 0 16,1 4 1,-1-3-8,0-1 0,0 0 7,1 4 1,-1-1-6,0-3 0,-1 3 33,-2-3 0,-2 2-27,-2 2 0,-2 0 37,5 0 0,-4 0-5,0 0 1,-2 0 6,-1 0 1,4 0-46,0 0 0,-1 0-3,-3 0 1,0 0-27,0 0 1,0 0 42,-1 0 1,0 0-18,-3 0 0,1 0 9,-4 0 1,4 0-34,-1 0 1,-3 0 16,0 0 1,0 0 0,-1 0 0,2 0 15,-2 0 1,-1 0 1,5 0 0,-4 0-1,4 0 0,-3 0-6,3 0 1,-4 0 2,4 0 1,-5 0-3,1 0 1,2-1 37,-2-3 1,4 3-8,-4-3 1,0 3 2,-3 1 1,0-1-12,4-3 0,-4 3 0,4-3 1,-4 3-7,0 1 0,-1 0 30,1 0-29,-1-5 1,0 3 0,1-1 1,-5 1-29,1 2 1,-4 0-56,3 0 25,-4 0 0,3 0-89,-2 0-25,-3 0-237,4 0-283,-5 0 271,0 5-47,0-3 140,0 3 305,0-5 0,0 5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3197 11020 6009,'9'0'0,"-1"0"0,-8 0 0,0 0 0,-2 6 0,-4-1 0,4 1 0,-5-6-168,7 0 177,-8 0 45,6 0-33,-6 0 0,6 2 30,-3 4-45,3-4-6,-6 6 11,8-8 32,0 0-22,-8 0-15,6 0 4,-5 0-9,7 0 570,0 0-540,-8 0 51,6 0-124,-6 0 62,8 0-5,0 0-45,-7 0-21,5 0 6,-6 0 50,8 0-26,0 0 18,-8 0 0,6 0 13,-6 0 1,8 0 141,0 0-64,-7 0-54,5 0-29,-6 7 35,8-5 2,0 6 5,0-8 1,-2 0 47,-4 0-39,4 0-6,-5 0 3,7 0 0,-2 0 9,-4 0-61,4 0 72,-6 0-4,8 0-41,-7 0-19,5 0 1,-8 0-24,4 0-8,4 0-1,-5 0 0,1 2 41,0 4 56,0-4-42,-1 5 7,5-7-22,-6 0 1,2 2 22,0 4-3,0-4-15,6 6 1,-5-6 11,-1 3-19,0-3 1,4 6 88,-4-8-59,4 8 9,-5-6-15,-1 13 0,6-11 39,-4 8-14,-3-8-32,7 11 0,-12-11 10,8 7 11,1-7-58,-3 12 0,6-12 4,-4 7-8,-3-7 4,7 11 1,-8-11-20,4 8-15,4-8 43,-5 11 1,7-11-17,0 8 11,0-8-10,0 3 9,0 1 1,0-6 1,0 13 0,0-13 0,0 8 0,0-4 0,0-4 0,0 7 0,0-3 0,1-4 0,5 4 29,-4-4 1,8 4-17,-4-1 3,-4 1-13,13-6 0,-11 6-1,7 0-10,-7 0 14,12-6 0,-12 5-13,7 1 0,-5 0 9,6-6 1,-7 0-7,7 0 0,-6 0 3,5 0 0,-5 0-2,6 0 2,-1 0 1,7 0-1,-1 0 1,-5 0-21,-1 0 1,-5 0-3,6 0 1,-1 0-68,6 0 0,-5 0 75,0 0 1,-7 0-9,7 0 16,0 0 5,5 0 1,-2-2 30,-3-4 174,3 4-127,-5-13 0,2 11-38,-1-8-44,-7 9 59,12-13-54,-15 6 0,7-1-4,-8-1 1,6 6-9,0-5 0,0 5-14,-6-6 14,0 1 1,0-6-41,0-1 1,0 7 43,0-1-89,0 0 87,0-5 0,0 0-6,0-1 1,0 7 7,0-1 1,0 0-2,0-5 1,0 6-5,0-1 13,0 0 0,0-5 8,0 0 1,0-1-7,0 1 1,0 5-71,0 1 64,0-1 0,0-5-88,0-1 75,0 1 1,0 0-4,0-1 1,0 7 16,0-1 1,-2 2 1,-4-1 1,4-5 21,-4 5 0,4 1-47,2-2 14,0 1 6,0-7-18,0 1 1,-2 2 5,-4 3 1,5 2-26,-5 5-33,4 3-9,2-14 104,-8 14-60,6-5 94,-6-1-86,8 6 57,0-6-22,0 8 4,0 0-2,0 8-6,0-6 12,0 6-12,0-8 86,0 0 3,0 7-71,0-5 0,0 8 26,0-4 11,0-4 1,0 7-17,0-3 69,0-4-37,0 13-47,0-5-10,0 7 1,0 1-2,0-1 0,0-5 5,0-1 1,0 1-2,0 5 1,0 1 48,0-1 0,0 1-46,0-1 1,0 2 52,0 4 1,0-3-40,0 3 0,0 2-27,0-2 1,0 6 4,0-6 0,0 2 0,0-1 1,6-3-15,0 8 1,0-8-8,-6 2 0,6-3 14,-1-3 0,3 0-18,-2 1-26,-4-1-8,13 0-7,-5 1-23,7-1 1,-5-7-338,-1-4 12,-7-4-322,4-2 116,0 0 611,-6 0 0,13-16 0,-5-3 0</inkml:trace>
  <inkml:trace contextRef="#ctx0" brushRef="#br0" timeOffset="1">4065 10933 6558,'0'-10'-404,"0"3"1,2 7 403,4 0 0,-4 0 0,6 0 0,-8 0 323,0 0-337,-8 0 64,6 0-74,-6 0 1,6 1 61,-3 5-97,3-4 104,-6 6-16,0-8 54,6 0 23,-13 0 55,13 0-131,-13 0 1,11 0 109,-8 0-56,8 8-13,-11-6-60,5 5 0,-1-1 1,-1 0 3,8 0 1,-9-4-8,7 3 23,-8-3-11,5 14 0,-7-12-23,5 7 52,-5-7 8,7 12-59,-9-7 1,1 9 1,1-1 5,5 0 0,-3-5-7,8 0 1,-1-7-35,1 7 44,4-1 1,-8 5-21,5-4 14,3 3-23,-6-5 30,8 7-4,0 0 1,2-5 45,4 0 6,-4-9-55,13 13 1,-7-12 19,3 7-21,5-7 1,-12 6-10,7-4 4,1-4 0,-1 5 1,1-7 0,-6 6-4,5 0 0,-5 0 1,6-6 1,-7 0 1,7 0 0,-6 0-53,5 0 0,-5 0 52,6 0 0,-6 0-4,5 0 3,-7 0-4,11 0 5,-5 0 5,8 0 0,-7-6 30,1 0 13,-8-7 20,11 3 1,-11-6-53,7 5 0,-7-5-5,2 5 0,-2 1 9,2-1 1,-4 5-22,3-6 1,-3 6 35,-2-5-14,0-1 0,0-5 32,0-1 0,0 7-22,0-1-61,0 1 62,0-7-72,0 1 54,0 0 0,-2 5-30,-3 0-16,3 9 19,-6-13 1,6 14-38,-4-4-3,4 4 49,-5-5-15,7 5 47,-8-6-44,6 8 90,-6 0 38,8 0 318,0 0-402,0 8-17,0-6-22,0 13 1,0-11-6,0 8 1,0-7 7,0 7 0,0-6 3,0 5 1,0-5 7,0 6 0,0-6 2,0 5 25,0 1 0,0 5-7,0 0 0,0-5 89,0 0-75,0-1 0,0 7 44,0-1-25,8 0 1,-6 1 4,4-1 1,-2-5-47,1-1 0,-3 1 60,4 5-94,4 1 0,-6-1 48,7 0 0,-5-5-126,6 0 1,-7-9 12,7 3-43,-8 4-44,11-8-46,-5 6 0,1-8-664,1 0 886,-8 0 0,11-8 0,-5-2 0</inkml:trace>
  <inkml:trace contextRef="#ctx0" brushRef="#br0" timeOffset="2">4812 10516 6254,'0'-10'2,"0"2"-93,0 8-149,0 0 408,8 0-174,-6 0 256,6 0-42,-8 0 317,0 0-402,0 8-181,8-6 143,-7 13-206,7-5 140,-8 8 1,0-1-4,0 0 0,0 1-8,0-1 0,0 0-4,0 1 1,6-1-10,0 1 0,0-1 19,-6 0 0,0 6-37,0 1 1,0-1 34,0-6 0,0 6 27,0 1 0,2-1 12,3-6 0,-3 2 91,4 5 1,-4-5-116,-2 4 1,0-4 10,0-1 0,0-1-125,0 1 0,2 1 125,4 4 0,-4-9-216,3 3 221,-3-4-422,-2 5-83,0-1-115,8-7 577,-6-2 0,13-16 0,-5-2 0</inkml:trace>
  <inkml:trace contextRef="#ctx0" brushRef="#br0" timeOffset="3">4621 10898 5884,'-7'10'40,"5"-2"477,-6-8-526,8 0-25,-8 0 92,6 0 19,-5 0-60,7 0 59,0 0-178,-8 0 103,6-8 16,-6 6-7,8-6-7,0 8 460,0 0-324,8-8-65,2 6 1,7-5-20,0 7 1,-5 0 6,0 0 0,-1 0-48,6 0 1,1-6 38,-1 0 0,6 0-80,1 6 1,1-5 42,-2-1 0,2-2-12,4 2 0,2 2-23,-8-7 0,6 5-7,-6-6 1,6 9-41,-6-3 1,0-2 64,-5 2 1,-1 0-175,0 6 1,1 0-79,-1 0-336,-7 0 589,5 0 0,-13-7 0,6-3 0</inkml:trace>
  <inkml:trace contextRef="#ctx0" brushRef="#br0" timeOffset="4">5594 10846 5921,'10'0'-38,"-2"0"56,-8 0 57,0 0-49,7 0 138,-5 0-130,6 0 176,-8 0 379,0 0-505,-8 0 114,6 0-118,-5 0 7,-1 0 1,4 0-36,-8 0 0,7 0 56,-7 0-6,8 0-10,-11 0-197,5 0 201,-7 0-167,-1 0 0,1 6 91,0 0 1,5 5-64,0-5 0,7 2 50,-7-3 1,8-1 0,-2 8-11,-3 0 0,1 5 6,-4 0 0,3-5-12,3-1 15,4 1 0,-6 5-18,8 1 22,0-1 3,0 1-11,0-1 1,0-5 0,0-1-3,0-7-1,8 11-72,2-13 73,7 6 0,1-8-18,-1 0 0,-6 0 16,1 0 1,-6-6-7,5 1 7,1-9 1,5 10 1,1-7 0,-7 5-11,1-6 1,-2 6 2,1-5 0,3 5 5,-9-6 1,7 7-2,-6-7 0,5 6-11,-5-5 0,6 5 7,-6-6 1,1 6-14,-1-5-5,-4-1 1,8-3-31,-5 3-13,-3-3-8,6 5 23,-8-7 1,0 5-1,0 1 86,0 7 0,0-6-16,0 4 77,0 4-82,0-5 19,0 7 71,0 0-26,-8 7-60,6-5 0,-5 8-50,7-4 54,0-4-6,0 13 1,0-11 9,0 8 1,0-7 2,0 7 0,0-6 15,0 5 0,0-5 2,0 6 1,2-3-40,3 3 1,-3 3 20,4-3 1,-2 3-26,2 3 0,-4-1-11,4 1 1,1-7-128,-1 1 1,6-1 6,-7 7 1,7-1-127,-6 0 0,7-5 59,-1 0 0,-2-8 197,1 1 0,1 5 0,5 0 0</inkml:trace>
  <inkml:trace contextRef="#ctx0" brushRef="#br0" timeOffset="5">6307 10637 7262,'-10'0'-1510,"2"0"1848,8 0-9,0 0 0,2-5-340,4-1 86,-4 0-160,6 6 102,-8 0-12,7-8-1,-5 6-14,6-5 113,-8 7-91,8 0 1,-6-2 15,3-4 1,-1 4 9,2-4-58,-4 4 31,13 2 1,-11-2-4,8-3 0,-6 3-3,5-4 0,-1 2-6,1-2 0,5 4-34,-5-4 1,-1 5 35,2 1 1,-6-6-108,5 0 0,-5 0 87,5 6 3,-7 0 0,10 2 25,-8 4 1,-1-2 1,-5 7 1,0-5-8,0 6 1,0-7 7,0 7 0,0-6 19,0 5 0,0-5-12,0 6-133,0-1 1,-2 5 114,-3-5-401,3 5 238,-14-6 162,7-1 0,-1-1 0,-5 0 0,5 1 0</inkml:trace>
  <inkml:trace contextRef="#ctx0" brushRef="#br0" timeOffset="6">6515 10568 6514,'10'0'480,"-3"0"-645,1 0 142,-6 0 1,8 0-77,-4 0 207,-5 0-22,7 0-66,0 0 1,-4 0 27,7 0 0,-5-6-85,6 0 0,-7-1 65,7 1 0,-6 4-119,5-4 75,1-4-16,5 8 34,1-13 3,-1 13 1,-5-6 19,-1 8 1,-5 0-13,6 0-6,-8 0 16,3 0-243,-7 8-4,0 2 30,0 7 1,-2 1 28,-3-1 165,3-7 0,-14 13 0,7-4 0</inkml:trace>
  <inkml:trace contextRef="#ctx0" brushRef="#br0" timeOffset="7">6359 10776 7765,'11'-1'0,"1"-3"-500,1-2-62,3-8 0,1 10 347,1-7 435,-1 7 1,0-9-119,1 7 0,-1-6-40,0 6 1,-5-1-103,0 1 1,-1 2 77,7-8 0,-1 9-4,0-3 1,-5-2-43,-1 2 0,1-2-18,5 3 0,-5 3-24,0-4 1,-7 4-87,7 2 1,-6-6-222,5 0 357,-7 1 0,12 5 0,-7 0 0</inkml:trace>
  <inkml:trace contextRef="#ctx0" brushRef="#br0" timeOffset="8">6463 10846 7765,'8'-10'-1632,"-4"3"1255,7 7 377,1-8 0,-1 6 225,1-4 1,-6-2-100,5 3 0,-5-1-226,6 6 1,-7-6 84,7 0 0,-6 0-26,5 6-21,-7-7 20,12 5 0,-13-6-100,9 8 108,-8-8 0,6 6 34,-5-3 0,-3 3 0,6 2 0,-8 0 0</inkml:trace>
  <inkml:trace contextRef="#ctx0" brushRef="#br0" timeOffset="9">6446 10950 7765,'17'0'-500,"0"-6"-63,1 1 0,-1-3 426,0 2 1,1 2 204,-1-7 1,1 5-69,-1-6 0,0 8 21,1-1 0,-1-3 6,0 2 1,1-5-14,-1 5 0,-5-6-3,-1 6 1,-1-1-35,2 1 1,3 4-31,-3-4-49,-5 4 0,3 2 18,-4 0 84,-4 0 0,5-8 0,-7-1 0</inkml:trace>
  <inkml:trace contextRef="#ctx0" brushRef="#br0" timeOffset="10">6480 10881 6514,'10'0'-334,"-2"0"315,-8-8 6,0 6-150,0-6 78,7 8 99,-5 0-37,6 0 46,-8 0 528,0 0-392,0 8-40,0-6-13,0 13-200,0-5 134,0 8-28,0-1 1,0 0-23,0 1 1,0-7-18,0 1 1,0-6 4,0 5 1,0-5-13,0 6 8,0-9 27,0 13 45,0-14-22,8 6-11,1-8 1,9 0 1,-1 0 1,1-6 2,-1 0 0,0-8-137,1 3 1,-1 1 122,0-1 0,1 1-242,-1-2 1,6-3 237,0 3 0,1-3 0,-7-2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68"/>
    </inkml:context>
    <inkml:brush xml:id="br0">
      <inkml:brushProperty name="height" value="0.053" units="cm"/>
      <inkml:brushProperty name="color" value="#FF0000"/>
    </inkml:brush>
  </inkml:definitions>
  <inkml:trace contextRef="#ctx0" brushRef="#br0">6915 10464 5830,'9'0'183,"-1"0"1,-8-2-156,0-4 42,8 4-30,-6-6 34,5 8 11,-7 0-33,0 0-9,0-8-50,8 7 0,-6-7-3,6 8 51,-8 0 293,0 0-268,-8 0-28,6 8 1,-8-5 35,5 9-55,3-8 10,-14 11 0,12-7-41,-7 4 1,5 1 20,-6-7 1,9 7-1,-3-1 0,-4-2 6,-1 1 1,1 1-4,-2 5 0,1 1 2,-7-1 0,7 0 0,-1 1 0,1-1 10,-7 1 1,1-1 17,0 0 0,5 6 4,0 1 1,1-1 4,-7-6 0,1 1 6,0-1 0,-1 2-24,1 4 1,1-3 0,5 3 1,-5-6-17,5-5 0,1 3 20,-1-3 1,1 3-73,-2 3 1,3-7 16,3 1 1,4-6-37,-4 5-63,-3-7-97,7 4 1,-6-6 34,8 4-324,0-4 73,0 5 143,0 1 286,0-6 0,0 13 0,0-13 0,-8 6 0,-1-8 0</inkml:trace>
  <inkml:trace contextRef="#ctx0" brushRef="#br0" timeOffset="1">6359 10394 7912,'9'0'-1859,"-1"0"2021,-8 0-188,8 0 5,-6 0-18,5 0 26,-7 0-9,8 0 18,-6 0 1,6 2 4,-8 4-5,0-4-2,0 5 13,0-7 74,0 0-11,0 8-31,0-6 1,0 8 174,0-4-166,0-5 217,8 15-219,-7-6 1,9 5-2,-4-3 1,-4 3-12,4-3 0,1 3-1,-1 3 0,6-1-9,-6 0 0,5 1-8,-5-1 1,7 2 29,-1 5 1,-2-5-17,1 4 0,1-2 3,5 2 1,1-1 36,-1 7 0,0-6 5,1 6 0,-1-8-35,0 2 0,1 4 4,-1 2 0,1-4-13,-1-2 0,0-1-5,1 1 0,-5-4-31,5 4 1,-11-5 42,11-7 0,-11 3-119,5-8 83,-8 7 0,5-11-11,-3 4-98,-4 4 1,6-8-363,-8 5 97,0-7-376,0 0 428,8 0 320,-6 0 0,13-7 0,-5-3 0</inkml:trace>
  <inkml:trace contextRef="#ctx0" brushRef="#br0" timeOffset="2">7245 10342 7964,'0'17'-555,"0"-5"-693,0-1 1134,0-7 186,0 12-89,0-7 87,0 1-98,0 6 93,0-15-31,0 7 0,0-6 34,0 4 2,0-4-48,0 6 1,0-6 32,0 3-60,0-3 68,0 14 5,0-7-14,0 9 1,0-1 4,0 1 1,-2-1 10,-4 0 0,4 1 11,-4-1 0,4 0-98,2 1 1,0 1 61,0 4 1,-2-3-178,-3 3 1,3-4 104,-4-2 0,4 1-84,2-1 0,0 1 28,0-1 0,0-5-231,0-1 314,0 1 0,0 5 0,0 1 0</inkml:trace>
  <inkml:trace contextRef="#ctx0" brushRef="#br0" timeOffset="3">7193 11037 6559,'0'10'-729,"0"-2"736,0-1-20,0-5-3,0 6 70,0-8 1239,0 0-1141,0 8-67,0-6 26,0 5-165,-8-7 149,6 0-256,-6 0 15,8 0-78,0 0 0,0 8 1,0 2-1</inkml:trace>
  <inkml:trace contextRef="#ctx0" brushRef="#br0" timeOffset="4">7610 10464 5824,'9'0'87,"-1"0"-55,-8 0 154,0 0-194,8 0 14,-6 0-7,5 0 0,-5 5 3,4 1-12,-4 0 8,13-6 0,-11 0 2,8 0 0,-8 0 0,11 0 0,-5 0 0,1 2 0,1 4 0,-6-4 0,5 3 0,-7-3 0,10 0 0,-8 4 0,1-4-98,-1 4-13,-4-4 71,13 5 16,-5-5 1,0 8 39,-4-4 0,-3-4-56,3 4 86,-4 3-60,6 1 0,-8 1 126,0 1-149,0 0-11,0 5 48,0 0 0,0 1 0,0-1 0</inkml:trace>
  <inkml:trace contextRef="#ctx0" brushRef="#br0" timeOffset="5">7853 10446 6450,'9'0'30,"-1"0"19,-8 0 1,2 0-22,4 0-4,-4 0 0,7 0 25,-3 0-25,-4 0-31,14 0 1,-12-2 1,7-4 0,-5 5 23,5-5 0,-5 2 42,6-2 0,-6 4-40,5-4 1,-5-1 35,6 1 0,-3-2-28,3 2 0,3 4 45,-3-3-29,3 3-11,3-6-68,-1 6 60,0-6 0,-5 8-36,0 0 1,-9 2 21,3 4 1,-4-2-38,-2 7 1,0-5 26,0 6 0,0-1-3,0 7 1,0-1-14,0 1 0,-6 1-3,1 4 1,-9-4-150,2 5 1,-3 3 97,-2 2 1,-1-2-143,1 2 0,0-6 99,-1 6 1,1-8 111,-1 2 0,1 4 0,0 0 0</inkml:trace>
  <inkml:trace contextRef="#ctx0" brushRef="#br0" timeOffset="6">7488 10776 7909,'0'10'-1972,"0"-2"2513,0-8-470,8 0-25,-6 8-153,5-7 193,-7 7-47,8-8 1,-4 0 41,8 0-44,-9 0 1,13 0 17,-5 0 1,5 0 1,1 0 0,1 0-9,-1 0 0,2 0 6,4 0 0,4 0-55,8 0 0,0-2 44,0-4 1,-1 5-91,1-5 1,0-2 34,0 2 1,-1-1-106,1 1 0,-2 4 83,-4-4 1,-2-2-98,-4 2 0,-4 1 62,5 5 1,-7-2-105,-5-4-166,3 4 339,-13-6 0,13 8 0,-5 0 0</inkml:trace>
  <inkml:trace contextRef="#ctx0" brushRef="#br0" timeOffset="7">7783 10898 7871,'0'10'-1402,"0"5"1770,0-13-604,0 6 226,8-8 36,-6 0 7,13 0 1,-11 0 0,8 0 1,-6 0-66,5 0 0,-5 0 52,6 0 1,-7 0-31,7 0 1,-6 0-20,5 0 1,-5 0-112,6 0 1,-3-2 8,3-4-183,3 4 313,-5-5 0,7-1 0,1-2 0</inkml:trace>
  <inkml:trace contextRef="#ctx0" brushRef="#br0" timeOffset="8">7696 11055 7871,'-7'9'-471,"5"1"195,-4-4 71,4-4-128,-6 5 400,6-7 104,-5 0 64,7 0-106,7 0 0,-3 0-180,8 0 0,-1 0 62,7 0 1,-7 0-188,1 0 1,0-2 37,5-3 0,-5 3 35,-1-4 0,1-2 15,5 2 0,-5-1-117,-1 1 0,-5 4 205,6-4 0,-1-4 0,7 1 0</inkml:trace>
  <inkml:trace contextRef="#ctx0" brushRef="#br0" timeOffset="9">7801 10968 7871,'0'17'-1178,"0"0"903,0 1 1,0-7 227,0 1 1,0-6 56,0 5 0,0-5 1,0 6 0,0-1-50,0 7 0,-2-7-9,-4 1 1,4-1 16,-4 7-15,4-1 112,-5 1 0,5-1-80,-4 0 132,4-7-31,2 5 25,0-13-35,0 14-32,0-14 0,2 4-24,4-12 0,-2 4-5,7-4-65,1-4 1,5 3 69,0-5 0,1-3-140,-1 3 0,1 2 23,-1-1 96,8 7 0,-6-19 0,6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7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7127 12357 6102,'-7'0'216,"2"0"-9,5 0-122,-5 0-81,4 0 1,-5 0 54,2 0 9,2 0-14,-3 0 3,0 0-33,4 0-24,-9 0-8,9 0 25,-10 5 1,9-3 202,-6 2-172,6-3 1,-7 0 3,5 3 0,-1-3-27,1 3 1,3-2 36,-3 2-94,-2-2 0,3 4 105,-4-2-116,4-3 65,-7 9 0,9-7-63,-3 4 1,-1-3 37,1 4 1,-1-6-8,1 2-31,3 2 20,-4 1 1,5 4 13,0 1 0,0-5 3,0 1 1,0-4-22,0 3 12,0 1-13,0 3 19,0 1 2,0-1 29,5 1 0,0-5 5,2 1 0,0-6 27,-3 2 0,-2-3-48,6-1 1,-4 4 11,3 0 13,1 0-41,3-4 1,1 0 13,-1 0 1,-3-4-4,-1 0 1,0-1-18,0 1-1,3-2 1,-3-5 7,4-1 1,-3 4 5,-1 1 1,-3-1-3,4-3 1,-4-1 2,3 1 0,-3 0-1,4-1 1,-5-1 0,5-2 0,-4 3 0,4-4 0,-6 0 0,2 1 0,1-6 0,-1 2 0,1-2 0,-1-2 0,-3 0 0,3 0 0,-3 0-41,-1 0 0,4-3 38,0-1 0,-1-1-134,-3 2 0,4 2 90,0-3 0,0 3-6,-4 1 1,1 0 25,3 0 0,-3 2-11,3 2 0,-3-3 76,-1 3 1,0-1-72,0 1 1,0 1 81,0 3 1,0 2-68,0-2 66,0 2 0,-1 3-37,-3 2 6,3-2-12,-4 4-1,0-1 58,3 2 0,-4 5-49,2 0-11,3 0 1,-4 2 7,5 1 0,-4 0-11,0 5 1,1-5 27,3 5 0,-4 0-1,0 3 1,0-3 14,4-1 0,0 1 3,0 3 1,0 1 75,0-1 0,0 2-88,0 2 0,0-2 97,0 2 1,0 2-77,0-2 1,0 4-12,0-4 1,0 5-12,0-1 0,1 3-12,3 1 1,-1 1 28,4 3 0,-3-2-1,4 5 0,-2 1-51,2 3 0,2-3 36,-2-1 0,-2-1-83,1 2 0,0 0 74,0-4 1,4-2-130,-4-6 0,0 2 55,0-6 1,-4 4-146,1-4 0,1-3 62,-2-5-48,6 1 0,-6 2-120,4-2 1,-3-3 51,4-5 1,-4 0 249,3 0 0,1 0 0,3 0 0</inkml:trace>
  <inkml:trace contextRef="#ctx0" brushRef="#br0" timeOffset="1">8120 12197 7841,'-6'2'-753,"2"2"642,3-3 1,0 4-349,-3-5 115,2 0 273,-3 0 117,5 0-36,-5 0 109,4 0-111,-4 0 186,5 0-155,-5 0 195,4 0-183,-4 0 140,-1 0-141,5 0-18,-9 0 0,5 1 7,-3 3-33,-2-3 13,4 4 0,-6-1 9,1 0 1,3 1-9,1-1 0,-1-3-23,-3 3 0,3 1-1,1-1 1,-1 3 11,-3-3 0,-1 1 3,1-1 0,3 1-33,0 3 1,1 1-11,-5-6 0,2 6-57,3-1 0,-4-2 78,4 2 1,1 0-57,-2 3 0,5 0 45,0 1 0,1-1 17,2 1 1,0-1-8,0 0 1,0-3-2,0 0 0,2-1 17,1 5 1,2-5 7,3 1 0,2-5 15,-2 0 0,2 2-28,1-1 0,1 0 97,-1-4 1,1 0-74,-1 0 0,4 0 21,1 0 0,-1 0-29,-4 0 0,1-4 4,-1 0 0,2-3-23,2 3 0,-2-5-7,2 1 0,-2-2-64,-2-1 1,0-1 77,1 1 1,-2 0-26,-2-1 1,2 1 10,-3-1 1,0 1 10,0 0 0,-3-1-6,4 1 0,-6-1 4,2 1 0,-3-1 5,-1 1 0,0 3 5,0 1 0,0 3-1,0-4 1,0 5-7,0-5-163,0 5 143,0-2-64,-5 5 76,4 0 0,-5 0-14,2 0 13,3 0 0,-5 5-1,6 3 0,0-2 83,0 2 1,0 1-77,0 6 1,0-2 89,0 2 0,0 1-66,0 0 1,0 4 0,0-1 0,0 1-77,0-1 1,4 3-120,0-3 1,5 3 78,-1 0 1,-2 0 93,2-3 0,4 3 0,6-5 0</inkml:trace>
  <inkml:trace contextRef="#ctx0" brushRef="#br0" timeOffset="2">9057 11809 7760,'0'8'-377,"0"-1"102,0-4 0,0 3 79,0-2 85,0-3 0,0 6 48,0-3 74,0-3 87,0 4-5,0 0-90,0-4-45,0 9 20,0-3 38,0 4 0,0 1-1,0-1 0,0 0 20,0 1 0,0-1 0,0 1 0,0 4 0,0 3 0,0 3 13,0 1 1,0 3-49,0 1 1,0 5 28,0-2 1,0 3-132,0 1 0,4 1 119,-1-1 0,5-4-120,-4 1 0,5-6 19,-2 2 1,0-3 21,0-1 1,-3-5-18,4-3 1,-5 0-71,5-4 1,-4 2 148,3-9 0,-4 0 0,7-4 0,-9 0 0,5 0 0</inkml:trace>
  <inkml:trace contextRef="#ctx0" brushRef="#br0" timeOffset="3">8851 12140 7763,'8'0'0,"-1"0"0,-3 0-597,4 0 405,-6 0 138,9 0 1,-9 0 141,6 0-21,-6 0-19,8 0 0,-7 0-21,5 0 0,-5-3-20,5-1 0,-4 0 59,3 4 1,1-1-131,3-3 1,1 3-8,-1-3 1,1-1-72,-1 1 0,4-1 79,1 1 1,0 3-69,-1-3 1,3-1-53,5 1 1,0-4 42,0 5 140,-1-6 0,6 2 0,1-4 0</inkml:trace>
  <inkml:trace contextRef="#ctx0" brushRef="#br0" timeOffset="4">9639 12026 7763,'0'7'-1433,"0"-1"2326,0-2-634,0-3-329,0 4 1,0-4 17,0 3 245,0-3-186,0 4 1,-1-5 165,-3 0-295,3 0 57,-4 0-107,0 6 162,-2-5 0,0 8-8,-1-6 1,6 3 21,-2-3 0,-1 0-1,1 5 1,-4-5-13,4 5 1,-3-4 6,3 3 0,-5 1 1,7 3-9,-6 1 0,4-1-1,-3 1 1,4-1-56,-1 0-48,3 1 0,1-1 87,0 1 1,1-5 2,3 1 1,-1-5 16,4 0 0,1 2-24,3-1 1,1 0-7,-1-4 1,2 0 3,2 0 0,-2-4 6,2 0 0,1-4-28,0 0 0,3-2-7,-4-2 0,4 1 68,-4-1 1,2 1-41,-2 0 1,-2-2 75,2-2 1,-2 2-72,-2-2 1,-1 2 168,-2 2 0,1-1 9,-6 1 1,2 1 26,-1 2-124,-2-2-18,3 4-62,-5-1 1,-2 2 88,-1 5-143,1 0 0,-4 0 77,2 0-189,3 0 86,-4 0 0,1 1-35,0 3 94,0-2-28,4 3 146,0 0 1,0-3-99,0 6 1,0-4 116,0 3 0,0-3-91,0 4 0,0-5 109,0 5 0,2 0-84,1 3 1,0 1-11,5-1 1,-5 0-40,5 1 1,0 3-94,3 0 0,0 4-74,1-3 1,-1 3 48,1-4 145,-1 5 0,6-2 0,0 5 0</inkml:trace>
  <inkml:trace contextRef="#ctx0" brushRef="#br0" timeOffset="5">10656 11615 7224,'-7'0'-486,"2"5"0,4-4 829,-3 3-263,3-3 1,-4 1-120,5 2 1,-1-3 174,-3 3-55,2-3 8,-3-1-43,5 5 0,-1-4 25,-3 3-51,3-3 1,-4 1-81,5 1 99,0-1 0,0 4-48,0-2 0,0-2 52,0 6 0,0-4-5,0 3 1,-4 1 12,0 3 0,1 2 7,3 2 0,0 2-11,0 2 1,0 2 5,0-2 0,0 7-73,0 0 0,-2 1 64,-2-4 1,3 0-188,-3 0 0,3-2 101,1-2 0,-4-1-474,1-3 230,-1-2 0,4 3 57,0-4 0,0-5 229,0 1 0,0-5 0,0 2 0</inkml:trace>
  <inkml:trace contextRef="#ctx0" brushRef="#br0" timeOffset="6">10679 12175 7715,'0'6'-1837,"0"-1"1715,0 0 122,0-4 0,0 6 262,0-3-287,0-3-160,0 4 175,0-5-8,0 5 275,0-4-210,0 4 0,0-3 290,0 1-169,0-1-169,-6 3 16,5-5 1,-4 1 17,5 3 82,0-3-22,0 4-183,0-5 127,-5 0-219,4 0 135,-4 0 47,5 0 0,0-5 0,0-1 0</inkml:trace>
  <inkml:trace contextRef="#ctx0" brushRef="#br0" timeOffset="7">11192 11535 7721,'8'0'-1842,"0"0"1719,-6 0 123,8-5 0,-3 4 122,4-4 74,1 5 1,-1-4-252,0 0 1,-3 0 83,0 4 0,-5 0-93,5 0 190,0-5 5,3 4-90,0-9 1,1 8-6,-1-1 0,-4 0-39,-4-1 57,4 3-85,-1-4 1,2 5 91,-1 0-54,-4 0 19,2 0 0,-5 1 21,0 3-7,0 2 1,0 6 4,0-1 0,0 4 4,0 1 1,-4 0 12,0-1 1,-4 2-88,0 2 0,-1 3 60,1-3 0,-2-2-125,3 2 1,-4-5 28,0 2 1,0 0-133,-1-1 0,5-1 72,-1-6 121,0 2 0,-3-4 0,0 6 0</inkml:trace>
  <inkml:trace contextRef="#ctx0" brushRef="#br0" timeOffset="8">11352 11512 7721,'5'7'-1322,"-3"-2"1239,3-5 86,0 0 0,-3 0-13,6 0 0,-4 0 59,3 0 0,-3 1 0,4 3 1,-4-3 58,3 3 0,-3-3-66,4-1 1,-1 0-12,5 0 1,-5 0 0,1 0 0,0 0 7,3 0 1,0 0-6,1 0 1,-5 0-6,1 0 1,0 0-10,3 0 0,-3 0-1,-1 0-73,1 5 1,0 0 72,-1 3 1,-3 2-94,4-2 47,-6 2 1,3 1-7,-5 1 0,0 0-42,0 4 0,-4-4-130,1 3 1,-6-1 16,1 2 0,-2-4 90,-2 4 1,1-4 97,0 0 0,-5-2 0,1-3 0,-5 9 0,2-4 0</inkml:trace>
  <inkml:trace contextRef="#ctx0" brushRef="#br0" timeOffset="9">11135 11878 7721,'7'0'-979,"3"0"1,-8-2 1080,6-1 0,-4 1 183,3-1 0,-3 1-209,4 2 1,-4-4-44,3 1 1,1-1 60,3 4 0,1-4-8,-1 0 1,4-1 46,1 1 1,0 3-43,-1-3 1,2 2-114,2-2 1,2 3 9,-2-3 0,2 1-127,-2 0 0,2 1 61,-2-2 1,-2 3-110,-2 1 0,2 0-46,-2 0 0,0 0-34,-4 0 267,1 0 0,-1 0 0,1 0 0</inkml:trace>
  <inkml:trace contextRef="#ctx0" brushRef="#br0" timeOffset="10">11295 12003 7721,'12'0'-246,"-1"0"1,-3 2-307,-1 1 0,1-1 532,3 1 1,1-1 449,-1-2 0,1 0-453,-1 0 0,0 0 16,1 0 1,-1-4 30,1 0 0,-1 0 55,1 4 0,0-3-4,3-1 0,-6-1-65,3 1 0,-3 3-124,2-3 1,-3 2-90,-1 2-33,1 0 1,0 0 235,-1 0 0,-4 0 0,2 0 0</inkml:trace>
  <inkml:trace contextRef="#ctx0" brushRef="#br0" timeOffset="11">11387 12129 7721,'11'0'0,"4"0"-245,0 0 1,1-4-306,-5 0 0,1-1 426,-1 1 1,0 3 321,1-3 0,-1-1-329,1 2 0,-1-3 95,0 3 0,1 1-138,-1-1 170,1-4 4,-1 6 0,1-9 0,-1 3 0</inkml:trace>
  <inkml:trace contextRef="#ctx0" brushRef="#br0" timeOffset="12">11409 11980 7703,'8'4'-1217,"0"0"913,-1 5 0,3-6 699,-2 4 31,-3-4-255,0 7-80,-4-4-121,5 6 0,-6-1 221,0 0 0,0 1-72,0-1 0,-2 1 85,-2-1 0,2 1-108,-6-1 1,5 4-70,-5 0 1,4 1 29,-4-5 0,5 0-14,-5 1 0,4-1 0,-3 1 1,3-1-143,-4 1 1,6-5 13,-2 1 1,1-4-96,0 3 14,1-4 65,-3 2 94,5-5-54,5 0 1,2 0 3,4 0 0,0-1 20,1-3 0,-1 1-3,1-4 1,0 3 10,4-4 0,-4 4-7,4-3 0,-4 3-109,0-4 0,-1 6 63,0-2 1,1-1 81,-1 1 0,6 0 0,1 4 0</inkml:trace>
  <inkml:trace contextRef="#ctx0" brushRef="#br0" timeOffset="13">2638 11067 6557,'7'5'-241,"-2"-4"543,-5 4-287,0-5-286,5 0 80,-4 0 229,4 0-240,-5 0 197,0-5 13,5 4 16,-4-4-8,4 5-15,1 0 0,-5-1 4,3-3-5,2 2 0,-3-3 0,4 5 0,-4 0 0,7 0 0,-8-1 0,6-3 0,0 3 44,3-4-43,0 5 1,1 0 261,-1 0-232,1 0 1,-1 0 21,1 0 1,-1 0-49,0 0 1,-3 0-2,0 0 1,-1 0 23,5 0-13,-1 0 1,0 0-106,1 0 97,-1 5 0,1-4-38,-1 3 1,1 1 25,-1-1 0,-3 0 107,-1-4-55,1 0 1,3 0 8,1 0 0,-1 4-32,1-1 0,-5 1 9,1-4 0,-1 0-44,5 0 0,-1 0 39,1 0 0,-1 0-15,0 0 1,1 0 24,-1 0 0,1 0-3,-1 0 0,1 0-21,-1 0 1,0 0-1,1 0 1,-1 0-6,1 0 1,-1 0 4,1 0 1,-1 0-34,0 0 1,1 0 33,-1 0 1,4 0 72,1 0 0,-1 0-76,-4 0 0,1 0 1,-1 0 0,1 0-10,-1 0 1,4 0-2,0 0 1,1 0 8,-5 0 0,1 0 0,-1 0 1,4 0-13,0 0 0,1 0 6,-5 0 1,2 0 94,2 0 1,-1 0-52,5 0 1,-5 0 10,1 0 1,2-4-12,-2 1 1,1-1 4,0 4 0,-4 0-1,4 0 0,0 0 7,-1 0 1,4 0-3,-4 0 1,2-4-13,-2 0 1,-1 0-38,5 4 0,-5 0-4,1 0 1,-1 0-3,2 0 0,-4 0 11,4 0 0,0 0-8,-1 0 1,0 0 27,-3 0 1,1 0-4,2 0 1,-3 0 8,4 0 1,-2 0-19,1 0 1,-2 0-2,2 0 0,1 0-11,0 0 0,0 0-1,-1 0 1,-1 0 4,5 0 0,-4 0-6,5 0 0,-5 0 33,4 0 1,-4-1-21,4-3 0,-1 3-22,1-3 0,2 3 18,-2 1 0,3-1-15,1-3 1,0 3 19,0-3 1,-1 1 1,1-1 1,0 3 0,0-3 0,0-1-1,0 2 0,-1-1-20,1 4 0,0-4 0,0 0 0,0 0-8,0 4 1,0 0 21,-1 0 0,1-1-47,0-3 0,0 3 55,0-3 1,0 3-2,-1 1 0,-1 0 17,2 0 0,-4-4 6,3 0 0,1 0 17,-4 4 0,7-3 11,0-1 1,1 0-30,-4 4 0,1-1-1,3-3 1,-2 3-79,5-3 1,-4-1 45,0 1 1,2-4-52,-1 5 1,1-5 32,-1 4 0,0-3-10,4 3 0,-2-4 14,-2 4 1,-2-3-7,6 3 0,-6-4 52,2 4 1,-3 1-40,-1 3 1,5-4 34,2 0 1,-2 0-23,-1 4 1,0-4 4,0 1 1,1-2-54,-1 1 0,-2 2-7,5-1 0,-4 1-6,1 2 1,0-1 42,0-3 0,0 3-21,-4-3 1,3 3 6,1 1 0,0 0 4,-5 0 1,5 0 6,0 0 1,-1 0 1,-3 0 1,0 0 5,0 0 0,0 0-4,0 0 1,3 0-3,1 0 1,-1 0-3,-3 0 0,1 0 16,3 0 1,-3 0-16,3 0 1,1 0 22,-2 0 0,2-4-23,-1 0 1,-2 1 1,6 3 1,-5-2-4,5-2 1,-6 3-2,2-3 1,2 2 0,2-2 0,-2 3-3,1-3 0,-3-1-4,3 1 1,-3-5 5,3 2 1,0 0 28,0 0 0,3 3-26,-2-4 1,-2 4 11,1-3 0,1 3-13,3-4 1,-1 5-1,-3-5 0,3 4-7,-2-3 0,2 3 11,1-4 0,-4 6-12,1-2 0,-2-1 9,2 1 0,2-4-7,-3 4 1,-1-3 3,2 3 0,-5-1 1,5 1 1,-2 3-1,1-3 1,-2-1-1,-5 1 0,0 0-22,0 4 1,2-3 20,-2-1 0,1 0-6,-9 4 0,4 0 3,-3 0 1,3 0-113,-4 0 0,0 0-83,-3 0 122,-1 0 1,-1 1-133,-2 3-220,2-3-335,-9 4 212,4 0-123,-5-3 676,-5 8 0,-6-4 0,-7 6 0</inkml:trace>
  <inkml:trace contextRef="#ctx0" brushRef="#br0" timeOffset="14">3004 12072 7959,'6'0'-1391,"0"0"944,-2 0 628,-3 5-189,5-4-31,-6 4 860,0-5-774,-6 0-61,5 0 0,-5 0 115,2 0-66,3 0 1,-6 2 17,4 1-32,1-1-19,-3 3 0,5-4 14,0 3 21,-5-3-17,4 9-28,-4-3 0,5 4 39,0 0 31,0 1 1,0 0-47,0 4 1,0-4 50,0 4 1,0-2-10,0 1 0,0-1 9,0 5 1,0 0-23,0 4 0,0-4-1,0 0 0,4-1-19,-1 1 1,1 2 18,-4-2 1,4 1-18,0 0 1,3 0 8,-3-5 1,4 4-35,-4-4 1,3 2-1,-3-2 1,1-2 0,-1 2 0,-1-6-9,4-2 1,-3 0-26,4 0-3,-6 4 48,3-10 19,0 4-25,-3-5-8,3 0-218,-5 0 71,0-5 26,0 4 1,0-6 86,0 3 0,0 2-64,0-6 1,0 4 44,0-3 1,1 3-113,3-4 1,-3 5 94,3-5 1,2 0-5,2-3 0,-2 3 33,2 1 0,-1-1 5,5-3 0,-1-1 72,1 1 1,0-1-95,3 1 0,-1 0 133,5-1 1,-3 1-108,3-1 1,0 2 105,4 3 0,-1-2-49,1 5 0,-4 0 6,0 4 1,0 1 11,4 3 1,-4-1 78,0 4 1,-5 2-84,2 6 1,-4-1-9,0 5 0,-1-5-15,0 2 0,-4 0 18,-3-1 1,-3 2 89,-1-2 1,0-2-48,0 2 1,-5-2 5,-3-2 0,-2 0-4,-1 1 0,-1-4 92,1-1 0,-4-1-186,-1 2 1,-3 1 91,4-5 1,-1 3-197,0-3 0,0 0 27,-3-4 1,-1 4-103,4 0 1,-3-1 64,4-3 0,-4 0 12,4 0 0,-2 0-74,2 0 1,2 0-162,-2 0 1,2 0 351,2 0 0,0 0 0,-1 0 0</inkml:trace>
  <inkml:trace contextRef="#ctx0" brushRef="#br0" timeOffset="15">4283 12049 6141,'-7'0'180,"2"0"-218,5 0 6,0-5 0,0 2-4,0-4 0,4 3-11,0-4 0,1 2 18,-1-2 0,-2-2-16,6 3 0,-2 0-82,2 0 127,2-1 0,-3-3 0,4-1 0</inkml:trace>
  <inkml:trace contextRef="#ctx0" brushRef="#br0" timeOffset="16">4351 12232 7804,'0'11'-256,"0"1"0,0-5-896,0 1 862,0-1 444,0 5 1,0-1-76,0 1 1,0-5-32,0 1 1,0-4 33,0 3 114,0 1-94,0 3 1,0 1 131,0-1-103,0 1 1,-1-1-89,-3 0-27,3 1 0,-4-1-152,5 1 1,0-1 121,0 1 0,0-5-67,0 1 1,0-1-21,0 5 0,0-5-268,0 1 240,0 0 0,1 2-317,3-3 446,-3-1 0,4-1 0,-5 1 0</inkml:trace>
  <inkml:trace contextRef="#ctx0" brushRef="#br0" timeOffset="17">5231 12129 7766,'-7'0'-1272,"2"0"1607,0 0-536,4 0 164,-4 0 1,4 0-91,-3 0 284,3 0 1,-5 0-61,1 0-70,4 0 1,-5 0-114,2 0 169,3 0-154,-9 5 1,7-4 96,-5 3 1,5 1-11,-5-1 0,4 1 41,-3-1 1,0-2-2,0 6 0,-4-2 6,4 2 0,-2 2 23,1-2 1,-2 2-48,3 1 1,-4 1 16,0-1 1,0 1-22,-1-1 0,2 4 17,2 0 0,-2 1-6,3-5 1,2 1-33,1-1 1,-1 2 1,1 2 0,0-2 13,4 2-6,0-3-174,0 0 1,5-2 98,3-2 1,-2 1-71,2-6 0,-1 1 41,5-4 0,0-1 21,4-3 1,-4 2 28,4-6 1,-2 4-4,1-3 0,-3-1 72,4-4 1,0 2-65,-1 3 1,2-3 66,-2 2 1,-2-6-52,2-1 0,-2 0 18,-2 3 0,1 1 16,-1-1 1,-1 1 2,-2-1 1,2 1-9,-2 0 0,-3-1 5,-2 1 0,0-1-18,1 1 1,-3-1 3,3 1 1,-3 3-13,-1 1 0,0 3 28,0-4 33,0 6-60,0-3-7,-5 5-59,4 0-7,-4 0 65,0 0-1,3 0 6,-3 0-8,5 5 0,0-3 69,0 6 1,0-4-32,0 3 0,0-3 8,0 4 1,0-1-17,0 5 0,2-4 6,1-1 1,-1 1-1,1 3 0,-1 1 0,-2-1 1,4 2 118,-1 2 1,1-1-116,-4 5 1,0-4 113,0 4 0,4 0-60,0 4 0,0 0-31,-4 0 1,0 0-52,0-1 1,-4 5 1,0 0 1,-4-1-9,5-3 0,-6 0 43,1 0 0,-2 0-55,-2 0 0,1-2 27,0-2 0,-1 1-53,1-4 0,-2 3 39,-2-4 0,2 1-2,-2 0 0,-2-7-43,2 2 0,-1-3-7,0-1 0,4 2-76,-3-5 0,1 0 4,-2-4 71,4 0 1,-5-2 12,6-1 1,1-4-115,2-4 0,2 3 39,2 1 0,3-1 30,-3-3 1,2-1 65,2 1 1,2-1 0,2 1 0,-2 3 75,6 1 1,-1-1-102,5-3 0,-1-1 65,1 1 0,-1 3-43,0 1 0,2-1 120,2-3 0,-1 3-35,5 0 1,0 2 42,4-2 1,-4 0-95,0 4 1,0-4 10,4 4 1,0 0-174,0 4 1,-4 0 58,0 0 0,-1 0-30,1 0 1,1 4 126,-5 0 0,6 5 0,-4-3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96"/>
    </inkml:context>
    <inkml:brush xml:id="br0">
      <inkml:brushProperty name="height" value="0.053" units="cm"/>
      <inkml:brushProperty name="color" value="#FF0000"/>
    </inkml:brush>
  </inkml:definitions>
  <inkml:trace contextRef="#ctx0" brushRef="#br0">12995 6240 6034,'10'0'0,"-2"0"0,-8 0 0,0 0 0,7 0 0,-5 0-144,6 0 1,-8 0 152,8 0 1,-6-2-8,4-4 0,-3 4 7,3-4-7,-4 5-1,6 1 6,0 0-4,-7 0 1,9 0 14,-4 0-15,-4 0 0,6 0 1,-6-6 1,3 0 72,-3 0-24,6 6 7,0 0-35,-6 0 5,5 0-58,1 0 60,-6 0-72,6 0 54,-1 0-8,-5 0 5,6 0 1,-6 0 13,4 0-3,-4 0 7,5 0 0,1 0 1,-4 0-2,8 0 65,-9 8-36,13-6 8,-6 6-34,7-8 1,0 0 1,1 0 1,-7 0-27,1 0 1,-1 0-5,7 0 0,-1 1 17,1 5 0,-1-4-1,0 4 0,1-4 13,-1-2 0,0 0-16,1 0 1,1 0 9,4 0 0,-1 0-27,6 0 1,-4 0-2,5 0 0,-6 0 12,6 0 0,-2 0-4,2 0 0,4 0 18,-5 0 1,-1-2-15,2-4 1,-2 4 28,2-4 1,2 5-27,-8 1 1,6 0-20,-5 0 0,5-6 9,-6 0 0,2 0 0,-2 6 0,-2 0 8,8 0 1,-8 0-7,3 0 1,1-2 5,-2-4 1,2 4-7,-2-3 0,-4 3 8,5 2 1,-3 0-4,2 0 1,-4 0-4,4 0 1,3 0 9,-3 0 0,0-6 0,-6 0 1,1 0-7,-1 6 0,6 0-3,0 0 1,0 0-10,-5 0 0,-1 0 12,1 0 0,5 0-38,0 0 35,0 0 1,-6 0-36,1 0 24,7 0 1,-6-2-4,4-3 0,-3 3 2,-3-4 2,0 4 0,1 2 1,-1 0 1,-5-6 0,-1 0 0,1 1 0,5 5 0,1 0 0,-9 0 0,7 0 0,-7 0 0,1 0 0,6 0 4,-15 0-3,7 0-1,-8 0 0,0 0-68,0 7 29,0-5 1,0 8-40,0-4-12,0-4-100,0 5 135,0-7-199,0 0 196,0 8 58,0-6 0,0 6 0,0-8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5803 9090 7928,'9'0'-2181,"-1"0"2181,-8 0 0,0 0 0,8 0 0,-6 0 0,5 0 0,-7 0 0,0 0 0,0 8 0,-7-6 4,5 6 1,-6-8 3,8 0-6,0 0-3,-8 0 4,6 0 1,-5 0 38,7 0 39,0 0-42,-8 0-24,6 0 10,-6 0-8,8 0-19,0 0 0,-7 0 0,5 0 47,-6 0-38,8 0 78,0 0-49,-8 0-6,6 0 2,-5 0-39,7 0 8,0 0-10,-8 0-3,6 0 75,-6 0 12,8 0 318,0 0-392,-7 0-8,5 0-42,-6 0 66,8 0 95,0 0-79,0 8 8,0-6 6,0 5 3,8-7 1,-6 0-50,13 0 0,-11 2-9,7 4 34,-7-4-12,12 6 0,-7-8-10,9 0 0,-7 2-2,1 3 1,-1-3-22,7 4 1,-1-4 23,1-2 0,-1 0-4,0 0 0,1 0-1,-1 0 0,0 0-1,1 0 1,1 0 4,4 0 0,-3-2-1,3-4 1,2 4-1,-2-3 0,2 1 1,-2-2 1,-1 4 16,6-4 0,0-2-16,0 3 0,3-3-2,-7 2 1,6 4-2,-1-4 0,-2-1-1,2 1 1,-5 0 5,4 6 0,-4-6-1,5 0 1,-2 1-8,2 5 0,1-6-3,-6 0 1,1 0 5,-2 6 0,-2-2 0,8-3 0,-8 3-6,2-4 1,3 4 3,-3 2 0,2 0-1,-2 0 0,-4-2 0,4-4 1,-3 4-1,-3-4 0,1 5 1,-1 1 0,0 0 0,1 0 0,-1 0-2,0 0 1,1 0 1,-1 0 0,0-6 0,1 0 0,-1 0 0,1 6 0,-1 0 0,0 0 0,1 0 0,5 0 0,0 0 0,0 0 0,-5 0 0,-1-8 0,2 7 47,4-5 0,-3 4-42,3 2 0,-4-2 17,-1-4 1,-1 4-22,0-4 0,1 4 0,-1 2 1,0 0-2,1 0 0,-1 0-3,1 0 1,-1 0 1,0 0-5,1 0 1,-1 0-15,0 0 17,1 0 0,-1-2 2,1-3 1,-1 3-7,0-4 1,-5 4-7,-1 2 24,1 0 2,5 0 31,1 0-19,-1 0 1,-5 0 43,-1 0-46,-7 0-81,4 0-3,0 0-14,-6 0-38,5 0-24,-7 0 102,0 0 0,-7-8 0,-3-1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9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19964 6213 8160,'6'0'-2413,"4"0"2413,-9 0 0,5 0 0,-1 0 0,-4 0 0,9 0 0,-9 0 17,9 0 1,-7 0 35,5 0-23,-6 0 1,8 0-10,-2 0 0,-2 0 0,2 0 1,-1 0-19,5 0 0,-1 0 14,1 0 1,-1 0-2,1 0 0,3 0-1,0 0 1,0 0-5,-3 0 0,3-4 6,0 0 0,0 1-2,-3 3 1,-1 0 25,1 0 0,-1 0 4,0 0 0,1 0-1,-1 0 1,1 0-17,-1 0 0,1 0 8,-1 0 0,0 0-7,1 0 0,-5 0-34,1 0 0,0 0 22,3 0 1,1 0-3,-1 0 0,0 0 28,1 0 0,3 0 2,0 0 0,2 0-11,-2 0 0,-1 0-5,5 0 0,0 0-29,4 0 0,-4 0 29,0 0 0,0 0-42,4 0 0,3 0 12,1 0 1,0 3-5,-4 1 1,3 0 16,1-4 0,3 0 2,-3 0 1,3 1-30,-3 3 1,4-3 24,-5 3 0,6-3-11,-2-1 0,2 0 10,-1 0 0,2 0-18,-3 0 1,3 0 28,1 0 1,-1 2 1,-2 1 1,2-1-10,-3 2 1,2-3 4,-2-1 1,2 4 5,-5-1 0,4 1-8,0-4 0,1 4 10,-2 0 0,2 0-8,-6-4 0,1 1 24,-4 3 1,4-3-39,-1 3 0,1-3-1,-4-1 0,0 4-8,-1 0 1,1-1-4,0-3 0,0 0-50,0 0 0,-2 0 60,-2 0 0,2 0-51,-6 0 0,0 0 35,-3 0 1,-1 0-205,0 0 13,-4 0-23,3 0 108,-9 0 1,3 0 119,-8 0 0,-2-5 0,-6-1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8148 6362 5753,'10'0'0,"-2"0"0,-8 0 0,0 0 0,0 7 0,0-5 63,0 6-36,0-8 7,0 0-31,7 0-2,-5 0 1,6 2-1,-8 4-3,0-4-4,0 5 11,0-7-25,0 0 17,0 8 64,0-6-42,0 6 1,-2-8 26,-4 0 4,4 0 6,-5 0-24,7 0-7,0 0-37,7 0 31,-5 0-7,14 0 0,-7 0 23,9 0 0,-7 0 3,1 0 0,-1 0 4,7 0 0,1 0-22,4 0 0,-3 0 34,3 0 0,2 0-37,-2 0 1,6-2 4,-6-4 1,8 4-6,-2-4 0,2 4-8,-2 2 1,4 0-12,-4 0 1,3 0-8,3 0 1,0 0 0,0 0 1,-1-2 15,1-3 1,6 3-19,-1-4 0,6 4 51,-5 2 1,0-6 1,-7 0 1,3 1-10,4 5 0,-5-6 9,5 0 0,-5 0-14,-1 6 1,2 0 9,3 0 0,-3 0-23,4 0 0,-5 0 15,-1 0 0,2 0-37,3 0 1,-9 0 21,4 0 1,-4 0 1,4 0 1,-1 0 5,1 0 1,-2 0 4,-4 0 0,2 0-16,-8 0 1,6 0 2,-6 0 0,0 2-17,-6 4 1,1-4 22,-1 4 1,1-4 1,-1-2 1,-5 0 13,-1 0 6,-7 0-106,11 0-10,-13 0-56,6 0-98,-8 0 0,-2 0-322,-4 0 548,4 0 0,-13 0 0,5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1685 4484 7885,'0'10'-363,"8"6"-285,-6-15 392,6 15 55,-8-14 293,0 6-158,0-1 93,0-5-2,0 6-9,0-8 0,2 6-26,3 0 1,-3 1 87,4-1 1,-4-2-53,-2 7 1,6-5-25,0 6 1,1-6 23,-1 5 1,-4 1-31,4 5 0,2-5 1,-3-1 1,1-5-5,-6 6 1,6-6-69,0 5 27,-1 1 0,-5-1-192,0 1 120,8-8-144,-6 4 264,6-8 0,-8-8 0,0-2 0</inkml:trace>
  <inkml:trace contextRef="#ctx0" brushRef="#br0" timeOffset="1">1703 4502 7355,'2'9'-1486,"3"-3"1825,-3-4-414,6-2 142,-8 0-20,0 0 21,8 0 25,-6 0-40,5 0 7,-7 0-13,8 0-14,-6 0-52,13 0 71,-5-8-35,7 7 0,1-13 3,-1 8 1,-5-2-40,-1 3 0,1 1 25,5-8 1,1 6 0,-1-5 0,0 5-13,1-6 0,-1 3-3,1-3 1,-1-3-8,0 3 1,3 3 17,3-3 1,-4 8-5,4-2 0,-9-1 1,-3 1 0,1 0 196,5 6-117,1 0-31,-1 0 1,-5 6 22,-1 0-30,-7 7 0,4-3-46,-8 7 1,0 0 37,0 1 1,0-1-66,0 1 1,-6-7 79,0 1-158,-7 7 67,3 8 0,-7 4-9,-1-8 1,7 4-16,-1-15 1,6 7-321,-5-7 215,-1 3 1,-5 1 73,-1-5 1,7 3 98,-1-8 0,8-1 0,-19 3 0,4 2 0</inkml:trace>
  <inkml:trace contextRef="#ctx0" brushRef="#br0" timeOffset="2">1824 4780 7885,'-2'10'0,"-4"-5"0,3-1-128,-9 2-3,8-4 126,-11 6-446,13-1 228,-6-5 264,8 6 168,0-8-140,0 0-113,8 0 0,1-2 57,9-4 0,-1 2-7,1-7 1,-1 5-88,0-6 0,1 7 59,-1-7 1,0 2-132,1-1 1,-1-3-19,1 9 0,-1-7-45,0 6 0,1-5 175,-1 5 1,-5-6 40,-1 6 0,1-7 0,5 3 0,1-7 0</inkml:trace>
  <inkml:trace contextRef="#ctx0" brushRef="#br0" timeOffset="3">2050 4797 7885,'8'18'-1323,"-4"-3"992,7-3 1,-7 3 580,2-3 0,-4-3-66,-2 3 0,0-6-481,0 5 306,8 1 0,-7 0-4,5-1-304,-4-7 299,-2 11 0,0-13 0,0 6 0</inkml:trace>
  <inkml:trace contextRef="#ctx0" brushRef="#br0" timeOffset="4">1807 5075 7885,'9'-7'-211,"7"5"0,-12-8 20,7 4 1,-1 2 190,2-7-35,3 7 0,-5-10-100,7 9 1,0-7 61,1 6 1,1-7-111,4 1 0,-3 2 60,3-1 123,-4-1 0,6-5 0,2 0 0</inkml:trace>
  <inkml:trace contextRef="#ctx0" brushRef="#br0" timeOffset="5">1963 5128 7354,'10'7'-50,"-2"-5"0,-6 8 960,3-4-1337,-3-4 243,14 5 1,-7-9-72,9-3 0,-7-3 193,1-4 1,-1-3 43,7 3 1,-7-3-15,1-3 1,0 7-116,5-1 1,0 1 107,1-7 1,-1 7-8,0-1 1,1 6 65,-1-5 0,-5 7 26,-1-2 1,1 4-11,5 2 69,1 0 1,-7 6-78,1 0 0,-8 7 9,1-1 0,-3 3-33,-2 3 1,0-7 23,0 1 1,0-1-187,0 7 0,0-1-178,0 1 336,0-1 0,-7 0 0,-3 1 0</inkml:trace>
  <inkml:trace contextRef="#ctx0" brushRef="#br0" timeOffset="6">2398 4293 8005,'9'0'-571,"7"0"0,-13 2 968,9 4-668,-8-4 0,6 6 142,-5-8-134,-3 0 289,14 0-23,-7 0 0,3 0-33,0 0 0,-7 0 46,7 0 0,-6-6-72,5 0 95,-7 0 6,12 6 63,-7 0 5,9 0-12,-9 0 20,7 0-16,-14 0 6,5 0-104,-7 0-11,0 0-20,0 8-2,0-6-12,-7 13 45,-3-5 1,-5 7-3,3 1 0,-3-7 19,3 1 0,2-1-11,-1 7-10,7-1 1,-10 1-2,9-1 1,-3-5-3,2-1 0,4 1-4,-6 5 0,8-5 0,0-1-8,0-7-9,0 4 21,8-8 1,2 0-63,7 0 1,-5 0-2,-1 0 1,1-6-126,5 0 1,-5-5 1,-1 5-20,1-8 1,5 11 205,1-9 0,-9 8 0,7-11 0,-6 5 0</inkml:trace>
  <inkml:trace contextRef="#ctx0" brushRef="#br0" timeOffset="7">2693 4467 7941,'0'10'-803,"0"5"0,0-11 874,0 8 0,0-7-196,0 7 259,0-8 1,0 11-110,0-5-2,0 7-57,0 1-125,0-1 1,-2-1-123,-4-5 281,4 5 0,-13-7 0,5 9 0</inkml:trace>
  <inkml:trace contextRef="#ctx0" brushRef="#br0" timeOffset="8">2432 4763 7934,'-9'7'-1055,"1"-5"1721,0 6-777,6-8 0,-7 6 2,3-1 229,4 1-74,-6-6-26,8 0 1,8 0-8,3 0 0,-1-6-153,2 1 1,-1-9 32,7 3 1,-1 1 73,0-2 1,7 3-103,-1-3 0,2-3 58,-2 3 0,-4 2 28,4-1 0,-1 7 10,1-2 0,-4-2 10,4 3 0,2-7-31,-1 6 0,-1-5 5,-6 5 1,1-2-185,-1 2 239,0 4 0,1-13 0,-1 5 0</inkml:trace>
  <inkml:trace contextRef="#ctx0" brushRef="#br0" timeOffset="9">2554 4902 7902,'0'9'-436,"0"-1"-34,0-8 1,0 2 214,0 4 260,0-4 14,0 5 79,0-7 70,0 0-182,8 0-29,-6 0-32,13-7 92,-5-3 0,5-2 54,-3 1 0,3 5 8,-3-6-35,3 9 1,3-11-8,-1 8 1,-2-2 1,-3 3 0,3 3-7,-3-4 11,3-4 1,3 6-74,-1-7 1,-5 7 58,-1-2 1,-5 2-82,6-1 1,-7 3 61,7-4-7,0 4 0,-1 2 7,1 0 1,-6 0 13,5 0 25,-7 0 0,10 8 12,-9 3 0,1-1-2,-6 1 1,6 1-31,0 5 1,-1-3-28,-5 3 1,6-3-37,0 9 1,0-4-11,-6-1 0,2-1 20,4 0 1,-4 1-228,3-1 147,-3 1 0,-2-1-171,0 0 1,0 1 274,0-1 0,0-7 0,0 5 0,0-5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2:25:55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2606 5162 7820,'0'18'-913,"0"-1"1,-2-2 1257,-4-3 0,4-2-498,-3-4 147,3-5 1,2 9-45,0-4 126,0-4-111,0 6 35,0-8-115,0 0 183,0 7-52,0-5 166,0 6-141,7 0 0,-5 1 12,4 9 1,2-7-16,-2 1 0,-1 1 6,-5 11 1,6-3-36,0 8 1,6-6-9,-7 6 0,3 0-47,-2 6 0,-2-1 66,7 1 0,-7 0-118,2 0 0,-4-1 34,-2 1 0,0 0 32,0 0 0,6 0 1,-1-1 1,1 1-4,-6 0 0,0 0-24,0-1 0,0-7-2,0-3 1,0-5-218,0-2 277,0-7 0,0-2 0,0-8 0</inkml:trace>
  <inkml:trace contextRef="#ctx0" brushRef="#br0" timeOffset="1">2589 5093 7789,'-8'9'-955,"6"7"1,-8-8 1920,5 3-176,3-3-1143,-6 0 145,8-6 60,0 5 208,0-7-19,0 0-126,8 0 1,-5-2 85,9-3 1,-6 3-102,5-4 110,1-4 0,5 6-29,1-7 1,-7 7 33,1-2 1,-2 2-2,1-2 1,5 4 12,-5-3 1,5 3 6,1 2 1,0-2 20,1-4 1,5 4-34,0-4 1,6-1 17,-6 1 1,6-6-1,-6 6 0,8-1 3,-2 1 1,4 4-44,2-4 0,-1 4-3,1 2 0,2-2 9,3-4 1,-5 5-5,0-5 1,0 4-64,-6 2 1,9-2 66,3-4 1,-1 4-33,-5-4 1,0-1 33,0 1 0,-1-2-1,1 2 0,0 2 30,0-7 0,5 7 8,1-2 0,1 2 2,-1-1 0,-5 3 9,5-4 1,-4 4-29,-3 2 0,7-6 5,-1 0 0,3 1 6,-3 5 0,-3 0-40,4 0 1,-3-2-6,3-4 0,-5 4-29,5-4 0,-4-2-10,-3 3 1,1-7 34,0 6 1,0-5-10,-1 5 1,1-6 9,0 6 0,-4 1-6,3 5 1,-8 0 19,8 0 1,-9 0-5,4 0 0,-5 0 2,4 0 1,-4 5-1,5 1 1,-8 0 3,2-6 1,2 0-21,-2 0 1,6 0-5,-6 0 1,1-6 13,-7 0 1,0 1-2,1 5 0,-1 0-17,0 0 0,-5 0 28,0 0 1,-1 0 8,7 0 43,-9 0 45,7 0 1,-13 0-4,9 0 24,-8 0-95,11 0 43,-5 0-176,0 7 98,5-5 1,-11 6-172,8-8 147,-9 0 0,7 0-56,-4 0 75,-4 0 1,7 0-12,-3 0 18,-4 0-12,14 8 1,-13-6 105,9 3 0,-8-1-73,2 2-3,3-4 1,-5 6 0,8-8 3,-8 8-20,11-7 1,-11 9-6,8-4 2,-9-4 0,7 6 7,-4-8-26,-4 0 41,6 7 0,-7-3 200,5 8-81,-4-8-50,6 11 1,-8-5-26,0 7 1,0-5-1,0-1 1,0 1-46,0 5 1,0 6 38,0 1 0,0 5-131,0-6 1,0 6 72,0-6 1,6 8-122,-1-2 1,1 2 98,-6-2 1,6 3-25,0-3 1,2 10 82,-3 2 0,-1 1 15,8-1 1,-6 3-42,5 8 1,-5 0-9,6 0 1,-9 1 2,3-1 1,-4-8-59,-2-3 1,6-1-309,0-5 130,-1-4 0,-12-21 232,-5-5 0,-3-3 0,-3-2 0</inkml:trace>
  <inkml:trace contextRef="#ctx0" brushRef="#br0" timeOffset="2">2676 6170 5887,'9'0'225,"-1"0"0,-6-2-170,4-3-45,-4 3 1,7-6 115,-3 8-52,-4 0 1,8 0-117,-5 0 1,-1 0 106,8 0-98,-8 0 87,11 0 0,-5 0-8,7 0 0,-5 0 107,-1 0 23,1 0 1,5 0-100,1 0 0,-1 0 109,0 0 0,7 0-130,-1 0 1,0 0 31,-6 0 1,6 0-133,1 0 1,5 0 78,-6 0 0,6 0-18,-6 0 0,6 0-31,-6 0 0,8 0-18,-2 0 1,-2 0 13,2 0 0,0 0 5,5 0 1,1 0 10,0 0 0,0 0 12,-1 0 1,-3 0 60,4 0 1,-4 0-59,9 0 1,-3 0 1,-2 0 1,0 0 0,-1 0 1,1 0-4,0 0 0,2-2-11,3-4 1,-3 4-4,3-3 1,-3 1-17,-2-2 1,0 4 25,-1-4 0,1 2-43,0-1 1,-1 3 25,1-4 0,0 4-1,0 2 0,-1 0-1,1 0 1,0 0-4,0 0 1,-1 0-3,1 0 1,0 0 0,0 0 1,-1 2-99,1 4 0,-6-4 92,0 3 0,0-3-59,6-2 1,-6 0 92,0 0 0,-2 0-1,2 0 1,2-6-4,-8 1 0,6-1 5,-6 6 0,6 0 5,-6 0 0,6 2 78,-6 4 0,6-4-50,-6 3 1,2-1-12,-1 2 1,-5-4-40,4 4 1,-4-4 18,-1-2 1,-1 0-7,0 0 1,3 0-1,3 0 0,-10 0-2,5 0 0,-5 0 22,5 0 1,-1 2 6,0 3 1,-5-3-15,0 4 1,-1-4 0,7-2 1,-1 0-42,0 0 1,-5 0 29,-1 0-9,1 0 1,5 0-1,1 0 0,-7 0-10,1 0-4,-1 0 1,7 0-3,-1 0 0,-5 0-30,-1 0 0,-5 0 39,6 0 1,-6 0-215,5 0 166,1 0 1,3 2-89,-3 4 1,-3-4-37,-3 3 73,-4-3 1,8-2-140,-4 0-256,-4 0 43,5 0 325,-7 0 0,0 2 128,0 4 0,-7-4 0,-3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프로그램에서 데이터를 저장한다는 것이 무엇을 의미할까요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en-US" altLang="ko-KR"/>
              <a:t>C </a:t>
            </a:r>
            <a:r>
              <a:rPr lang="ko-KR" altLang="en-US"/>
              <a:t>프로그래밍 언어를 처음 배웠을 때를 생각해보면 변수라는 데이터 하나를 저장할 수 있는 메모리 공간을 자주 썼어요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배열이라는 데이터 여러개를 저장할 수 있는 메모리 공간도 써서 더 많은 데이터를 추가해가며 복잡한 작업도 할 수 있었어요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여기서 한 걸음 더 나아가서 데이터를 수정하는 경우를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메모장 프로그램에서 글을 저장하고 수정중인 상황이에요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메모리 공간을 충분히 할당받아 놓고</a:t>
            </a:r>
            <a:r>
              <a:rPr lang="en-US" altLang="ko-KR"/>
              <a:t>, d a t a </a:t>
            </a:r>
            <a:r>
              <a:rPr lang="ko-KR" altLang="en-US"/>
              <a:t>라는 글자들을 저장하고 끝을 표시했어요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 다음에 문장 부호를 뒤에 추가하려면 뒤에 예를 들어 느낌표를 저장할 수 있어요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단어를 앞에 추가하려면 원래 있던 글자들을 옆으로 이동시켜 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비어 있는 자리에 단어들을 저장할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끝에 데이터를 추가하거나 중간에 자리를 비워놓고 데이터를 추가할 수 있어요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065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AFFE-0B05-E681-1263-FE7B9A64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0407C-ED10-517F-1DD8-A0B08616D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80C3AF-A019-31B0-F102-6C1AAE08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데이터를 추가할 때 비워두는 자리 수를 정확하게 계산하면</a:t>
            </a:r>
            <a:r>
              <a:rPr lang="en-US" altLang="ko-KR"/>
              <a:t>, </a:t>
            </a:r>
            <a:r>
              <a:rPr lang="ko-KR" altLang="en-US"/>
              <a:t>항상 데이터가 왼쪽부터 차곡차곡 쌓여있게 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그러면 앞에서부터 데이터를 차례대로 모두 방문할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총 데이터 개수를 저장해두면 데이터들을 방문할 때도 편리하고</a:t>
            </a:r>
            <a:r>
              <a:rPr lang="en-US" altLang="ko-KR"/>
              <a:t>, </a:t>
            </a:r>
            <a:r>
              <a:rPr lang="ko-KR" altLang="en-US"/>
              <a:t>끝에 추가하기도 편리해요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282DE-A5EE-A67B-03ED-49EF8CE59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890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A9CA-6E9B-CEED-7009-9C01EF19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83EBE1-9191-52BF-D86D-F590D6FE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050249-8B6F-B820-AB2E-2F85F9C29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데이터들이 순서를 가지고 일렬로 놓여 있는 자료구조를 목록이라는 뜻의 영어 단어인 리스트라고 불러요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E90BEC-50F9-E4EB-BCAB-04DFA8324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56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4.xml"/><Relationship Id="rId1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9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1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rPr lang="ko-KR" altLang="en-US"/>
              <a:t>일차원 자료구조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저장된 데이터들에 데이터를 추가하는 방법은</a:t>
            </a:r>
            <a:r>
              <a:rPr lang="en-US" altLang="ko-KR"/>
              <a:t>?</a:t>
            </a:r>
            <a:endParaRPr/>
          </a:p>
          <a:p>
            <a:endParaRPr/>
          </a:p>
          <a:p>
            <a:r>
              <a:rPr lang="ko-KR" altLang="en-US"/>
              <a:t>예시</a:t>
            </a:r>
            <a:r>
              <a:rPr lang="en-US" altLang="ko-KR"/>
              <a:t>) </a:t>
            </a:r>
            <a:r>
              <a:rPr lang="ko-KR" altLang="en-US"/>
              <a:t>메모장에서 글 저장하기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0AD93FD-CD10-1DF1-577F-0DEEA00A6AAA}"/>
                  </a:ext>
                </a:extLst>
              </p14:cNvPr>
              <p14:cNvContentPartPr/>
              <p14:nvPr/>
            </p14:nvContentPartPr>
            <p14:xfrm>
              <a:off x="356400" y="481680"/>
              <a:ext cx="507240" cy="4759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0AD93FD-CD10-1DF1-577F-0DEEA00A6A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040" y="472320"/>
                <a:ext cx="5259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7363AC4-DBD7-6D4C-689B-D1CCEB01BF99}"/>
                  </a:ext>
                </a:extLst>
              </p14:cNvPr>
              <p14:cNvContentPartPr/>
              <p14:nvPr/>
            </p14:nvContentPartPr>
            <p14:xfrm>
              <a:off x="1738800" y="506880"/>
              <a:ext cx="1826640" cy="4885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7363AC4-DBD7-6D4C-689B-D1CCEB01BF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9440" y="497520"/>
                <a:ext cx="184536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CC43E97-89D5-C0F6-563B-62A04E5C1E98}"/>
                  </a:ext>
                </a:extLst>
              </p14:cNvPr>
              <p14:cNvContentPartPr/>
              <p14:nvPr/>
            </p14:nvContentPartPr>
            <p14:xfrm>
              <a:off x="788040" y="3410280"/>
              <a:ext cx="3859200" cy="2880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CC43E97-89D5-C0F6-563B-62A04E5C1E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8680" y="3400920"/>
                <a:ext cx="38779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BF16620-0B69-4F51-3597-FD62CB235894}"/>
                  </a:ext>
                </a:extLst>
              </p14:cNvPr>
              <p14:cNvContentPartPr/>
              <p14:nvPr/>
            </p14:nvContentPartPr>
            <p14:xfrm>
              <a:off x="813960" y="3708720"/>
              <a:ext cx="1760040" cy="5511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BF16620-0B69-4F51-3597-FD62CB2358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7760" y="3692520"/>
                <a:ext cx="1792440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57289CB-E3E1-4FBD-DF34-E33394864C5F}"/>
                  </a:ext>
                </a:extLst>
              </p14:cNvPr>
              <p14:cNvContentPartPr/>
              <p14:nvPr/>
            </p14:nvContentPartPr>
            <p14:xfrm>
              <a:off x="1013400" y="3779280"/>
              <a:ext cx="1438560" cy="3384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57289CB-E3E1-4FBD-DF34-E33394864C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4040" y="3769920"/>
                <a:ext cx="14572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58647DC-5A60-D408-47DA-51FB1324A9A5}"/>
                  </a:ext>
                </a:extLst>
              </p14:cNvPr>
              <p14:cNvContentPartPr/>
              <p14:nvPr/>
            </p14:nvContentPartPr>
            <p14:xfrm>
              <a:off x="2289240" y="3723120"/>
              <a:ext cx="675720" cy="3376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58647DC-5A60-D408-47DA-51FB1324A9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79880" y="3713760"/>
                <a:ext cx="69444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3AAD47CD-DA63-AF38-47A5-DF6D51EE7927}"/>
                  </a:ext>
                </a:extLst>
              </p14:cNvPr>
              <p14:cNvContentPartPr/>
              <p14:nvPr/>
            </p14:nvContentPartPr>
            <p14:xfrm>
              <a:off x="949680" y="3819600"/>
              <a:ext cx="3232080" cy="81864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3AAD47CD-DA63-AF38-47A5-DF6D51EE792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3480" y="3803400"/>
                <a:ext cx="3264480" cy="85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50"/>
    </mc:Choice>
    <mc:Fallback>
      <p:transition spd="slow" advTm="33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CDC6-2CEC-759B-80A8-04999DA6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C42C-7C9C-CC5B-98C0-7F802DC8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rPr lang="ko-KR" altLang="en-US"/>
              <a:t>일차원 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8EE4-F0D9-A81A-3781-23FA2454E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데이터가 저장되어 있는 순서가 중요하다</a:t>
            </a:r>
            <a:endParaRPr lang="en-US" altLang="ko-KR"/>
          </a:p>
          <a:p>
            <a:endParaRPr lang="en-US"/>
          </a:p>
          <a:p>
            <a:r>
              <a:rPr lang="ko-KR" altLang="en-US"/>
              <a:t>데이터 개수도 따로 저장해둔다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5AB3EEB0-45BA-4117-E939-F08FAD2075F4}"/>
                  </a:ext>
                </a:extLst>
              </p14:cNvPr>
              <p14:cNvContentPartPr/>
              <p14:nvPr/>
            </p14:nvContentPartPr>
            <p14:xfrm>
              <a:off x="4678200" y="2208960"/>
              <a:ext cx="750960" cy="37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5AB3EEB0-45BA-4117-E939-F08FAD2075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8840" y="2199600"/>
                <a:ext cx="7696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D832A1E-91B8-C2A3-13DA-217339510408}"/>
                  </a:ext>
                </a:extLst>
              </p14:cNvPr>
              <p14:cNvContentPartPr/>
              <p14:nvPr/>
            </p14:nvContentPartPr>
            <p14:xfrm>
              <a:off x="2057760" y="3210120"/>
              <a:ext cx="794520" cy="878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D832A1E-91B8-C2A3-13DA-2173395104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48400" y="3200760"/>
                <a:ext cx="813240" cy="1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3512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20"/>
    </mc:Choice>
    <mc:Fallback>
      <p:transition spd="slow" advTm="5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3CDC-821C-0F72-3A4E-17BB2758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BB33-F202-3132-17AD-95E4A780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833" y="262442"/>
            <a:ext cx="3169642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리스트란</a:t>
            </a:r>
            <a:r>
              <a:rPr lang="en-US" altLang="ko-KR"/>
              <a:t>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FCB6-6E27-82B6-CE64-B5B41E754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 정의</a:t>
            </a:r>
            <a:r>
              <a:rPr lang="en-US" altLang="ko-KR"/>
              <a:t>: </a:t>
            </a:r>
            <a:r>
              <a:rPr lang="ko-KR" altLang="en-US"/>
              <a:t>순서 정보가 보존되어 있는 자료 구조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29AFDEA-8D76-C659-2D4F-930DCBB4DC91}"/>
                  </a:ext>
                </a:extLst>
              </p14:cNvPr>
              <p14:cNvContentPartPr/>
              <p14:nvPr/>
            </p14:nvContentPartPr>
            <p14:xfrm>
              <a:off x="7187040" y="2232720"/>
              <a:ext cx="776880" cy="28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29AFDEA-8D76-C659-2D4F-930DCBB4D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0840" y="2216520"/>
                <a:ext cx="8092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988A399-A195-1341-15E2-5ADDB03315D2}"/>
                  </a:ext>
                </a:extLst>
              </p14:cNvPr>
              <p14:cNvContentPartPr/>
              <p14:nvPr/>
            </p14:nvContentPartPr>
            <p14:xfrm>
              <a:off x="2933280" y="2283840"/>
              <a:ext cx="719640" cy="255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988A399-A195-1341-15E2-5ADDB03315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3920" y="2274480"/>
                <a:ext cx="7383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F0E51F4-B787-155C-8E4F-C16590D06764}"/>
                  </a:ext>
                </a:extLst>
              </p14:cNvPr>
              <p14:cNvContentPartPr/>
              <p14:nvPr/>
            </p14:nvContentPartPr>
            <p14:xfrm>
              <a:off x="606600" y="1545480"/>
              <a:ext cx="469440" cy="319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F0E51F4-B787-155C-8E4F-C16590D067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240" y="1536120"/>
                <a:ext cx="48816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42BA506-22E9-F08A-DE5C-86479CD4F62B}"/>
                  </a:ext>
                </a:extLst>
              </p14:cNvPr>
              <p14:cNvContentPartPr/>
              <p14:nvPr/>
            </p14:nvContentPartPr>
            <p14:xfrm>
              <a:off x="919440" y="1733400"/>
              <a:ext cx="1194840" cy="4946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42BA506-22E9-F08A-DE5C-86479CD4F6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0080" y="1724040"/>
                <a:ext cx="1213560" cy="51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269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01"/>
    </mc:Choice>
    <mc:Fallback>
      <p:transition spd="slow" advTm="10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20300</TotalTime>
  <Words>213</Words>
  <Application>Microsoft Office PowerPoint</Application>
  <PresentationFormat>화면 슬라이드 쇼(4:3)</PresentationFormat>
  <Paragraphs>38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Aptos</vt:lpstr>
      <vt:lpstr>Aptos Display</vt:lpstr>
      <vt:lpstr>Arial</vt:lpstr>
      <vt:lpstr>Office 테마</vt:lpstr>
      <vt:lpstr>일차원 자료구조</vt:lpstr>
      <vt:lpstr>일차원 자료구조</vt:lpstr>
      <vt:lpstr>리스트란?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43</cp:revision>
  <dcterms:created xsi:type="dcterms:W3CDTF">2025-07-28T15:04:23Z</dcterms:created>
  <dcterms:modified xsi:type="dcterms:W3CDTF">2025-10-04T03:34:41Z</dcterms:modified>
</cp:coreProperties>
</file>