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notesSlides/notesSlide2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notesSlides/notesSlide3.xml" ContentType="application/vnd.openxmlformats-officedocument.presentationml.notesSlide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notesSlides/notesSlide4.xml" ContentType="application/vnd.openxmlformats-officedocument.presentationml.notesSlide+xml"/>
  <Override PartName="/ppt/ink/ink32.xml" ContentType="application/inkml+xml"/>
  <Override PartName="/ppt/ink/ink33.xml" ContentType="application/inkml+xml"/>
  <Override PartName="/ppt/ink/ink34.xml" ContentType="application/inkml+xml"/>
  <Override PartName="/ppt/notesSlides/notesSlide5.xml" ContentType="application/vnd.openxmlformats-officedocument.presentationml.notesSlide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notesSlides/notesSlide6.xml" ContentType="application/vnd.openxmlformats-officedocument.presentationml.notesSlide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notesSlides/notesSlide7.xml" ContentType="application/vnd.openxmlformats-officedocument.presentationml.notesSlide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notesSlides/notesSlide8.xml" ContentType="application/vnd.openxmlformats-officedocument.presentationml.notesSlide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</p:sldMasterIdLst>
  <p:notesMasterIdLst>
    <p:notesMasterId r:id="rId10"/>
  </p:notesMasterIdLst>
  <p:sldIdLst>
    <p:sldId id="312" r:id="rId2"/>
    <p:sldId id="324" r:id="rId3"/>
    <p:sldId id="268" r:id="rId4"/>
    <p:sldId id="333" r:id="rId5"/>
    <p:sldId id="325" r:id="rId6"/>
    <p:sldId id="326" r:id="rId7"/>
    <p:sldId id="327" r:id="rId8"/>
    <p:sldId id="32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2E5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8587" autoAdjust="0"/>
  </p:normalViewPr>
  <p:slideViewPr>
    <p:cSldViewPr snapToGrid="0">
      <p:cViewPr>
        <p:scale>
          <a:sx n="74" d="100"/>
          <a:sy n="74" d="100"/>
        </p:scale>
        <p:origin x="1152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240" y="6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10:30:04.115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5688 6361 8362,'0'8'0,"-2"-2"-821,-1-1 1,0 1 125,-5-3 708,6-1-5,-3 3 1,5-4-6,0 3 44,0-3 0,0 4-44,0-5 5,0-5-12,0 4-26,0-4 1735,0 5-1713,5-5 10,-4 3 0,5-3 0,-2 5 0,-1 0 15,4 0 0,-3 0-1,4 0 1,-1 0-1,5 0 0,-1 0-6,1 0 0,-1-4 19,1 1 0,0-1-17,3 4 1,-1-1-15,5-3 1,-3 2 9,3-1 1,-4 0-2,4-1 1,-4 3 17,4-3 0,-4-1-1,4 1 0,-3 1 38,3 3 1,-5 0-45,1 0 1,1-4 9,0 0 1,-1 0-5,-4 4 0,1 0-13,-1 0 1,1 0 14,-1 0 0,0 0-1,1 0 0,-1 0-9,1 0 0,-1 0-5,1 0 1,-1 0 51,0 0 1,1 0-42,-1 0 1,1 0 11,-1 0 0,0 0-5,1 0 0,1 0 3,2 0 1,-2 0-20,2 0 1,-3 0 1,0 0 1,-1 0 1,1 0 0,-1 0-8,1 0 1,-1 0 35,0 0 0,1 0-26,-1 0 1,1 0 37,-1 0 0,0 0-32,1 0 1,1 0 37,2 0 1,-2 0-32,2 0 0,-3 0 4,0 0 0,-1 0-27,1 0 0,-1 0-10,1 0 0,0 0-17,3 0 0,-2 0 39,2 0 1,-2 0 35,-2 0 1,2 0-41,2 0 0,-2 0 26,2 0 1,2 0 9,-2 0 0,0 0 10,-3 0 1,0 0-24,4 0 0,-4 0-2,4 0 1,-4 0-69,0 0 0,-1 0 65,0 0 1,1 4-51,-1 0 0,1 0 35,-1-4 1,1 0 19,-1 0 1,0 0-36,1 0 1,-1 0 7,1 0 1,-1 0-10,1 0 0,-1 0 1,0 0 0,1 0 20,-1 0 0,1 0 8,-1 0 49,0 0 1,1 0-63,-1 0 1,1 0 51,-1 0 0,1 0-48,-1 0 1,0 0 6,1 0 0,3 0-19,0 0 1,1 0-11,-5 0 0,0 0 57,1 0 1,-1 0-32,1 0 1,-1-4-42,0 0 0,1 0 1,-1 4 1,1 0-3,-1 0 1,1-1 12,-1-3 0,0 3-1,1-3 1,-1 3-7,1 1 0,-5 0-25,1 0 69,0 0 1,3 0-39,0 0 0,-3-2 22,0-1 1,-5 1-6,5-1-4,0 1 2,3 2 1,-3 0 0,-1 0 0,-3 0 2,4 0-6,-6 0-23,8 0 0,-7 0 22,5 0-27,-6 0 27,3 0-59,0 0 31,-4 0-7,5 0-4706,-6 0 4732,0-5 0,0 4 0,0-4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10:30:04.11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8349 6304 8261,'0'7'-1027,"0"3"1,0-8 1026,0 6 0,0-5-263,0 2 304,0 0-79,0-4 56,0 4-4,0 0 66,0-4 7,0 4-43,0-5-3,-5 0 8,3 0 29,-3 0 5,5 0-20,0-5 11,0 4-38,0-4 15,0 5-5,0-5-1,0 4-32,0-4 1489,0 5-1488,0 5 38,0-4-3,0 4 43,0-5-33,5 0 10,-3 0-73,3 0 28,0 0 0,-3 0-28,6 0 0,-4 0 3,3 0 1,-3 0-8,4 0 0,-4 0 34,3 0 0,-3 0 26,4 0-2,-1 0 1,5 0 76,-1 0-81,0 0 1,1 0-16,-1 0 1,1 0-8,-1 0 1,1 0 1,-1 0-27,0 0 1,1 0-2,-1 0 0,1 0-8,-1 0 1,0 0-5,1 0 8,-1 0 0,1 0-6,-1 0 0,1-4 21,-1 0-13,0 1 1,1 3-3,-1 0 1,1 0-2,-1 0 1,-3 0 2,-1 0 0,1 0-10,3 0 12,1 0 0,-1 0 1,1 0 2,-1 0 0,0 0-3,1 0 4,-1 0 0,1 0-2,-1 0 1,1 0 0,-1 0-1,0 0 1,-3 0-1,0 0 0,-1 0 17,5 0 0,-5 0 2,1 0 1,0 0-3,3 0-11,0 5 0,1-4-10,-1 3 0,-3-3 7,-1-1 1,1 0-2,3 0 1,1 0-9,-1 0 0,-2 1-4,3 3 0,-7-3-3,6 3 1,-2-3 7,2-1 1,1 0 5,-1 0 0,1 2-4,-1 1 0,-3-1 15,-1 2 1,1-3-2,3-1 1,1 0 1,-1 0 1,1 4-10,-1-1 1,0 1 0,1-4 0,-1 0 18,1 0 1,-1 0 2,1 0 0,-1 0 8,0 0 0,5 0-21,-1 0 0,0 0 8,-3 0 0,-1 0-9,0 0 1,1 0-4,-1 0 1,4 0 13,1 0 1,-1 0-1,-4 0 0,1 0 27,-1 0 0,1 0 6,-1 0 1,0 0-21,1 0 1,-1 0-11,1 0 0,-1-4-52,1 1 1,-1-1 23,0 4 1,1 0-8,-1 0 0,1 0 16,-1 0 0,0 0-10,1 0 1,-1 0 7,1 0 0,-1 0 1,1 0 0,-1 0-13,0 0 1,1 0 12,-1 0 0,1 0 6,-1 0 1,1 0 29,-1 0 0,0 0 3,1 0 0,-1 4 4,1-1 0,-1 1 6,0-4 1,1 0-24,-1 0 1,2 0 0,2 0 1,-2 4-60,2 0 1,-2 0 56,-2-4 1,1 0-73,-1 0 0,2 0 36,2 0 0,-2 0-11,2 0 0,-2 3 49,-2 1 0,2 0 0,2-4 1,-2 0-21,2 0 0,-2 0 7,-2 0 1,0 0-6,1 0 1,-1 0 3,1 0 1,-1 0 13,1 0 1,-1 0 24,0 0-30,1 0 1,-1 0-16,1 0 1,-5 0-4,1 0 0,-4 0 23,3 0 9,-4 0-93,7 0 81,-9 0-278,9 0 107,-8 0-30,3 0-718,-5 0 1,-5 0-1,-2 0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10:30:04.117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5779 9102 7978,'0'8'-701,"0"0"0,0-5 139,0 5 574,-5-5 1,4 3 47,-3-2-112,3-3 69,1 4-14,-6-5-64,5 0 89,-4 0-28,5 0-8,-5 0 57,4 0 0,-4-1-31,5-3-6,0 3 1,0-6 92,0 4 9,0 1 28,0-3-77,0 5 2,0-5-1,0 4-62,0-4 185,0 5-189,5 0 59,-4 0-2,4 0 213,-5 0-243,5 0 114,-4 0-1,5 0-37,-6 0-42,5 0 60,-4 0-75,9 0 1,-7 0-75,4 0 0,-3 0 52,4 0 1,-5 0-9,5 0 0,-4 0 69,3 0-51,1 0 1,3 0 37,1 0 0,-1 0-41,1 0 0,-5 0 8,1 0 0,0 0 4,3 0 0,0 0 12,1 0 1,3-4-34,0 0 0,1 0-1,-5 4 0,2 0 1,2 0 1,-1-1-9,5-3 1,-5 3-3,1-3 0,2 3 15,-2 1 1,1-1-20,0-3 0,-4 3 14,3-3 0,2 3-28,-2 1 1,4 0 16,-4 0 1,2-4-2,-2 0 1,-1 0-1,5 4 1,-5 0-3,1 0 0,2 0 2,-2 0 0,4 0-2,-4 0 1,2 0 25,-2 0 1,-2 0-21,2 0 1,1 0-8,0 0 0,3 0-7,-4 0 1,1 0-1,0 0 0,-2 0 26,5 0 1,-5 0 0,1 0 1,1 0 25,0 0 1,0-4-37,-1 1 1,-1-1-28,5 4 0,-3 0 19,3 0 1,-4 0 1,4 0 0,-5-4-13,1 0 1,-1 0-8,1 4 1,-1 0 20,5 0 0,-5 0-4,1 0 1,2 0 24,-2 0 0,2-3-25,-2-1 0,-3 0-3,4 4 1,-2 0 9,1 0 0,-2 0-36,2 0 0,-2 0-1,-2 0 1,0 0-8,1 0 0,3 0 17,0 0 1,0 0-4,-3 0 1,-1 0 64,1 0 0,-1 0-56,1 0 0,-1 0 90,0 0 0,1 0-75,-1 0 1,2 0 2,2 0 1,-2 0-4,2 0 0,-2 0-5,-2 0 0,1 0-4,-1 0 1,0 0-10,1 0 1,-1 0 10,1 0 1,-1 0-4,1 0 1,-1 1-2,0 3 0,1-3 5,-1 3 1,4-3-7,1-1 1,-1 0 4,-4 0 0,2 0 1,2 0 0,-2 0-4,2 0 0,2 0-2,-2 0 1,1 0-3,0 0 0,-2 0 3,5 0 1,-4 0 22,4 0 0,-1 0-20,1 0 1,2 0 85,-2 0 0,-1 0-60,1 0 0,-1 0 7,1 0 0,2 0-5,-1 0 1,0 0 2,-1 0 1,1 0-55,-5 0 1,6 0 46,-2 0 0,-3 0-59,-1 0 1,2-1 29,-2-3 1,4 3-8,-4-3 1,1 3 7,-5 1 0,2 0-3,2 0 1,-2 0-1,2 0 1,-2 0 4,-2 0 0,4 0 55,0 0 1,1 0-51,-5 0 1,4 0 90,1 0 0,-1 0-27,-4 0 0,4 0 5,1 0 1,-1 0-47,-4 0 0,2 0 9,2 0 1,-2 0-20,2 0 1,-2 0 1,-2 0 0,5 0-70,-1 0 1,0 0 69,-4 0 1,1 0-62,-1 0 1,4 0 41,1 0 1,-1 0-4,-4 0 0,1 0 54,-1 0 1,1 0 9,-1 0 0,4 0-24,0 0 0,1 4 4,-5 0 1,1-1 17,-1-3 1,0 0-23,1 0 1,-1 0-70,1 0 0,-1 0 45,0 0 0,1 0-43,-1 0 0,1 0 45,-1 0 1,1 0 0,-1 0 7,0 0 0,1 0 1,-1 0 1,1 0 31,-1 0 1,-3 0-15,-1 0 28,1 0 1,3 0-35,1 0 1,-5 0 1,1 0 1,-4 0-22,3 0-13,1 0 0,0 0-71,-1 0-13,-4 0-72,2 0-702,-5 0 1,-5-5-1,-2-1 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10:30:04.118"/>
    </inkml:context>
    <inkml:brush xml:id="br0">
      <inkml:brushProperty name="width" value="0.09086" units="cm"/>
      <inkml:brushProperty name="height" value="0.09086" units="cm"/>
      <inkml:brushProperty name="color" value="#FF0000"/>
    </inkml:brush>
  </inkml:definitions>
  <inkml:trace contextRef="#ctx0" brushRef="#br0">9331 9022 6010,'-5'-6'0,"4"1"0,-5 5 0,6 0 0,0-5 0,2 4 0,2-3 0,-3 3 0,4 1 0,-4-2 0,3-1 0,-3 1 0,6-3 0,-4 5 0,-1 0 0,4 0-51,-2 0 66,-3 0 124,9 0-94,-9 0-72,5 0 57,-1 0-3,-4 0 1,4 0 0,-4 0 11,3 0-28,-3 0 2,4 0 938,-5 0-932,0-5-45,0 4 32,0-4 372,0 5-420,5 0 63,-3 0 0,8 0 5,-4 0 1,6 0 4,-1 0 1,-3 0-12,-1 0 1,1 0-5,3 0 0,1 0-27,-1 0 1,-3 0 25,-1 0 1,1 0-26,3 0 1,1 0 27,-1 0 1,1 0-4,-1 0 1,-3 0 6,-1 0 1,1 0 1,3 0 1,-3 0 19,0 0-8,-1 0-57,5 0 56,-1 0 2,0 0 1,-3 0-22,0 0-3,-6 0-16,3 0 904,-5 0-859,-5 0 12,4 0-53,-4 0-576,5 0 553,5 0 11,-4 0 1,6 0 34,-4 0-35,-1 0 1,7-1 57,-6-3 1,2 2-50,-1-1 0,-1 1 27,4 2 1,-3 0-13,4 0 0,-4 0 17,3 0-22,-4-5-7,7 4-32,-4-4 42,1 5-32,3 0 18,-9 0-1,9 0 1,-9-1 1,3-3 0,-2 3 3,-2-4 134,0 5-125,5 0 102,-4 0-79,4 0-26,-5 0-77,-5 0 1,4 0-15,-4 0-262,5 0 1,-6 5 0,0 1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10:30:04.119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10245 9045 5746,'-7'0'261,"2"0"-80,5 0-133,-5 0-45,4 0 0,-4 0 6,5 0-14,-5 0 0,3-1 10,-1-3 148,1 3-84,2-4 14,0 5-11,0-5 14,0 4-85,0-5 209,0 6-140,5 0 51,-3 0-69,3 0 258,-5 0-216,0 6-4,0-5-76,0 4 3,5-5 23,-4 0 17,4 0-65,-5 0 47,0 5 47,0-4 101,0 4 12,0-5-92,5 0 35,-4 0-105,5 0-19,-6 0 6,5 0-24,-4 0 15,9 0 1,-7 0-13,4 0 1,-3 0 15,4 0 1,-5 0 7,5 0 0,-4 0 105,3 0-107,1 0 1,3-1 8,1-3 1,-1 3-5,1-3 0,-1 3 7,1 1 0,-1-4-25,0 0 0,1 0-10,-1 4 0,1 0-8,-1 0 0,1-1-5,-1-3 0,0 3-49,1-3 67,-1 3 1,1 1-20,-1 0 0,0 0 10,1 0 0,-1 0-10,1 0 26,-1 0 1,1 0 5,-1 0 0,0 0-19,1 0 0,-5 0 3,1 0 0,0 0 47,3 0 0,-3 0-31,-1 0 26,1 0 1,3 0-16,1 0 0,-5 0-4,1 0 0,-4 0-19,3 0 0,-3 0-3,4 0 1,-4 0-5,3 0 0,-3 4-16,4 0-82,-6-1 99,8-3 0,-7 0 19,5 0 1,-5 0 33,5 0 11,-6 0 45,9 0 25,-5 0-95,5 0 0,-3 0 50,0 0-96,-6 0 42,8 0 0,-7 0-40,4 0 24,-4 0 1,3 0-85,-2 0 60,-3 0 1,6 0 0,-3 0-20,-3 0-2,4 0-1534,-5 0 796,0-5 762,0 4 0,0-9 0,0 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10:30:04.120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11135 9034 6136,'0'6'-268,"0"-1"1110,0-5-832,0 5 29,0-3 6,0 3 372,0-5-429,0 5 23,0-4 45,0 4 677,0-5-703,0 5 4,0-3 0,0 3 383,0-5-371,5 0 4,-3 0 57,3 0 72,-5 0-105,5 0-29,-4 0 27,4 0-1,-5 0-15,5 0-14,-3 0 5,3 0-14,0 0-69,-4 0 0,5 0 83,-2 0-97,-3 0 77,10 0 1,-9 0 26,6 0-49,-6 0-2,8 0 1,-7 0-10,5 0 0,-5 0 18,5 0 0,-4 3-38,3 1 50,-4 0 4,7-4 11,-4 0 4,6 0-6,-1 0-11,1 0 0,-1 0 4,0 0 0,-3 0-3,0 0 1,-4 0-4,3 0 2,1 0 1,3 0-24,1 0 0,-5 0-3,1 0 0,-4 1-2,3 3 1,1-3 3,3 3 1,-3-3-4,0-1 5,-1 0 1,5 0 12,-1 0-7,0 0 0,1 0 7,-1 0-16,1 0 1,-1 0 23,0 0 0,1 0 32,-1 0-13,1 0 0,-1 4 4,1 0 0,-1 0-13,0-4 1,1 0-12,-1 0 0,1 0-18,-1 0 1,1 0 24,-1 0 1,0 0-39,1 0 9,-1 0 1,1 0-4,-1 0 0,0 0-11,1 0 2,-1 0 0,1 0 11,-1 0 1,1 0-3,-1 0 0,-3 0 55,-1 0-49,1 0 1,3 0 58,1 0 0,-5 0-53,1 0-1,0 0 0,3 0-10,0 0 1,-3 0-1,0 0-5,-1 0 24,5 0-7,-1 0 1,0 0-12,1 0 0,-4 0 3,-1 0 1,-3-4-5,4 0 0,-5 0 1,5 4 0,-4 0-1,3 0-2,-4 0-7,7 0 8,-4 0 1,2 0-4,0 0 0,-5 0 2,5 0 0,-4 0 1,4 0 0,-5 0 1,5 0 0,-4 0 0,3 0 0,-3 0 1,4 0 1,-4 0-1,3 0 1,-3 0 50,4 0-46,-1 0 0,5 0 4,-1 0 21,0-5-29,1 4-1,-1-4 0,1 5-3,-1 0 0,-4 0 0,3 0-28,-3 0 32,-2 0-7,6 0 3,-5 0-72,5 0 72,1-5 0,-5 4-2,1-3 4,-6 3 0,9 1 0,-9 0 2,6 0 4,-6 0-4,3 0 1,-3 0 4,1 0-5,-1 0 26,3 0 8,-5 0-41,5 0 13,-4 0-84,4 0-134,-5 0 196,5 0-56,-3 0 33,3 0-1736,-5 0 1400,5 0-249,-4 0-53,4 0 558,-5 0 1,0 5 0,0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10:30:04.121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5882 11878 6149,'6'0'-237,"-1"0"923,-5 0-586,-5 0-55,4 0 3,-4 0 1352,5 0-1362,0 5 38,0-4-24,0 4 52,0-5-42,0 5-32,0-4 1,1 5 36,3-6-38,-3 0 0,5 1 154,-2 3-108,-2-3-26,8 4 1,-8-5-10,6 0 1,-4 0-52,3 0 0,-3 0 44,4 0 0,-5 0 25,5 0-38,0 0 1,3 0-3,1 0 1,-5 0-54,1 0 53,-1 0 1,5 0-50,-1 0 0,-3 0 45,-1 0 0,1 0-41,3 0 0,-3 0 36,0 0-7,-1 0 0,5 0 3,-1 0 0,-3 0 11,-1 0 56,1 0-63,3 0 1,1 0 36,-1 0 1,-3 0-31,-1 0 0,-3 0 100,4 0-95,0 0 0,3 0 0,0 0 0,-3 0 7,0 0-15,-1 0 0,5 0-58,-1 0 60,0 0 1,1 0-21,-1 0 1,1 0-1,-1 0 1,-3 0-3,-1 0 1,1 0 3,3 0 1,1 0-2,-1 0 1,1 0 11,-1 0 0,1 0-1,-1 0 1,0 0 34,1 0 1,-1 0-38,1 0 1,0 0 17,4 0 1,-4 0-12,3 0 0,-2 0-20,-1 0 0,-1 0 3,0 0 1,1 0-4,-1 0 1,1 0 8,-1 0 1,2 0-5,2 0 0,-2 0-23,2 0 1,-2 0 21,-2 0 0,0 0 2,1 0 0,-1 0 1,1 0 1,-1 0 0,1 0 0,3 0 8,0 0 0,0 0 1,-3 0 1,-1 1 22,1 3 1,3-3 4,0 3 1,0-3-3,-3-1 0,3 0-20,0 0 0,2 0 51,-2 0 0,-3 4-32,4 0 1,-4 0 7,0-4 0,3 0-38,0 0 1,1 0-3,-5 0 0,0 0-2,1 0 0,-1 0-11,1 0 1,-1 0 23,0 0 0,1 0-3,-1 0 1,2 0-4,2 0 1,-5 0-12,6 0 1,-6-1 0,5-3 0,-2 2 16,-2-1 1,1 1 1,-1 2 1,0 0 0,1 0 0,-1 0-1,1 0 1,0 0 8,4 0 1,-4 0-14,3 0 1,-2 0 59,-1 0 0,-1 0-41,0 0 0,2 0 7,2 0 1,-2-1-35,2-3 0,-2 3-2,-2-3 1,1 3-3,-1 1 0,4 0-9,1 0 1,-1 0-17,-4 0 0,1 0 33,-1 0 1,2-4-18,2 0 1,-2 1 18,2 3 1,-2 0 1,-2 0 0,4 0-4,1 0 0,-1 0 3,-4 0 0,1-2-4,-1-2 1,4 3-3,0-3 0,1 3 6,-5 1 1,4-1-3,1-3 1,-1 3 1,-4-3 0,4 3-8,1 1 0,-1 0 1,-4 0 0,2-2 11,2-1 0,-2 1 2,2-1 0,-2 1-16,-2 2 1,2 0-1,2 0 0,-2-4-9,2 1 0,-1-1 14,1 4 1,-1 0-2,5 0 0,-5-4-6,1 0 1,2 0-1,-2 4 0,4 0-14,-4 0 1,5 0-2,-5 0 0,4-3 15,-4-1 1,4 0-3,-4 4 1,2 0 42,-2 0 0,-1 0-41,5 0 0,-5 0 16,1 0 0,2-4 0,-2 0 1,0 1 4,-3 3 0,0 0-15,3 0 1,-2 0-1,2 0 1,-1-2-5,2-1 0,-4 1-4,3-2 0,2 3-8,-2 1 0,4 0 12,-4 0 0,5-4-3,-5 1 0,4-1 0,-4 4 1,1-2 0,0-1 1,-2 1 1,5-1 0,-5 1 0,1 2 0,-2 0 0,-2 0 0,0-3 0,1-1 0,-1 0-36,1 4 0,-1 0 33,1 0 1,-5 0-36,1 0 1,-4 0 13,3 0 1,-3 0-32,4 0-32,-6 0-11,8 0 10,-8 0-3,3 0 148,0 0-111,-4 0 255,4 0-832,-5 0 1,-5 0 0,-1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10:30:04.122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9468 11912 7361,'6'0'-611,"-1"0"1,-3 0 504,1 0 27,-1 0 76,3 0 35,0 0-80,-4 0 58,4 0 1,-4 0 5,3 0 19,-2 0-18,3 0 1,-5-1 16,0-3 1,1 3 64,3-3 57,-3 3-128,4 1 0,-5-2 46,0-2-63,0 3-20,0-4 222,0 5-139,0-5-31,0 4-74,0-4 374,0 5-267,0 5-32,0-4 4,0 4 116,0-5-99,0 5-6,0-4 37,0 5 299,0-6-371,0 5-4,0-4 68,0 4-62,-5-5 22,4 0-14,-4 0 506,5 0-482,5 0-50,-4 0 3,4 0-18,-5 0-11,5 0-30,-4 0 45,9 0-34,-8 0 33,8 0 0,-8 0 1,6 0 0,-4 0 3,3 0 0,-3 0 1,4 0 0,-4 0 0,3 0 0,-3 0 1,4 0 0,-4 0 0,3 0 1,-3 0-3,4 0 0,-5 0 0,5 0 0,-4 0 5,3 0 1,-3 0 5,4 0 18,-6 0 6,9 0 23,-5 0 15,5 0-16,1 0-28,-1 0-18,1 0-11,-1 0 0,-3 0-11,-1 0 4,-4 0-12,7 0-41,-4 0-9,1 0 29,3 0 22,-9 0 11,4 0 60,0 0 11,-4 0 49,5 0 524,-6 0-644,5 0-51,-4 0 83,4 0-47,0 0 1,-4 0 10,9-5 1,-7 4-29,5-3-1,-6 3 36,8 1 1,-7-4-2,4 0 0,-3 0-48,4 4 37,-6 0 14,9 0-2,-5-5 0,2 4 1,-1-3 0,-3 3 7,4 1 4,-6 0-46,8 0 0,-7 0-42,4 0-51,-4 0 0,3 0 88,-2 0-24,-3 0 0,6 0-2,-4 0-12,-1 0-76,3 0-302,-5 0 1,5 5 0,1 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10:30:04.123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10347 11889 5743,'7'0'0,"-2"0"71,-5 0-38,5 0-12,-4 0 1,4-1 27,-5-3-26,0 3 44,0-4 28,0 5-70,5 0-14,-4 0-3,5 0 743,-6 0-667,0 5 9,0-4-83,0 4 0,-4-4 42,0 3-7,0-3 22,4 5-12,0-6-41,-5 0 6,4 5 66,-4-4-32,5 4 408,0-5-365,-5 0 5,3 0 45,-3 0 122,5 0-208,0 5-14,0-4 19,0 4 333,0-5-299,5 0-34,-3 0-59,8 0 1,-8 0 14,6 0 0,-4 0-3,3 0 0,-3 0-1,4 0 1,-4-1-7,3-3 1,-3 3 1,4-3 0,-5 3 23,5 1-15,0 0 1,3 0-3,1 0 0,-5 0-20,1 0 1,-1 0 44,5 0-23,-1 0 1,1 0-10,-1 0 1,0 0 9,1 0 0,-1 0 1,1 0 0,-1 0 0,1 0-4,-1 0-1,0 0 0,1 0 33,-1 0-24,1 0 0,-1 0 1,1 0 1,-5 0 46,1 0 5,-1 0-58,5 0 0,-1 0 2,1 0 1,-5 0-88,1 0 86,-6 0 0,9 0-94,-4 0 67,-2 0 0,5 0-5,-2 0 0,-2 0 26,2 0 0,-4 0-1,3 0 0,-3 0-3,4 0 0,-4 0 4,3 0 1,-3 0 8,4 0 0,-5 0 7,5 0-60,0 0 50,3 0-2,1 0 62,-1 0 2,0 0 5,1 0-53,-1 0-39,1 0 59,-1 0-166,0 0 1,-3 0 46,0 0-203,-6 0 183,8 0 1,-7 0-387,5 0 104,-6 0-348,3 0-8,0 0 719,-4 0 0,5 0 0,-6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10:30:04.1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12856 7613 7650,'0'10'-1912,"0"-3"1912,-7-7 0,5 0 0,-6 0 0,8 0 0,0 0 0,-8 0 0,6 0 0,-5 0 0,7-2 0,0-3 0,0 3 0,0-6 123,0 8 297,0 0-404,-8 0 13,6 0 4,-6 0-20,8 0 122,0 0-14,-7 0-79,5 0 106,-6 0-79,8 0 179,0 0-264,-8 0-78,6 0 128,-6 0-101,8 0 435,0 0-277,8 0-45,-6 0-22,6 8 1,-6-6-1,4 3-25,-4-3 0,7-2-75,-3 0 91,-4 0 0,8 0-75,-5 0 65,-3 0-32,14 0 22,-14 0 1,13 0 2,-13 0 0,13 0 1,-11 0 1,8 0 0,-8 0 0,9-2 0,-7-3 0,2 3 0,-2-4 72,-4 4 1,7 2-36,-3 0 13,-4 0-32,13 0 4,-13 0-46,14 0 38,-14 0 1,7 0-23,-3 0 18,-4 0-23,6 0 1,-6 0 12,3 0 2,-3 0 0,6-8 0,-6 6 1,4-3-13,-4 3 12,5 2-10,1 0 8,-6 0 54,6 0-2,0 0 10,-7 0-34,15 0-10,-14 0 0,8 0 69,-5 0-66,-3 0 0,8 0 70,-4 0-66,-4 0 0,7 0 18,-3 0-33,-4 0 1,13 0-2,-13 0-11,14 0 30,-14 0-18,13 0 1,-11 0-8,8 0 13,-9 0 30,13 0 0,-12 0 27,7 0 10,-7 0-60,12 0 4,-7 0-28,1 0 24,5 0 0,-11 0-81,8 0 71,-8 0 1,5 0 29,-3 0-50,-4 0 0,6 0 1,-2 2-1,-1 3 5,1-3 1,2 6 6,-6-8 0,7 0-116,-3 0 100,-4 0-190,6 0 100,0 0-23,-6 0 63,5 0 25,-7 0 0,2 0-38,4 0-2,-4 0-105,6 0 98,-8 0-341,0 0 1,-8 8 0,-2 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10:30:04.131"/>
    </inkml:context>
    <inkml:brush xml:id="br0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14299 7104 12848,'6'0'-4245,"-1"0"3981,-5 0 347,5 0 17,-3 0-90,3 0 1,-4 0 16,3 0-53,-3 0 50,4 0 44,-5 0-14,0-5 1401,0 3 20,0-3-191,0 5 0,-4 2-660,1 1 1,-1 0 488,4 5 1,-2 0-117,-1 8 1,1 0-136,-1 3 1,-2 7 41,1-4 0,-1 5-815,1 0 1,3-2 38,-3 6 1,3-7-214,1-1 1,0-1 229,0-3 0,0-2-722,0-2 1,0-1 298,0 1 1,0-2 41,0 2 0,0-2-403,0-2 144,0 1 1,1-6 99,3-2 0,-3-8 1,4-2-1</inkml:trace>
  <inkml:trace contextRef="#ctx0" brushRef="#br0" timeOffset="1">15772 7138 13088,'7'0'-2902,"-1"-4"5719,-2 0-296,-3 1-1016,4-2-488,0 3-1521,-4-8 841,4 9 168,1-9 5449,-5 8-5729,9-8 0,-9 8-30,3-6-278,2 6 1,-3-3 142,5 5-559,-6-6 245,8 5 0,-5-5 522,3 2 0,2 3-1024,-2-3 0,-2 3 28,2 1 1,-1 0-216,5 0 0,-1 0 162,1 0 1,-1 0-120,0 0 0,1 0 832,-1 0 0,-3 1-579,-1 3 1,0-2-273,0 6 0,2 0 586,-5 3 1,0 0 439,-4 1 0,0 0 186,0 4 1,0-4 27,0 4 0,-1 0 89,-3-1 0,-3 4 159,-4-3 1,0 3 298,-1-4 0,1 4 34,-1-4 0,-3 4-276,0-4 1,0 2-316,3-2 1,1-2-66,-1 2 0,1-2-45,0-2 1,-1 1-113,1-1 1,-1-1-400,1-2-212,5 2 561,-5-9-1131,10 4 957,-4-5 1,6 2-638,3 1 0,-1-1-58,4 1 1,0 0 41,0 1 1,3-3 128,-2 3 1,2 1 19,2-1 0,-1 3-320,0-3 0,5 4 641,-1-4 0,1 3-545,0-3 0,-4 1 770,4-1 0,1-3 121,2 3 1,2 1 57,-2-1 1,2 0-1,-3-4 1</inkml:trace>
  <inkml:trace contextRef="#ctx0" brushRef="#br0" timeOffset="2">17588 7081 12511,'-6'0'37,"1"0"0,3 0-91,-1 0 157,1 0-563,-3-5 0,4 4 119,-3-3 221,3 3 0,-4-1-116,5-2 647,0 3 26,-5-4-930,4 5 460,-5 0 1,8-4 938,2 0 1,-2 1-474,6 3 1,-5 0-179,5 0 0,0-4 134,3 0 1,1 0-551,-1 4 1,4 0-97,0 0 0,4-4 609,-3 1 1,0-1-282,-1 4 0,2 0-677,2 0 1,-1 1 282,-3 3 1,-2-2 107,2 6 1,-2-4-291,-2 3 1,-3-3 95,-1 4 1,-4 0 577,1 3 0,-3 0-18,-1 1 1,-5-1 414,-3 1 0,-2 3 37,-1 0 1,-1 5 95,1-1 1,-5-1 20,1 1 0,0-5 88,4 1 1,-2-2-76,-2-1 0,6-1-264,-3 0 1,3 0-301,-2-4 1,0-1-500,-1-2 0,5-2-653,-1 1 596,0-1 0,1-2-688,-1 0 59,6-5 98,-3 3-757,5-3 1259,0 5 152,5 0 0,-3 0 52,6 0 13,-1 0 0,5 0 212,-1 0 83,1 0 0,-1 0-74,0 0 1,1 0 266,-1 0 0,-3 5-802,0 3 1,-1-2 223,5 2 1,-5-1 163,1 5 0,-2-1 74,2 1 0,1-1 29,-6 1 0,1 0 220,-4 3 1,0-2 153,0 2 0,-5 2 169,-2-2 0,-5 5 340,-3-1 1,2-2-33,-2-2 0,-1 2-198,0-2 0,-3 0-225,4-3 0,-4-1-253,4 0 1,-2-3-445,2 0 0,1-5 237,-5 5 1,0-5-1,-4 2 1</inkml:trace>
  <inkml:trace contextRef="#ctx0" brushRef="#br0" timeOffset="3">19393 7012 9964,'0'-6'1131,"0"1"-788,0 5-467,0-5 342,0 4-57,0-4-30,0-1-27,0 5 65,0-4 0,0 4-69,0-3-12,0 3 247,0-4-90,0 5-427,-5 0 353,3 5 0,-7 1 87,6 6 0,-5-4-8,4 4 1,-5-3 31,2 6 0,-3 1-9,-2 0 0,1 4-27,-1-1 1,1 3-30,-1 0 1,1-3 151,0 1 1,3-7-355,0 3 1,2-4-59,-2 0 1,0-1 29,4 1 0,0-5-110,4 1-136,0-6 1,0 5-188,0-3 38,0-3-88,5 4 0,1-5-135,6 0 314,-1 0 1,1 0 12,-1 0 0,0 0 20,1 0 1,1 0 168,2 0 1,-3 0 0,4 0 1,-4 0-14,0 0 1,3 0 288,0 0 1,0 1-342,-3 3 1,-1-3 83,1 3-168,-1-3 0,1 3-2,-1 0 0,-3 1-629,-1-1 772,-4-3 1,7 9 0,-4-3 0</inkml:trace>
  <inkml:trace contextRef="#ctx0" brushRef="#br0" timeOffset="4">19461 7161 14597,'-6'0'-2642,"1"5"4317,0-4-925,3 9 0,-6-3-187,4 4 0,-4-2-298,4 2 0,-3 0-237,3 8 1,-4-4 12,4 4 0,-3 4 223,3 3 1,-4 2 404,5-1-758,-6-3 0,7 9 1,-3-4-1</inkml:trace>
  <inkml:trace contextRef="#ctx0" brushRef="#br0" timeOffset="5">20957 6955 11409,'0'8'609,"0"0"1,-4-5 973,1 5-1164,-1 0 1,0 3-200,0 0 1,-1 1-54,1-1 1,3 4-140,-3 1 1,2-1 24,-2-4 1,3 1 237,-3-1 0,3 4-295,1 1-95,-5-1 1,3-4-87,-2 1 0,3-5 111,1 1 1,0-4-161,0 3 0,1-4-161,3 1 1,3-3 114,4-1 1,0 0 58,1 0 0,-1-1 171,1-3 0,3 3-7,0-3 0,0 1-59,-3-1 0,-1 3 89,1-3 1,3 3-115,0 1 290,0 0 1,-3 0-117,-1 0 1,1 0-51,-1 0-181,0 0-11,-4 5 1,2 2-27,-6 4 1,0 2 290,-7 2 0,-2-2 308,-6 2 0,1 3 26,0 1 1,-5-3-21,1-1 1,0 2-16,3-2 1,0 4-1,-3-4 1,2 1 6,-2-5 0,-2 2 97,2 2 0,-2-4-554,2 1 1,3-2-211,-4-6 1,4 0-687,0-4 126,1 0 609,-1 0 0,1-6 1,-1 0-1</inkml:trace>
  <inkml:trace contextRef="#ctx0" brushRef="#br0" timeOffset="6">20980 6898 11973,'1'-6'2515,"3"2"-959,-3 3-794,10 1-1290,-5 0 0,5 0 289,1 0 0,-1 1-151,1 3 0,-1-3-19,0 3 334,6-3 0,-4 4 1,3 2-1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10:30:04.138"/>
    </inkml:context>
    <inkml:brush xml:id="br0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15715 9948 10423,'6'0'-274,"0"0"0,-5 0 302,3 0 36,-3 0-27,4 0-59,-5 0 3,0 5 1079,0-4 38,0 4 797,0-5-1837,-5 0-22,4 0-16,-4 0 1,3 0 82,-2 0 5,3 0-1130,-4 0 31,0 0 29,4 0 1041,-9 0-57,8 0 43,-8 0-14,9 0-39,-9 0 1,7 0 16,-4 0-22,4 0-16,-7 0-25,4 0 0,-2 0 58,0 0-69,1 0 51,-5 0-15,1 0 1,-1 0 16,1 0 0,3 1 319,1 3 0,0-1 285,0 4 1,-3-3-56,2 4 1,-2-5-84,-1 5 1,3-2 252,0 2 0,1 2 18,-5-2 1,1 2 26,-1 1 0,2 1 2198,3-1 1,-3-3-2603,2-1 1,-2 1-289,-2 3 0,5 1 291,-1-1 0,2 1 144,-2-1 0,-2-3-566,2-1 1,2 1 275,-2 3-61,6 1 1,-4-1-134,2 1 0,2-5 107,-1 1 0,1 0-250,2 3 1,0 0-315,0 1 1,0-5-38,0 1 0,0 0 301,0 3 0,0 0-163,0 1 1,0-5-80,0 1 0,0 0 48,0 3 1,2-3-262,1-1 1,-1 1 301,2 3 0,1-3-193,-2 0 1,5-5-248,-4 5 1,5-4-202,-2 3 1,0-4 25,0 1 0,1-2 81,3 2 1,1-3 113,-1 3 0,1-2 456,-1-2 0,2 0 0,2 0 1,-2 0 197,2 0 0,-2-4 576,-2 0 1,0-4 320,1 4 0,-1-3-41,1 3 1,-2-1-115,-3 1 1,4 3-452,-4-3 1,3-1 151,2 1 0,-5 0-335,1 4 1,-4 0-264,3 0 1,-4 5 0,2 2-1</inkml:trace>
  <inkml:trace contextRef="#ctx0" brushRef="#br0" timeOffset="1">15578 10256 9613,'0'6'2375,"0"-1"0,0-3-628,0 1-1014,0-1-221,0 3 108,0-5-1194,5 0 1,0-1 180,3-3 670,2 2 0,-4-4-399,6 2 1,-5 3-191,1-3 1,0-1 108,3 1 1,0 1-434,1 3 227,-1-6 1,1 4 812,-1-6 1,1 6-373,-1-2 0,-3 3-235,-1 1 1,-3 0-300,4 0 0,-5 0-118,5 0 326,-5 0 0,3 5-37,-2 2 0,-3 5 641,3 3 1,-3-1-99,-1 5 1,-1 0 270,-3 4 1,1 5 271,-4 2 0,3-2 75,-4-1 0,5 1-22,-5-2 0,4 1 4,-3-4 1,4 0-97,-1 0 1,2-2-623,-2-2 0,3-2 59,-3-6 7,3 1 0,-5-6 1,0-1-1</inkml:trace>
  <inkml:trace contextRef="#ctx0" brushRef="#br0" timeOffset="2">15555 9605 13595,'0'11'6276,"-4"-3"-5602,1 0 1,-2-6-1269,1 2 1176,2 2-475,-3-4-939,5 3 1093,0-5-471,5 0-896,-3 0-737,8 0 1429,-4 0 0,2 0-931,-1 0 747,1 0 0,3 0 415,1 0 1,-1-5 152,1-3 1,0-2 528,4-2 0,-2 0 31,5-4 0,-4 2 37,4-5 0,1 0-34,7-3 1,-3-5 55,3 0 1,1 1-40,-2 3 1,6-4-65,-2 0 1,-3 2-321,-4 6 0,0-1-319,-4 5 1,-3-2 113,-1 2-106,-2 2 250,-1-8 1,-1 3 0,0-5 0</inkml:trace>
  <inkml:trace contextRef="#ctx0" brushRef="#br0" timeOffset="3">15875 9114 13417,'6'0'-1193,"-1"0"1,-3 0 5064,1 0-3984,-1 0-56,3 0-72,-5 0 99,0-5 429,0 4 0,4-6 312,-1 3 1,3 3-305,-3-3 1,0 2 47,4-2 0,-3 3-77,4-3 0,0 1-42,3 0 0,-2 1-33,2-2 0,-2 3-141,6 1 1,-2-4-141,-2 1 0,5-1-505,-1 4 1,4 0 175,-4 0 1,0 0 0,-3 0 0,-1 1-79,1 3 0,-1-2-75,1 6 1,-5 0 210,1 3 1,-2 2 308,2 2 1,-2-2-112,-2 2 1,-3 3 244,3 1 1,-2 2 86,2 2 1,-2 0 23,1 0 1,-6 5 0,-4 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10:30:04.142"/>
    </inkml:context>
    <inkml:brush xml:id="br0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16766 9913 14190,'6'5'-4467,"-1"-3"4263,-5 3 0,2-4-327,1 3 244,-1-3 80,3 4 134,-5-5 0,0 1 1118,0 3-863,0-3 0,0 6 1192,0-3-371,0-3-409,0 9 1,0-7 10,0 4 0,0-3 2,0 4 0,0-5-16,0 5 1,0 0-581,0 3 1,0 1 3,0-1 1,0 0-3,0 1 1,0 3 12,0 0 1,0 6-26,0-2 0,0 2-31,0 2 0,0 0 35,0 0 0,1 3-69,3 1 1,-3-2-9,3-6 0,-3 2 51,-1-6 0,4 5-131,0-1 1,0-2 38,-4-2 1,0 3 25,0 1 0,0-1 27,0 1 1,0-5-206,0 1 0,0-3 163,0 0 1,0-5-206,0 1 269,0-5 0,0 2 0,0-5 0</inkml:trace>
  <inkml:trace contextRef="#ctx0" brushRef="#br0" timeOffset="1">16789 9925 11634,'0'-7'1085,"0"2"-700,0 5-719,0-5 586,0 4-66,0-4-68,0 5-199,5 0 0,-4-1 970,3-3-221,-3 3-369,4-5 0,-2 6-298,4 0 0,-3 0-140,4 0 1,-4-1 231,3-3 0,1 3-97,3-3 0,2 2 131,2-2 0,-2 3-471,2-3 0,2 3-69,-2 1 1,5-4 79,-1 0 1,3 0 379,1 4 0,-1-4 44,1 1 1,0-1-277,0 4 1,-2-4 142,-2 0 1,2 0 38,-6 4 1,4 0-100,-4 0 1,1 2 60,-5 1 1,-1 0-336,-2 5 0,1-1 214,-6 5 0,1-1 138,-4 0 1,0 1 135,0-1 1,0 2-80,0 2 0,-5-2 264,-3 2 1,-2 2 81,-1-2 1,0 0 170,-1-3 1,-1-1 17,-2 0 0,2 1-73,-2-1 1,1-1-311,-1-2 1,2 2-94,-2-2 1,1-2-69,-1 2 1,2-4-278,-2 3 0,2-4-154,2 0 1,-2 0-445,-2 1 516,2-3 0,-3 4 30,4-5 0,5 0-358,-1 0 60,1 0 110,0 0 81,2 0 125,5 0 0,5 0 247,3 0 0,2 0-82,1 0 1,1-4 211,-1 1 0,1-1-27,-1 4 1,2 0-54,2 0 0,-1 0-20,5 0 1,-4 0 23,4 0 1,-4 0-39,5 0 0,-5 1-22,4 3 0,-5-2-120,1 6 0,-1-4-94,1 3 0,-7 1 91,-1 3 1,0 5 160,-3-1 0,-2 5 140,-6-1 0,-3-1 172,-9 1 1,2 0 47,-5 4 1,0-4-68,-3 0 1,-3 0 112,-1 4 0,0-4-200,-4 0 0,2-4 19,-6 4 1,6-5-130,-6 1 0,2-2 0,-2-2 1</inkml:trace>
  <inkml:trace contextRef="#ctx0" brushRef="#br0" timeOffset="2">16195 8326 17122,'7'0'-3087,"1"0"3072,-5 0 71,7 0-109,-9 0 1,5 0 73,-2 0-31,-3 0 71,4 0 186,-5 0 0,-3 1 171,-1 3 1,-4 2-74,4 6 0,-4 0 30,0 4 1,-3 1-54,-5 6 0,2 5-7,-5 3 0,0 0 42,-4 0 0,1 2 30,-1-3 1,-4 2 41,0-2 1,1-2-336,3-5 1,0-1 6,0-3 0,5 0-39,3-8 0,3 2 22,0-9-280,6-1 0,-4-8 1,3-1-1</inkml:trace>
  <inkml:trace contextRef="#ctx0" brushRef="#br0" timeOffset="3">15795 8337 17834,'17'12'-5715,"-9"-1"3976,4 0 1,-3 1 942,2-1 1,4 2 2338,1 2 0,3-1-1779,-4 5 1,5 2 195,-1 5 1,4 0-187,4 4 0,-2-1-496,6 2 0,-5 2 593,5-3 0,-5 1 38,5 3 0,-6-8-32,2 5 0,-7-6-7,-1-2 162,-5 0 0,8 0 0,-5 0 0</inkml:trace>
  <inkml:trace contextRef="#ctx0" brushRef="#br0" timeOffset="4">16617 7903 14604,'7'-1'-2234,"-3"-3"2887,-3 3 0,-1-5-1206,0 2 275,0 2 114,5-3 816,-4 0-578,4 4 195,-5-4-427,0 0-481,0 4 370,-5-4 0,3 5 383,-6 0-3,5 0-420,-7 0 1,4 0 252,-5 0 0,3 0-24,0 0 0,1 0 128,-5 0 1,1 1 93,-1 3 0,0-2 335,-4 6 0,4-1-213,-3 5 1,-2-1 5,2 1 0,-4-1-21,4 1 1,-4 3 45,3 0 0,-3 1 41,4 0 0,-4 0 32,4 3 1,0 3-225,3-3 0,5 2-108,-1 2 0,2 0-166,-2 0 0,3-4-87,5 0 1,0 0-56,0 4 1,0 0-71,0 0 1,0-4 14,0 0 1,5-4-148,3 4 1,2-5-28,1 1 0,6-2 128,2-2 0,1-4 150,-1-4 0,6 2 98,-2-1 1,6 0 106,-2-4 0,1-1 23,-1-3 0,1 1-133,2-4 0,-2-1 326,-5-3 82,-5 4 1,-2-8 0,-5 2-1</inkml:trace>
  <inkml:trace contextRef="#ctx0" brushRef="#br0" timeOffset="5">16446 8166 16998,'-5'6'2497,"2"-1"-3104,-4-5-771,4 0 682,-2 0 157,5 0 451,5 0 1,-2 0 19,4 0 1,1-3 293,3-1 1,1-1-363,-1 1 1,2 3 19,2-3 0,-2-1 331,2 1 1,2 0-117,-2 4 1,4-1-26,-4-3 1,4 3 12,-4-3 0,4 3-69,-3 1 0,3 0-246,-4 0 0,4 0 4,-4 0 0,4 1 10,-4 3 1,2-2-162,-2 6 1,-2-4 130,2 3 1,-3 2-284,-5 6 1,2-1 366,-5 5 0,0 2 97,-4 5 1,-2 0 147,-1 4 1,-4 2 57,-4 6 1,-1-2 125,1 2 0,-4 1-70,-1-1 0,-3 1 204,4-1 1,0-3 361,4-1-647,-1 0 0,1-10 1,-1 4-1</inkml:trace>
  <inkml:trace contextRef="#ctx0" brushRef="#br0" timeOffset="6">15818 10153 15778,'6'0'-3125,"-1"-5"5244,-5 4-2099,0-4-82,0 5-424,0-5 333,0 3 167,0-3-401,-5 5 0,0 5 676,-2 3 0,-4 2-519,4 2 1,-3 0 387,-2 3 0,-3 3 21,0 5 1,-6 4 216,2-1 1,-7 7-215,-5 2 0,-2 0 16,-1 7 1,0-4 121,0 4 1,1-5-400,2 1 0,-1-5-161,6-6 167,4-1 1,1-13 0,3 3 0</inkml:trace>
  <inkml:trace contextRef="#ctx0" brushRef="#br0" timeOffset="7">15395 10062 18485,'0'11'1607,"4"-3"-3375,0-1 0,1-3 599,-1 4 0,-2-1 807,6 5 0,-3 1 74,6 2 0,-2-1 4,7 5 0,1 4 46,2 3 0,3 6-231,1-2 0,5 3-340,2 2 0,-1-2 548,2-3 0,-1 3 195,5-2 1,-1 2 0,0 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10:30:04.150"/>
    </inkml:context>
    <inkml:brush xml:id="br0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17074 9594 8435,'-6'0'-187,"1"0"187,5 5 155,0-4-53,0 4 189,0-5-313,5 0 14,-4 0 104,9-5 0,-7 4 17,4-3 1,-3-1 41,4 1 0,-4-1-38,3 1 0,1-1-12,3-3 1,1-2 13,-1 3 0,2-2-11,2 1 1,-1-6 37,5 3 0,-4-3-100,4 2 1,0 0-17,4-4 0,0 2-40,0-5 1,0 2 87,0-2 0,1-3-53,2 3 0,-3 1 27,0-1 1,-1 4 15,-7-4 0,5 5-60,-1-1 1,-2 2 7,-2 2 1,-2-1 36,-2 1 0,2-1-23,2 1 0,-6 3-27,2 1 0,-3 3-37,-1-4 0,2 4-74,-5-3-171,5 4 278,-8-2 1,6 5-664,-4 0 645,-1-5 1,3-1-1,-5-6 1</inkml:trace>
  <inkml:trace contextRef="#ctx0" brushRef="#br0" timeOffset="1">17440 9114 11403,'-7'6'-86,"-3"-1"254,9-5-577,-4 0 260,0 0 33,3 0 66,-3 0 175,5 0 0,2-4 103,1 1 1,0-2-234,5 1 1,-5 1 104,5-4 1,0 3 54,3-4 1,1 4-13,-1-3 1,0 3-9,1-4 1,0 2-6,4-2 1,-2-2-11,5 3 1,-4 0-203,4 0 0,-4 0-31,4 0 1,-4-2 4,4 5 0,-3-4 40,3 5 0,-5-2 16,1 1 0,-2 2-163,-2-1 87,0 1-147,1 2 55,-6 0-18,4 0 220,-8 0-246,3 5 1,-9 2 355,0 4 1,0 1-6,4-1 1,-4-2 0,1 2 1,-1-4-51,4 8 1,0-5 21,0 5 0,0-1-179,0 2 1,-1-4 211,-3 3 1,3 2-72,-3-2 0,2 5-324,2-1 0,-3-1 319,-1 1 0,-5 0 0,3 4 0</inkml:trace>
  <inkml:trace contextRef="#ctx0" brushRef="#br0" timeOffset="2">18342 9936 7644,'0'-6'546,"-1"1"-538,-3 5 126,3 0-108,-5 0 1,5 0 10,-3 0 1,3-2-66,-3-1 0,2 1 0,-2-1 1,1 1 14,-4 2 24,4 0 1,-7 0 23,3 0 1,0 0 44,0 0-61,-1 0 1,-3 0 24,-1 0 1,1 4 8,-1 0 1,5 4 144,-1-5 0,0 6-42,-3-1 0,-4 2-90,0 1 0,-1 1 8,5-1 0,-1 4 40,1 1 1,0 3-1,-1-4 1,1 4 23,-1-4 0,2 4-69,3-3 1,-2 3-6,5-4 0,-4 5-39,5-1 0,-5-1 18,4 1 1,0-4-24,4 4 1,0-4-34,0 4 0,0-1-9,0 1 1,2-2-22,1-6 0,2 2-80,3 2 0,3-2 26,1 2 0,-1-6-107,5-2 1,0 1 56,-1 4 1,6-5 33,-2 1 1,-2-6-34,2 2 0,4-3 6,4-1 1,3 0 11,-3 0 0,1-5 51,-1-2 1,0-3-100,4-2 1,-3 1 152,-5-1 1,-2 1-203,-2-1 287,-2 1 0,-1 0 0,2-1 0</inkml:trace>
  <inkml:trace contextRef="#ctx0" brushRef="#br0" timeOffset="3">17896 8292 14015,'0'6'695,"0"-1"-465,0-5-248,0 5 114,0-4 1,0 6-9,0-4 1,-1 4 174,-3 4 1,-2 1 184,-5-1 1,-1 6-18,1 2 1,-6 7-32,-2 5 0,-4 2 15,-3 1 1,2 1 36,-3 4 0,3-5-53,1 0 0,0 0-26,0-3 0,4-7-156,0-1 1,5-8-371,-1 0 0,6-3 63,2-5-172,4-2 0,-2-6-1238,5-3 1455,5-7 1,7-7-1,5-5 1</inkml:trace>
  <inkml:trace contextRef="#ctx0" brushRef="#br0" timeOffset="4">17588 8280 13282,'0'6'-2322,"0"0"2456,0-6-261,0 5 144,0-4 0,0 5 96,0-2-1,0-3-42,0 9 1,0-3-31,0 4 0,1 2-26,3 2 0,-1-1-77,4 5 1,2 4-124,6 4 0,-1 6-34,5 1 0,-3 1 2,3 7 1,0-1-23,4 1 0,1-3-248,2-5 1,-2-4 349,3-4 1,2 3 0,0 1 0</inkml:trace>
  <inkml:trace contextRef="#ctx0" brushRef="#br0" timeOffset="5">18091 7983 14032,'6'-6'-471,"-1"1"1307,-5 5-1666,0 0 626,0 5 1,0-3-126,0 6 342,0 0 1,0 4-83,0 4 0,0-3 237,0 7 1,0-1-469,0 3 1,-1 6 38,-3 3 1,3 2 244,-3 1 1,-1 2 12,1 2 0,-1-3 31,1 3 0,3-4 16,-3-3 0,-1 1-46,1-6 0,0 0 19,4-7 1,0-3-96,0-4 0,0-5-72,0 1 1,2-6 170,1 2 1,4-8 0,4-2-1</inkml:trace>
  <inkml:trace contextRef="#ctx0" brushRef="#br0" timeOffset="6">18102 7972 16123,'6'0'-2308,"5"-5"2713,-10 3 0,5-3-137,-2 5 1,-3-1 48,3-3 1,-1 3-118,0-3 147,-1 3 52,8 1-452,-4 0 0,4-1 208,-2-3 0,2 3-264,-2-3 1,2 3-91,1 1 0,1 0-177,-1 0 1,1-4 328,-1 0 0,4 0-274,0 4 1,2 0-78,-2 0 1,-2 1 325,2 3 0,2-1-238,-2 4 1,0-3-31,-4 4 1,1-2 29,-1 2 0,-1 2-78,-2-3 1,-2 4 11,-2 0 0,-3 4 262,3 0 0,-4 2 216,-4-2 0,2-2 185,-6 2 1,1 2 169,-5-2 0,1 0 96,-1-4 0,1 1 122,0-1 1,-1 1 117,1-1 0,-1 1-191,1-1 0,-4 0-217,-1 1 0,1-5-207,4 1 0,-4 0-102,-1 3 0,1-5-187,4-2 1,-1 1-201,1-1-160,-1 0 7,6-4-320,1 0 99,5 0 793,5-5 0,1 4-465,6-3 278,-1 3 0,5 1-106,-1 0 0,0 0 19,-4 0 1,1 0 100,-1 0 0,1 0 72,-1 0 0,4 1 39,1 3 1,-1-2-563,-4 6 0,1-2 208,-1 2 1,0 2-60,1-3 1,-6 4 220,-2 0 1,1 2 72,-1 2 1,-2-1 152,-5 5 0,-1-1 47,-8 1 0,2 2 212,-9-2 1,0 3 151,-4 1 0,-1 0 85,-2-1 1,0-2-32,-4-1 1,-1 0-189,-3 3 1,0 1-134,-1 0 1,1 0 0,0 0-1</inkml:trace>
  <inkml:trace contextRef="#ctx0" brushRef="#br0" timeOffset="7">17211 9993 10034,'7'-7'-699,"-4"-1"0,2 4 648,-1-3 0,0 3 140,-4-4 1,4 4 117,0-3-121,0 4 0,-4-3-83,0 2-18,0 3 162,0-4-37,0 5-114,0 5 0,-4 1 33,0 6 0,-5-1 35,1 0 1,2 6-99,-2 2 0,0 0 100,-8 4 0,4-3-11,-4 7 0,0 1 3,1-2 1,-6 10-13,2-2 1,-2 3 9,-2-3 0,0 0-44,0 1 0,0-5-26,1 1 0,-1-6 35,0 2 0,5-4-112,3-4 1,1 1 30,-1-5 1,6-1-318,-3-6 365,9 2 0,-8-9 0,5 4 0</inkml:trace>
  <inkml:trace contextRef="#ctx0" brushRef="#br0" timeOffset="8">16789 9890 16093,'11'0'-2643,"1"0"2088,-1 6 0,-1 0 241,-2 5 1,2 2 149,-3 2 1,4-1 153,0 5 0,4 0-43,0 4 1,6 4 1,-2-1 0,6 6-176,2-1 1,5 5-31,-2 2 0,3-1 18,1-6 1,1 2 7,-1-3 1,0-2-79,0-1 1,-4 1-2,-4-2 1,-3-2 133,-4-1 1,-2-2 46,-6 5 0,-5-2-59,-2-1 188,2-5 0,-9 3 0,1-3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10:30:04.159"/>
    </inkml:context>
    <inkml:brush xml:id="br0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18582 9628 15549,'0'6'-545,"0"-1"323,0-5-72,0 5 223,-5-3 287,3 3 153,-3-5-135,5 0-457,-5 0-80,4 0 181,-4 0-53,5 0 135,5 0 0,-4-5 157,3-3 0,2 2 183,2-2 0,2 0 167,2-3 0,-1-2-22,0-2 1,2 2 41,2-2 0,-1-1-14,5 0 0,2-4-65,5 1 0,-2-3 29,3 0 1,1-1-266,-1 0 1,-1 0-196,-3 0 1,0 2 21,0 2 0,-4-2 4,0 6 0,-4-1-17,4 0 1,-5 4 31,1-4 1,-2 4 41,-2 0 1,1 2-76,-1 3-59,1-4 1,-1 9-299,1-6 1,-5 6 96,1-2 1,-4-1 250,3 1 1,1-5-1,3 3 1</inkml:trace>
  <inkml:trace contextRef="#ctx0" brushRef="#br0" timeOffset="1">18936 9057 14604,'7'0'77,"1"0"1,-4-4 906,3 0 1,-3 0-824,4 4 1,-1-3-40,5-1 1,-1-4 68,1 4 1,0-1-214,4 1 1,-2 3-69,5-3 0,-4-1 238,4 1 1,-4 1-89,4 3 1,0-4-318,4 0 1,-1 0 89,-3 4 1,1 0-98,-5 0 0,0 1-186,-3 3 1,-5 3-262,1 4 1,-5 6 446,0 2 1,-6 3 160,-5 5 1,-6-2 427,-1 6-248,-5-1 0,2 5 0,-5-1 0</inkml:trace>
  <inkml:trace contextRef="#ctx0" brushRef="#br0" timeOffset="2">19587 9856 13809,'6'0'-841,"-1"0"690,-5 0 12,0 5 183,0-3 0,0 4-8,0-2 1,0-2-29,0 6 0,0-4-5,0 3 0,0-3-42,0 4 0,0 1 15,0 6 1,0-1-22,0 5 0,0-3 34,0 7 0,0-3-46,0 7 1,0 1-20,0-1 1,0 4 4,0 0 0,0-2 1,0 1 1,0-4-1,0 1 1,0-3 16,0-2 0,0-4-7,0-3-164,0 3 220,0-10 1,0 7 0,0-9 0</inkml:trace>
  <inkml:trace contextRef="#ctx0" brushRef="#br0" timeOffset="3">19610 9913 13268,'0'-6'52,"0"0"39,0 2-201,0 3 9,0-5-55,0 6-13,0-5 81,0 4-87,0-4-18,0 0 54,0 4 354,5-4 1,-4 3 23,3-1 1,-2 1-19,2-2 1,-1 3-201,4 1 1,1-4 91,3 1 0,1-1-86,-1 4 0,4-4 49,1 0 1,4 0-56,-1 4 1,3 0-288,0 0 1,1-3 61,0-1 1,-1 0 2,-3 4 1,1 4 101,-5 0 1,4 4-165,-4 0 1,4-2 81,-3 2 1,-1 0-133,-4 3 0,1 4 95,-1 1 1,-4 0 159,-4-1 1,-1 3 60,-2 5 1,-5 1 138,-3 3 0,-7-2 188,-4 5 0,1-3 101,-1 4 0,0-5-130,-4 5 0,0-7 211,0-1 1,2-2-152,2-6 0,-3 4-145,3-3 1,1-1-119,-1-4 0,0 1 0,-4-1 0</inkml:trace>
  <inkml:trace contextRef="#ctx0" brushRef="#br0" timeOffset="4">19541 8246 16844,'0'6'-2061,"0"-1"1843,0-5 818,0 5-652,0-3-65,0 3 149,0-5-5,0 5 1,0-3-210,0 6 483,-5 0 0,-1 3 254,-6 0 1,1 5-292,-1-1 0,0 5 236,-4-1 0,3 4-87,-6 4 1,3-3-14,-3 2 0,1 2 1,-1-1 0,-1 0 72,5-5 1,-2-2-280,2-1 0,4-5-228,-1 1 1,2-6 261,6-2-562,1-4 182,3 2 1,0-6-490,0-3 0,0 1-277,0-4-88,0 4 449,0-7 0,0 7-566,0-4-180,0 4 639,0-2 359,0 0 0,-5-1 0,-2-6 1</inkml:trace>
  <inkml:trace contextRef="#ctx0" brushRef="#br0" timeOffset="5">19176 8269 19309,'6'0'-2308,"0"0"1892,-2 0 312,-3 0 131,4 0 0,-3 0 22,2 0 0,-3 0 0,5 1-231,-2 3-659,-3-3 325,9 9 1,-5-3 31,3 4 0,2 0-72,-2 1 1,6 3-49,1 0 1,2 6-5,-2-2 1,3 2 38,4 2 0,1 4 49,0-1 0,0 1 423,0-4 0,0-4-30,-1 0 1,0-5 169,-3 1 0,-2-2-140,-6-2 100,0 1 0,1-1 0,-1 0 0</inkml:trace>
  <inkml:trace contextRef="#ctx0" brushRef="#br0" timeOffset="6">20044 8006 15189,'0'-6'-1135,"0"1"1085,0 5 388,-5 0 1,3-2-955,-2-1 0,2 1 302,-2-2 1,2 3 467,-6 1 0,4 0 37,-3 0 1,0 1 51,0 3 0,-4-2 106,4 1 1,-3 4 166,-2 0 0,0 3-117,-4 2 1,4-1 456,-4 1 0,2 0-70,-1 4 0,3 1-456,-4 6 0,0 0-45,1 0 0,-1 4-289,5-1 0,1 1-67,2-4 1,3 0-326,5-1 1,0 1-148,0 0 1,1 0-13,3 0 0,6-5-391,6-3 1,4-6 475,-1-2 1,6-4 150,2 1 1,1-3 114,-2-1 1,-1 0-88,1 0 1,2 0 81,-1 0 0,-6 0 217,-5 0 102,-4 0 1,-5 0 0,-2 0 0</inkml:trace>
  <inkml:trace contextRef="#ctx0" brushRef="#br0" timeOffset="7">18593 9913 11669,'-7'8'1474,"-1"0"1,4 0-1362,-3 8 1,-1-2-44,-4 5 0,0-4 80,-3 4 1,1 4-111,-5 3 0,0 6 12,-4-1 1,-1 2-10,-3 1 1,2 0 249,-6 0 1,4-3-312,-3-1 1,5 1 99,-2 3 1,4-6-4,4-5 1,-1-2-32,5-5 133,-1 4-599,10-7 114,1 3 274,0-10 0,4-1 0,-5-5 0</inkml:trace>
  <inkml:trace contextRef="#ctx0" brushRef="#br0" timeOffset="8">18079 9868 12515,'8'3'-865,"-1"1"0,1 5 366,3-1 0,6 3 324,2 4 1,0 3 19,4 5 1,-2 1 111,10 3 0,-4 2 60,3 5 1,-3 0-2,3 1 1,-3-1-221,3 0 0,-4-5-34,0-2 0,-2-4 176,-1-4 0,0 3-214,0-3 1,-5-3 171,-3-1 155,-7-2 0,2 3 0,-4 2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10:30:04.168"/>
    </inkml:context>
    <inkml:brush xml:id="br0">
      <inkml:brushProperty name="width" value="0.12095" units="cm"/>
      <inkml:brushProperty name="height" value="0.12095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20341 9639 7841,'-7'7'861,"2"-2"-560,5-5-408,-5 0 1,4 1 316,-3 3-44,3-3-26,1 4-148,0-5 65,-5 0-103,3 0-23,-3 0 619,5 0-630,0-5 0,5 2 151,3-4 1,2-1-50,2-3 0,0-4 95,3-1 0,-1-3-8,5 4 1,1-4 11,2 4 0,1-5-32,0 0 1,0 3-21,0-2 0,0 3-87,-1-3 0,0 5-1,-3-1 0,1 3-225,-4 0 1,-1 1 71,-4-1 173,1 1 0,-1-1 1,0 1-1</inkml:trace>
  <inkml:trace contextRef="#ctx0" brushRef="#br0" timeOffset="1">20535 9171 14676,'11'0'-1902,"-3"0"1027,-1 0 205,-4 0 490,7 0 0,-7-4 270,4 0 0,-3 1-174,4 3 0,-5 0 31,5 0 1,-4-2-87,3-2 0,1 3 55,4-3 0,-5 3-8,1 1 1,-1 0 13,5 0 1,-1-1 59,1-3 0,0 3-93,4-3 1,-4 3 55,3 1 1,-1 0 60,2 0 0,-4 0-75,4 0 34,1 0 1,-4 0 74,2 0 1,-3 1-18,-5 3 1,0-2-49,-4 6 0,-1 1 73,1 6 0,-1-2-43,-2 2 0,-2 1 40,-1 0 1,0 8-147,-4-1 1,-1 2 120,-4-2 0,1 0-173,0 0 1,-5-1 70,1 1 0,0 0 154,4 0 1,-1 0 0,1 0 0</inkml:trace>
  <inkml:trace contextRef="#ctx0" brushRef="#br1" timeOffset="2">21414 9890 8542,'-6'0'-1133,"1"0"0,3 0 653,-1 0 486,1 0 172,-3 0-149,0 0 249,4 0-197,-4 0 16,5 0 11,-5 0-11,4 0 212,-5 0-202,6-5 22,0 4-66,0-4 1,2 5-7,2 0 1,-2-4-8,6 0-28,-1 1 0,5 3-34,-1 0 0,1 0-12,-1 0 1,2 0-60,2 0 0,-2 0 96,2 0 0,-1 0-196,1 0 1,-1 0 54,5 0 1,0-4-45,4 0 1,-2-1 171,-2 1 0,3 3 0,-4-4 0</inkml:trace>
  <inkml:trace contextRef="#ctx0" brushRef="#br1" timeOffset="3">21391 10130 8451,'0'12'-2517,"0"-5"3144,0 1-135,0-6-396,0 4-22,5-6 0,2 0 59,4 0-113,1 0 0,-1 0-8,0 0 0,5 0-88,-1 0 1,0-4 131,-4 0 0,1-1-200,-1 1 0,1 3 41,-1-3-212,1-2 0,-2 3 315,-3-4 0,4 4 0,-5-2 0</inkml:trace>
  <inkml:trace contextRef="#ctx0" brushRef="#br1" timeOffset="4">21346 9913 6958,'0'7'322,"0"3"0,0-4-252,0 6 0,-2-1 102,-1 0 1,1 2-75,-2 2 1,3 3-55,1 5 0,-4 0 36,1 0 1,-3 3-19,3 1 1,1 5 34,-1-2 0,1-1-5,2 2 1,0-6-77,0 2 0,0-3 58,0-1 0,0-4-235,0 0 217,0-5 1,0 2-275,0-4 208,0-6 1,2-1-120,1-5 0,0 0 90,5 0 10,-1 0 0,5 0 20,-1 0 0,0 0-10,1 0 0,-1 4 35,1 0 1,3 0-28,0-4 1,2 0 31,-2 0 0,-1 0-8,5 0 0,-5 0 4,1 0 0,2 0-86,-2 0 1,4 0-8,-4 0 1,4 0-88,-4 0 0,1 0 83,-5 0 0,2 0-572,2 0 652,-8 0 0,9 5 0,-10 1 0</inkml:trace>
  <inkml:trace contextRef="#ctx0" brushRef="#br0" timeOffset="5">21300 8349 13060,'-6'6'2278,"0"-1"-1447,6-5-1073,0 0 1,-1 4 392,-3 0 1,3 5-261,-3-2 1,-2 3 164,-2 2 0,-3 4 59,-4 3 1,-2 4 83,-2 4 1,-2-2-231,2 6 0,-3-2 2,-1 1 1,-2 2 179,2-5 0,-2 2-69,6-6 0,1 2 32,-1-6 0,6-2-104,2-2-290,-1-8 340,11-2-13,-4-5 0,5-1-685,0-3 1,1-2-343,3-5 934,2-1 0,6-4 0,-1-2 0</inkml:trace>
  <inkml:trace contextRef="#ctx0" brushRef="#br0" timeOffset="6">20912 8371 13130,'0'-6'-2290,"0"1"2352,0 5 120,0 5 0,5-2-303,2 4 0,0 2 69,0 6 0,1-1-65,3 5 1,2 0 19,2 4 0,-2 4-109,2 0 1,3 0-134,1 0 0,-1-3 14,1 3 1,0-3 95,4-1 0,-1-5-45,1-3 0,0-2 57,0-2 298,5-5 0,1 4 0,5-3 1</inkml:trace>
  <inkml:trace contextRef="#ctx0" brushRef="#br0" timeOffset="7">21505 8132 16162,'0'6'-1805,"0"4"1,0-7 953,0 4 596,0-4-151,0 7 369,0-4 1,0 6 39,0-1 1,0 1 30,0-1 1,0 0-242,0 1 0,0 4 197,0 3 1,0 3 39,0 1 0,0 3-88,0 1 1,0 5 35,0-2 1,0-1-112,0 2 0,0-6 64,0 2 0,0-4-136,0-4 0,-1 1-47,-3-5 135,3 1 0,-5-10-59,2-2 198,3-3-94,-4-1 1,5-5 0,0-1-1</inkml:trace>
  <inkml:trace contextRef="#ctx0" brushRef="#br0" timeOffset="8">21460 8109 11965,'7'-7'-752,"1"4"305,-5-4 524,7 1 0,-4-2 25,5 1 1,-3 3-4,0-4 0,-1 6-48,5-2 1,-1 1-20,1 0 0,3 1 82,0-1 1,4 1-154,-4 2 0,6 0-10,-2 0 1,-2 5-45,2 3 1,-3 3-124,3 5 1,-4-4-10,4 4 1,-5 1-1,1 2 1,-2 2 19,-2-2 1,-3 6 65,-1-2 0,-4 4 20,1-1 1,-9 0 122,-7 4 0,0 0-81,-7 5 0,-2-5 254,-5 1 1,2-5-249,-3 5 1,-1-5 84,1 5 0,1-7 2,3-1 89,0 0 1,-5-6 0,-1 6 0</inkml:trace>
  <inkml:trace contextRef="#ctx0" brushRef="#br0" timeOffset="9">20089 9811 10761,'7'0'-1978,"-2"0"1909,0 0 1,-4 1-435,3 3 435,-3-3 1,-2 9 149,-3-2 0,2 2-33,-6 1 0,0 2-2,-3 2 1,-2-1-176,-2 5 0,1 1 63,-5 7 0,4-2 13,-4 6 0,-2-1 103,-5 5 1,2-1-14,-3 0 0,-1 2-74,1 2 1,-4-1 8,0 4 1,3-5-21,2-2 0,2-1 52,1-6 0,1-2-170,3-6 1,3-2 26,4-6 1,5-4-58,-1-4 192,5-1 0,-12 3 1,3 1-1</inkml:trace>
  <inkml:trace contextRef="#ctx0" brushRef="#br0" timeOffset="10">19632 9856 12441,'7'1'-1829,"-3"3"1238,2-2 1,-3 6 641,4-4 0,-3 5 129,4-1 1,-1 6 19,5 1 0,-1 9-90,0-1 1,2 7-1,2 1 1,3 2-176,5 1 1,0 0-155,0 1 1,-1-2 51,1-3 1,0-2 79,0-5 0,0 0-264,0-1 1,-2-4-38,-2-3 0,2-2-90,-6-1 0,0-2 439,-4-3 0,1 3 0,-1-3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10:30:04.179"/>
    </inkml:context>
    <inkml:brush xml:id="br0">
      <inkml:brushProperty name="width" value="0.12095" units="cm"/>
      <inkml:brushProperty name="height" value="0.12095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21974 9605 11072,'0'8'-3345,"0"-1"3271,0-4 129,0 2-44,0 0 31,-5-4 0,3 5-50,-1-2 67,1-2-161,2 3 1334,0-5-1054,0-5-67,5 3 6,-3-8 0,7 8-44,-6-6 0,5 4 31,-4-3 1,1 3 184,-1-4-167,2 1 1,5-5 58,1 1 0,-1-1-31,1 1 0,-1-1-12,1 1 0,0 0-4,3-1 1,-1-1 32,5-2 0,0 1-38,4-5 0,-1 5 18,-3-1 0,2-1 39,-1 0 1,1-3-23,2 4 0,-4 0-98,0 3 0,-5 5-167,1-1-209,3 1 1,-5-4 130,2 4 0,-6 2-416,-2 5 342,-4-5 0,3 3-1082,-2-1 95,-3 1 1227,4-3 1,-5-1-1,0-6 1</inkml:trace>
  <inkml:trace contextRef="#ctx0" brushRef="#br0" timeOffset="1">22328 9137 9736,'-1'6'-501,"-3"-2"1,2-2 272,-1 2-135,1-3 279,2 5 397,0-6-120,0-6-60,0 5-6,0-4 13,5 5 0,-2-4-19,5 0 0,-5 1-133,5 3 0,-4-4 120,3 0 1,-3 0-93,4 4 1,-1-4 70,5 1 0,-4-5 26,-1 4 0,1-1 7,3 1 0,2 2-65,2-6 0,-2 6-112,2-2 0,-2-1 106,-2 1 0,2 0-116,2 4 1,-6 0 84,2 0 1,-2 0-106,3 0 1,-5 0 88,1 0 0,-2 1-27,2 3 0,-3 3 151,-5 4 0,0 0-139,0 1 0,0 4-17,0 3 0,-5 3 66,-3 1 0,-2 0-236,-1-1 1,-1 5-89,1 0 0,-4-1-150,-1-3 1,1 0 222,4 0 242,-1-5 1,1 3 0,-1-3 0</inkml:trace>
  <inkml:trace contextRef="#ctx0" brushRef="#br0" timeOffset="2">22625 8120 9050,'-7'2'258,"4"1"-500,1-1 329,2 3-211,0-5 148,-5 0 0,4 1 95,-3 3 2,3-3-65,1 4-135,0-5 40,0 5-71,0-4 167,0 4 178,0-5-126,5 0 0,-2 0-9,4 0 0,-3 0 120,4 0 30,-1 0 0,5 0-149,-1 0 0,2 0 60,2 0 1,-1 0 14,5 0 0,-4 0-19,4 0 1,0 0-120,4 0 0,-4 0-107,0 0 0,0 0 68,4 0 1,-5 0-120,-3 0 0,-2 0-253,-2 0 1,1 0-161,-1 0 559,-5 0 0,4-5 0,-3-1 1</inkml:trace>
  <inkml:trace contextRef="#ctx0" brushRef="#br0" timeOffset="3">22648 8451 10420,'0'7'-1473,"0"-2"1144,0-5 247,0 5-111,0-4 46,0 4 94,0-5 185,0 5-445,0-3 350,0 3 117,0-5 25,0 5-107,0-4 0,1 4 65,3-5 85,-3 0 0,5 0-56,-2 0 71,-3 0 0,9 0-116,-2 0 0,-2 0 2,2 0 0,0 0-69,3 0 0,4 0-88,1 0 0,-1 0-99,-4 0 0,4 0 95,1 0 0,-1 0-121,-4 0 1,1 0 75,-1 0 0,1-1-585,-1-3 272,0 3 421,1-4 0,-6 0 0,-1-2 0</inkml:trace>
  <inkml:trace contextRef="#ctx0" brushRef="#br0" timeOffset="4">22579 8234 18688,'6'6'-2335,"-1"-5"0,-3 5 233,2-2 889,-3-3 914,4 4 1,-5-3 207,0 1 1,1-1-232,3 1 198,-3-1 0,4-1-590,-5 3 631,0-3 1,0 5 357,0-2-72,0-3-70,0 10 1,0-5-83,0 5 1,0-3 100,0 0 1,0-1 1,0 5 0,0-1-99,0 0 0,0 2 28,0 2 1,0-2 4,0 2 0,0 2 59,0-2 1,0 4-54,0-4 0,0 6 12,0-2 1,0-2-27,0 2 1,0 0-8,0 4 0,0-1 34,0-3 0,0 1-9,0-5 0,0 5 44,0-5 1,0 0-80,0-4 0,0 1 31,0-1 7,0 1 14,0-1-122,0 0-39,0-4 10,0-2 2,5-5 0,-2 0 150,5 0 0,-5-1 65,5-3 1,0 1-51,3-4 1,-3 4 62,-1-1 1,1-1 11,3 1 0,-3-1 13,-1 2 0,1 1-60,4-2 0,-1 3 31,0 1 0,5 0-160,-1 0 0,0 0-84,-4 0 1,5 0 2,-1 0 1,4 0-62,-4 0 0,2 1 32,-2 3 0,-2-2-359,2 1 1,1 2 59,0-1 1,-5 0 55,-3-4 1,-5 4-612,5 0-443,-5-1-136,2-3 1458,-5 0 0,5 6 0,1 0 0</inkml:trace>
  <inkml:trace contextRef="#ctx0" brushRef="#br0" timeOffset="5">21700 10016 10650,'-12'12'-21,"5"-1"-763,-1 0 0,0 2 809,-3 2 0,0-1-9,-1 5 1,-3-3-89,0 3 0,-2 0 117,2 3 0,2 5 133,-2 0 0,-1-2-92,0-6 1,2 3-102,7-3 0,-3-2-36,2 3-314,3-7 349,0 4 0,0-6 1,-2 1-1</inkml:trace>
  <inkml:trace contextRef="#ctx0" brushRef="#br1" timeOffset="6">21403 9913 8467,'0'12'0,"1"-5"0,3 1 0,-3-4-634,3 3 0,-2-3 371,2 4 1,-1-2 285,4 2 0,-3 2 59,4-2 0,-2 5-8,2 3 0,2 0-4,-3-1 0,4 3 17,0 5 0,4 4-19,1-1 1,0 5-57,-1-5 0,-1 5-12,5-4 1,-1-1 3,1-3 1,3 0-116,-3 0 1,-2-4 34,2 0 0,-1-4-300,1 4 376,-2-5 0,-1 8 0,2-5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10:30:03.431"/>
    </inkml:context>
    <inkml:brush xml:id="br0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4054 6339 8965,'0'7'-1713,"2"0"559,1-2 1852,-1-2-1028,3-3 272,-5 0-129,0 5 164,0-3-47,0 3 643,0-5-451,5 0-127,-4 0 40,4 0 1,-3 0-20,1 0 51,-1 0-74,8 0 1,-8-1 37,6-3 1,-4 2 0,3-1 0,-3 1 3,4 2 0,-4 0 3,3 0 0,1-3 7,3-1 0,-3-1 4,-1 1 0,1 3-1,3-3 0,5-1-1,-1 1 0,1-4-66,0 5 1,-4-5 12,4 4 0,1-1-6,2 1 0,2 2 4,-2-6 1,2 4-11,-2-3 1,3 3-4,1-4 1,0 4 18,-1-3 0,1 3-7,0-4 1,-4 5 2,0-5 1,0 5 97,4 0 1,-1-2-52,-3 1 0,2 0 13,-2 4 1,-1-1-29,1-3 0,0 3 2,4-3 0,0 1-6,0-1 1,-4 2 5,0-6 1,0 6 51,4-2 1,-2 1-54,-2 0 1,1 1-32,-4-1 0,3 1 26,-4 2 1,5-4 2,-1 1 0,-1-1 23,1 4 1,-4 0 4,4 0 1,-3 0-67,3 0 1,-2 0 39,2 0 1,2 0-7,-6 0 0,5-4 1,-1 0 0,-1 0 6,1 4 1,-4 0-1,4 0 0,-1 0-5,1 0 1,3 0-5,-3 0 1,-1 0 11,1 0 0,-4 0-26,4 0 0,0 0 20,4 0 0,0 0 14,-1 0 0,-1-3-18,2-1 1,-3 0 4,6 4 1,-1-4-4,-3 0 0,5-1 0,0 2 0,3 1-29,-3-2 1,1-1 1,-2 2 1,0-3-7,4 3 1,-3 0 24,3-4 0,-4 4 1,0-1 0,4-1-8,0 1 0,-2-1 4,-1 1 1,-3 3-8,-1-3 1,1 3-1,2 1 1,-2 0-8,3 0 1,-3 1-4,-1 3 1,1-3-15,3 3 0,-3 1 21,3-1 1,-3 1-17,-2-1 0,3-3 12,1 3 1,-2-3 45,3-1 1,-2 4-35,2 0 0,-3 0 2,3-4 0,-3 4 16,-1-1 1,-2 2 3,-2-1 1,3-1-15,-3 4 1,-1-3-1,1 4 0,-5-4-41,1 3 1,-1-4 37,1 1 0,-2-2-43,2 2 1,-2-3 15,-2 3 1,1-3 1,-1 3-66,0 0 1,-3 0-12,0-4 0,-5 0-221,5 0 236,-5 0-173,2 0-192,-5 0 0,0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10:30:03.432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10747 6213 8428,'0'6'-2494,"0"-1"2748,0-5-546,-5 0 240,4 0 1,-6-3 22,4-1 32,1-5 0,-3 6 0,5-4 0,-1 4-7,-3-1 2,3-2 1,-4 3 1,5-4-1,0 4 1,0-7 0,0 4 0,0-6 0</inkml:trace>
  <inkml:trace contextRef="#ctx0" brushRef="#br0" timeOffset="1">10713 6133 8377,'6'-5'-2435,"-1"4"2659,-5-4-115,0 0 6,0 3-116,5-3 1,-3 4-31,1-3 43,-1 3 0,-1-4 54,3 5-15,-3 0 1,4-2 14,-5-1 11,0 1 0,1-3 16,3 5 13,-3 0-61,4 0 0,-3 0 33,2 0 69,-3 0-98,9 0 1,-8 0 4,6 0-23,-5 0-19,7 0 1,-4 4 11,6 0 1,-5 4-1,1-5 0,-1 2-36,5-1 1,-5-1 36,1 4 1,0-4 30,3 1 1,2-2-35,2 2 0,-2-3 51,2 3 0,1 1-51,0-1 0,4 0-18,-1-4 1,-1 0 2,1 0 1,0 0-3,4 0 1,0 0 47,-1 0 1,0 0-1,-3 0 0,3 0-87,-3 0 0,2 0 54,2 0 1,-1 0-6,-3 0 0,2-1 5,-2-3 1,1 3 25,0-3 1,0 2-42,-5 2 1,4-3 0,-4-1 0,1 0-1,-5 4 1,0 0-3,1 0 1,-1 0-55,1 0 0,-5 0 60,1 0 0,-4 0-93,3 0-88,-4 0-24,2 0 58,-5 0-44,0 5 0,-1-2 82,-3 4 1,1-3-127,-4 4 1,-1-5-256,-3 5 481,-1-5 0,-4 7 0,-2-4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10:30:03.434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13876 6179 8012,'-6'0'-2122,"0"0"1981,2 0 141,3 0 0,-4 0 25,-1 0-22,5 0 23,-9 0-23,9 0-3,-4 5 0,0-4 0,-2 4 0</inkml:trace>
  <inkml:trace contextRef="#ctx0" brushRef="#br0" timeOffset="1">13819 6167 8012,'0'7'-2245,"0"3"2245,0-9 271,0 4-115,0 0 24,0-4-21,0 5 6,5-6-184,-3 0 132,3 0 2013,-5 0-2003,5 0 44,-4 0-99,9 0 0,-7 0 35,4 0-36,1 0 1,3 0 8,1 0 1,-1 0-54,1 0 0,-1 0-10,0 0 0,2 0 3,2 0 1,-2 0-15,2 0 1,2 0-27,-2 0 1,4-4 57,-4 0 0,2 0-19,-2 4 0,-2 0 6,2 0 1,-2-4 43,-2 0 0,2 1-17,2 3 1,-2 0 6,2 0 0,-2 0-28,-2 0 1,0-4-5,1 0 1,-1 0 14,1 4 0,-1 0 3,1 0 1,0 0-70,3 0 0,-4 0 48,4 0 1,-5 0-7,5 0 1,-2 0 8,-2 0 1,2 0 4,2 0 0,-1 0-7,5 0 0,-4 0 0,4 0 1,-3 0-38,3 0 1,0 0 35,4 0 1,-4 0 4,0 0 1,-2 0-7,2 0 1,3 0-8,-3 0 1,-1 0 38,1 0 0,0 0 5,4 0 1,-4 0-40,0 0 1,0 0 4,4 0 0,-2 0-50,-2 0 1,3 0 52,-3 0 1,1 0-11,-1 0 0,3 0 3,-3 0 0,-1 0 14,1 0 0,0 0-21,4 0 1,-4 0 0,0 0 1,0 0 38,3 0 0,0 0 6,-3 0 1,3 4-5,-3 0 0,-2 0-19,3-4 1,-3 0-24,2 0 0,3 0-11,-3 0 1,-1 0-4,1 0 1,-2 0 18,3 0 0,0 0-4,-5 0 1,5 0 24,-1 0 0,-1 0-1,1 0 1,-1 0-15,1 0 1,3 0-5,-3 0 1,-3 0-39,-1 0 0,2 0 43,-2 0 0,4 1-48,-4 3 1,2-3 29,-2 3 0,-2-3-6,2-1 1,-1 0 9,1 0 0,-2 0 1,2 0 1,-2 0 10,-2 0 1,1 0-16,-1 0 1,0 0-18,1 0 12,-1 0 1,1 0-3,-1 0 1,-3 0 3,-1 0 1,-3 0-2,4 0-26,-6 0 19,8 0-2,-8 0 6,3 0-1007,-5 0 853,-5 0-265,3 0 152,-3 0-805,5 0 1,0-5-1,0-1 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6T10:30:03.436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19758 6236 7986,'-6'1'-2098,"2"3"1958,3-3 140,1 4 151,0-5-137,0 5-8,0-3-2,0 3-51,0-5 35,5 0-9,-4 0 57,4 0 1,-5-2-23,0-1 9,0 1 11,0-3 1065,0 5-919,-5 0 1,4 0-21,-4 0-2,5 0 6,-5 0-28,3 0 57,-3 0 114,5 0 1,4 1-296,0 3 1,5-2-51,-2 1 0,4-1 82,0-2 1,0 0-6,1 0 1,0 3-11,4 1 1,0 0 13,3-4 0,3 0-8,-3 0 0,6 4 0,2 0 1,0-1-26,-5-3 1,1 0-1,0 0 1,0 0 5,0 0 0,0 0 12,-1 0 1,1 0-9,0 0 1,0 0 0,0 0 1,-4 0-4,0 0 1,0 0-16,4 0 1,0-1-3,-1-3 0,1 3 21,0-3 0,0 3 0,0 1 0,3-1-39,1-3 1,4 3 29,-5-3 0,2-1-10,-1 1 1,-2-1 25,6 1 0,-5 3 2,5-3 1,-5 2-18,5-2 0,-5 2-4,5-1 1,-4 1-7,3 2 1,-1-3 2,2-1 1,2 0-31,-3 4 1,-1-4 33,2 0 1,-5 1-35,5 3 0,-2-4 24,1 0 0,0 0 31,-4 4 1,0 0-7,4 0 1,-3 0 6,3 0 1,-4 0-23,0 0 0,2 0 5,-1 0 1,3 0-32,-3 0 0,0 0 31,-5 0 1,0 0-39,-3 0 0,3 0 32,-3 0 1,1 0 5,-1 0 0,1-4 0,-4 0 1,4 1 5,-1 3 1,-1-4-18,1 0 1,-2 0 8,2 4 0,2-4-23,-6 1 1,4-1 16,-4 4 0,2 0-32,-2 0 0,-2 0 29,2 0 1,-6 0-73,-2 0 0,-3 0-31,4 0-13,-6 0 27,9 0-17,-10 0-65,4 0-1423,-5 0 784,-5 0-63,4 0 868,-5 0 0,1 0 0,-1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40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18868 2746 6258,'0'10'-201,"7"-2"164,-5-8 68,6 0-29,-8 0 0,0 2-2,0 3-27,0-3 54,0 6 3,0-8 59,0 0-68,8 0 66,-6 0-52,5 0-20,-7 0 3,0 0-2,8 0 5,-6 0-3,6 0-13,-1 0 1,-5-2 3,4-4-38,4 4 45,-8-5-19,13 7 1,-11 0 23,8 0-2,-9 0-9,13 0 1,-14 0 10,13 0 0,-11 0 4,8 0 0,-6 0 65,5 0-59,-7 0 37,11 0-53,-5 0 0,2 0 1,-1 0 1,-5 0-4,6 0 1,-7 0-2,7 0 1,-6 0 4,5 0 1,-5 0-3,6 0 0,-6 0 17,5 0 0,-5-2-16,5-4 1,-5 4-56,6-4 70,-1 4-37,7 2-2,-1 0-7,1 0 3,-1 0-7,0 0 59,1 0-39,-1 0 77,0 0-60,1 0 5,-1 0 26,1 0 4,-1 0-19,0 0 0,1 0 1,-1 0 1,-5 0-15,-1 0 0,-5 0 0,6 0 1,-1 0-45,7 0 0,-7 0 44,1 0 1,-1 0-1,7 0 0,-1 0-8,0 0 1,3 0-7,3 0 0,-4 0-24,4 0 1,-1-2 5,1-3 1,-4 3 76,4-4 1,4 4-52,2 2 1,-4 0-32,-2 0 1,3-2 15,-3-4 0,6 4-5,-6-4 0,6 4 19,-6 2 1,6 0-3,-6 0 1,8 0 27,-2 0 0,-4 0 10,-2 0 1,2 0-20,-2 0 0,6 0-10,-5 0 0,4 0-39,-4 0 1,1 0 39,-2 0 1,-2 0-6,8 0 0,-8 0 4,3 0 0,-3 0-3,2 0 0,-2 0-6,8 0 0,-8 0 9,2 0 1,-1 0-18,1 0 1,-2 0 11,8 0 1,-8 6-26,2 0 1,-3 0 9,-3-6 1,6 0-7,0 0 1,3 0 7,-3 0 0,-4 0-4,4 0 1,2 0 2,-2 0 0,1 0-2,-7 0 0,2 0-5,4 0 0,-3 0 6,3 0 1,-4 0-6,-1 0 1,5 0 13,0 0 0,0 0 0,-6 0 0,3 0 4,3 0 1,-4 0 2,4 0 1,-3 0 8,-3 0 0,0 0 6,1 0 0,-1 0-5,1 0 1,5 0-10,0 0 1,0 0-5,-6 0 1,1 0-8,-1 0 0,6 0-5,1 0 0,1 0 4,-2 0 1,-2 0-2,8 0 1,-6 0-3,6 0 1,-6 0-2,6 0 0,-6 0 14,6 0 1,-5 0-10,4 0 1,-4 0 4,5 0 0,-6 2-8,6 4 0,-2-4-1,2 3 0,2-3 4,-8-2 0,6 0 1,-6 0 0,8 0 5,-2 0 0,-2 0 0,2 0 0,-6 0 41,6 0 0,-6 0-41,6 0 0,-6 0-16,6 0 0,-6 0-13,6 0 0,-8 0-25,3 0 1,-5 8 1,-2-6-107,1 4 0,-7-4 2,1-2-45,-8 0-291,3 0 204,-7 0 47,0 0 1,-7 0 15,-5 0 1,2 0-323,-1 0 535,-1 0 0,-13-8 0,-2-2 0</inkml:trace>
  <inkml:trace contextRef="#ctx0" brushRef="#br0" timeOffset="1">18937 2868 8052,'0'-10'-2294,"0"3"2294,0 7 0,-8 0 0,6 0 0,-5 0 20,7 0-18,0-8-4,0 6 21,0-6 1,0 8 768,0 0-753,0 8 0,0-4-1,0 7 0,0-5 2,0 6 0,0-6-9,0 5 0,-2-5 3,-4 5 0,4 1-32,-4 5 1,4-5 31,2 0 1,0-1-26,0 7 1,0-1 29,0 0 1,0 1 2,0-1 1,0 1-21,0-1 1,0 0 1,0 1 0,0-1 12,0 0 1,0 1 30,0-1-85,0 1 1,0-1 46,0 0 1,0 1-41,0-1 0,0-5 35,0-1-11,0 1 1,0 5 24,0 1-18,0-1 1,0 0-9,0 1 0,-2-3 5,-3-3 1,3 3-4,-4-3 1,4-3 4,2 3 0,0 0 4,0 5 1,0-5-22,0-1 1,0 1 0,0 5-2,0 1 1,0-7-4,0 1 0,0-6 3,0 5 0,0-5 7,0 6 0,0-7-27,0 7 22,0-8 21,0 11 32,0-13 11,0 14-27,0-14-14,0 13 0,0-11-14,0 7 25,0-7-68,0 12 62,0-7-70,0 1 38,0 5 1,0-11-10,0 8 8,0-8 3,0 11 1,0-11 2,0 8 0,0-8 0,0 5 0,0-3 0,0-4 0,0 6-4,0-1 2,0-5 0,0 8 1,0-4 0,0-4 84,0 5-78,0-7-2,0 0-10,8 0 6,-6 0 9,5 0-6,-7 0 23,0 8-24,0-6 0,0 6 0,0-6-1,0 4-1,8-5-4,-6 7 5,6-8 1,-8 2-3,0 4-2,0-4 4,0 6 0,7-1 0,-5-5 0,6 8 36,-8-4-17,0-4 1,0 7 8,0-3 5,0-4-31,0 6 0,2-2 23,4-1-46,-4 1 52,5-6-4,-7 8-6,0-6 0,0 5 14,0 1-14,0-6 43,0 6-32,0 0-24,0-6 0,0 7 0,0-3-5,0-4-8,0 6-4,0-8-18,0 7 32,0-5-22,0 6 26,0-8-5,0 0 0,6 2 31,0 4 9,0-4-19,-6 5 5,0-7-36,0 0 25,8 0-19,-7 0 5,15 0-26,-14 0 16,13 0 1,-11 0-1,8 0 1,-6 0 1,5 0 1,-5 0 1,5 0 0,-5 0 0,6 0 1,-8 0 60,11 0-56,-5 0 60,7 0 23,1 0-38,-1 0 1,0 0-17,1 0 0,-7 0 5,1 0 0,-6 0-50,5 0 0,-5 0 37,6 0 1,-7 0-85,7 0 69,0 0-6,5 0 30,0 0-2,1 0-21,-1 0 1,0 0 7,1 0 0,-7 0 15,1 0 0,-6 0-19,5 0 0,-5 0 29,6 0-8,-1 0-58,7 8 45,-1-6-16,0 6 1,1-8 2,-1 0-2,-7 0-1,5 0 6,-5 0 99,7 0-80,1 0 0,-7 0 9,1 0 1,-6 0-12,5 0 6,-7 7-12,11-5-13,-5 6-7,8-8 1,-7 0 11,1 0 0,-7 0-19,7 0 1,-6 0 11,5 0 0,-5 0 2,6 0 0,-6 0-5,5 0 1,-1 2 4,1 4-12,5-4 0,-12 6-8,7-8-18,1 0 31,5 0 39,1 0-12,-1 0 8,0 0-28,1 0 3,-1-8-3,0 6 2,1-6-30,-1 8 24,1 0 0,-3-2-35,-3-4 25,3 4-7,-5-5 9,7 7-1,0 0 10,1 0 1,-1 0 151,1 0-142,-1 0 2,0 0 1,1 0-20,-1 0 0,-5 0 1,-1 0 1,-5 0-4,6 0-4,-1 0 0,7 0-6,-1 0 1,0 0-9,1 0 1,-7 0-57,1 0 1,-1 0 62,7 0 1,-1 0-9,1 0 0,-1 0 3,0 0 1,1 0 28,-1 0 0,0 0 4,1 0 0,-1 0 6,1 0 0,5 0-11,0 0 0,0 0-7,-6 0 0,1-2 4,-1-4 1,1 4-7,-1-4 0,0 4-2,1 2 1,5 0-6,0 0 0,0 0-2,-5 0 1,-1 0 3,0 0 1,6 0-3,1 0 1,-1 0 2,-6 0 1,6 0 0,0 0 0,1 0 1,-7 0 0,0 0-2,1 0 0,5 0 3,0 0 0,0 0-1,-5 0 0,-1 0 0,0 0 0,7 0 24,-1 0 0,0 0 2,-6 0 1,1 0-26,-1 0 0,2 0 1,4 0 1,-3 0 0,3 0 1,-4 0 5,-1 0 0,-1 0-1,0 0 0,1 0-9,-1 0 1,2 0-2,5 0 0,-5 0 11,4 0 0,-4 0 0,-1 0 0,1-5 2,4-1 0,-4 0 1,5 6 1,-3 0-9,2 0 0,-4 0 4,5 0 0,1-6-16,-2 0 1,0 1 17,-6 5 1,3 0 16,3 0 1,-4 0-18,4 0 0,2-6 1,-1 0 0,-1 0-5,-6 6 0,6 0 0,0 0 0,6-2-7,-6-3 0,1 3 13,-7-4 0,6 4-9,0 2 1,2 0-5,-1 0 1,-5-6-5,4 0 1,2 0 7,-2 6 0,1-1-1,-7-5 1,6 4 20,0-4 0,6 4 3,-6 2 0,1 0 23,-7 0 0,2 0-35,4 0 0,-3 0 8,3 0 0,2 0-19,-2 0 0,0 0-3,-5 0 0,1 0-6,4 0 1,-4 0-7,5 0 1,-5 0 3,-2 0 0,1 0-5,-1 0 0,0 0 2,1 0 0,-1 0 6,0 0 2,1 0 0,-1 0 2,1 0 1,-7 0 0,1 0 0,-1 0 0,7 0 0,-7 0 0,1 0 0,-6 0-1,5 0 0,-7 0 0,12 0 0,-13 2 0,9 4-86,-8-4-77,4 5-255,-8-7-439,0 0 524,-8 0 0,4 0-212,-8 0 1,1 2 545,-7 4 0,-7-4 0,-2 6 0</inkml:trace>
  <inkml:trace contextRef="#ctx0" brushRef="#br0" timeOffset="2">18086 2572 8082,'0'10'-1368,"0"6"986,0-15 334,0 15 85,0-14 32,7 13-4,-5-13-73,6 14 18,-8-7-19,0 9 1,6-1 18,0 0 0,0-5-11,-6 0 1,0-1 17,0 7 1,1-7-1,5 1 1,-4-1 46,4 7 0,-4-7-48,-2 1 1,2-2 75,4 1 11,-4 5-45,13-7 1,-11 3-19,7-1 1,-5-7-4,6 2 0,-6-4-47,5-2 1,-5 0 80,6 0-164,-1 0 0,7-8 69,-1-3 1,0 1-87,1-1 1,-1 1-11,0-2 1,1-1-100,-1 7 1,2-8 157,5 3 1,-5 3 60,4 2 0,4-3 0,0-1 0</inkml:trace>
  <inkml:trace contextRef="#ctx0" brushRef="#br0" timeOffset="3">21109 2764 8078,'0'11'-2183,"0"1"2037,0-8 206,0 11 0,0-11 13,0 8 1,0-7 127,0 7-138,0-8 134,0 11-156,0-5 1,0 7 8,0 1 0,0-1 2,0 0 1,0 1-3,0-1 1,0 8-12,0 4 0,0 4-3,0 2 1,0 5-66,0 1 0,0 13 46,0-2 0,0 14-74,0 3 1,-6 1-72,0 5 0,-5-3 0,5-3 0,-2-1 58,2-4 0,4-7-157,-3-10 1,3-7 174,2-11 52,7-4 0,3-15 0,7-2 0</inkml:trace>
  <inkml:trace contextRef="#ctx0" brushRef="#br0" timeOffset="4">22603 2816 6198,'8'-10'-7,"-6"2"16,5 8 29,-7 0 162,0 0-98,8 0-50,-6 0 1,6 8 42,-8 4 0,2 5-53,3 6 1,-3 4 26,4 8 0,-4 8 2,-2 3 1,6 6-4,0 6 0,-1 4-40,-5 7 0,0 1 5,0-1 0,0 7-210,0-1 1,0 6-11,0-6 1,0-5-25,0-6 1,0-3 29,0 3 1,-5-12 180,-1-11 0,0-4 0,-2-3 0,-1 1 0</inkml:trace>
  <inkml:trace contextRef="#ctx0" brushRef="#br0" timeOffset="5">22012 2294 7521,'0'10'-1388,"0"-2"1305,0-8 48,0 0 9,0-8 0,0 4-19,0-7 0,0 5 45,0-6 0,8 8 0,2-3 0</inkml:trace>
  <inkml:trace contextRef="#ctx0" brushRef="#br0" timeOffset="6">22203 2503 8115,'10'0'-501,"-2"0"1,-6 2 101,3 4 452,-3-4 12,6 5-19,-8-7-37,0 8 1,0-4 41,0 7 1,0-5-92,0 6 1,0-6 83,0 5 0,0 1-103,0 5 0,0-5-100,0-1-83,0 1 1,0 5 241,0 1 0,0-1 0,0 0 0</inkml:trace>
  <inkml:trace contextRef="#ctx0" brushRef="#br0" timeOffset="7">22360 2590 6987,'-10'8'-833,"-5"-7"830,13 7 9,-14-8 1,14-8 4,-4-3 1,5 1 30,1-1 0,1 1 7,5-2 1,-2-3 139,8 3-176,-8-3 1,11-1 8,-3 5 1,-3 1-5,3 4 0,-6 5 26,5-5-28,1 4 0,5 2-6,1 0 0,-7 0 19,1 0 3,-1 0 22,7 0 0,-1 0-34,0 0 1,-5 8-40,0 3 1,-7 5-27,7 1 20,-8 0 1,9 6-42,-7 1 1,0-1-241,-6-6 306,0 1 0,8-1 0,1 0 0</inkml:trace>
  <inkml:trace contextRef="#ctx0" brushRef="#br0" timeOffset="8">22811 2468 8111,'-9'8'0,"-1"-6"-118,4 4 0,2 3-40,-7 3 1,5-2 145,-6 1 1,9-5-40,-3 5 1,-2 1-60,2 5 0,0 1 126,6-1-98,0 1 0,0-1 88,0 0 1,0-5-113,0 0 1,2-9 82,4 3 0,-2-4-127,8-2 0,-7 0 116,7 0 0,-6-6-14,5 1 0,-1-11 34,2-1 0,1-1-1,-7-5 0,6-2 121,-7 2 0,3-8-75,-2 2 1,-4 2 93,4-2 0,1 2-15,-1-2 0,0-4-22,-6 4 0,0-4-22,0-1 0,0 1 6,0 4 0,0 2 33,0 4-9,0 3-228,0-5 170,0 15 1,-2 3-187,-4 7 0,4 2 116,-4 3 0,4 5 44,2 8 0,0 1 52,0 4 1,0-2 2,0 8 1,0 0-42,0 6 0,0 2-9,0 3 0,0-3 25,0 3 0,0-3 2,0-2 1,0 0-233,0-1 0,2-5 21,4 0 1,-4-7-126,4 1 0,2-4-62,-3-2 354,9-7 0,-4-2 0,7-8 0,0 0 0</inkml:trace>
  <inkml:trace contextRef="#ctx0" brushRef="#br0" timeOffset="9">23211 2538 8111,'10'0'-373,"-3"7"-64,-7-5 67,0 6 342,0-8 136,0 0-108,8-8 1,-6 4-17,4-7 0,-4 5 19,-2-5 1,0 5 26,0-6 5,0 1 74,0-7-79,-8 1 54,6-1-75,-13 9 1,11-5 17,-8 8-24,8 1 0,-9 7 9,7 3 2,-8 5 1,13 9-1,-5 5 0,-2-5 3,2 4 1,0-2-9,6 2 1,0-1-14,0 7 1,0-6-29,0 6 1,0-8-8,0 2 0,2-4-8,4-1 0,-2-1-118,8 1 1,-1-9-3,7-3 1,-7-4 69,1-2 0,-1 0-57,7 0 0,-1-8 11,0-3 143,-7-5 0,13-1 0,-3-1 0</inkml:trace>
  <inkml:trace contextRef="#ctx0" brushRef="#br0" timeOffset="10">23645 2294 8061,'0'18'0,"-2"-1"-71,-3 0 0,1 7-33,-8-1 0,6 0 103,-5-6 0,5 7-191,-6-1 1,7 6-2,-7-6 0,6 6 126,-5-6 1,5 6-203,-6-6 1,6 0 268,-5-5 0,-1-1 0,-5 0 0</inkml:trace>
  <inkml:trace contextRef="#ctx0" brushRef="#br0" timeOffset="11">23472 2260 7755,'9'7'-707,"-1"3"871,-8 7 0,8 1-24,3-1 0,-1 8-234,1 4 1,3 4 18,9 2 1,-4 0-91,5-1 0,1 1 122,-2 0 1,6-2-105,-6-4 1,2-4 71,-2-8 0,-3 4-308,3-3 383,-4 3 0,-2-11 0,1 7 0</inkml:trace>
  <inkml:trace contextRef="#ctx0" brushRef="#br0" timeOffset="12">20935 4832 6614,'8'-10'-766,"-6"3"1009,5 7-217,-7 0-101,0 0 36,8 0 35,-6 0-5,6 0 5,-8 0 501,0 0-397,7 0 14,-5 0 40,6 0 14,-8 7-133,8 3 1,-4 7 19,7 1 0,-5-7-24,6 1 1,-7 1 14,7 11 1,-6-5 1,5 4 1,-5-4-30,6-1 1,-3-1-8,3 1 0,2-1-26,-9 0-19,9-7 18,-4 5 1,5-15 33,-3 0 0,-3-1-109,-3-11 1,-4-5 42,4-7 1,-2-5-108,1 6-1,-3-8 69,4 2 0,2 2-148,-2-2 1,1 6 102,-1-6 1,-2 6-108,8-6 238,-9 8 0,13-12 0,-7 6 0</inkml:trace>
  <inkml:trace contextRef="#ctx0" brushRef="#br0" timeOffset="13">21491 4815 7983,'17'0'-280,"1"0"-306,-9 0 304,-1 0 20,0 0 316,-6 0 1,5-2 63,-7-4-11,0 4-23,0-6-60,0 8 1,6-2 9,0-3 0,2 1-75,-2-8 0,-3 6 41,9-5 1,-6-1-17,5-5 0,-5-3 19,6-3 0,-6 2-8,5-8 1,-1 0 5,1-6 1,5 6-2,-5 0 1,-1 2-12,2-2 1,-7-2 15,7 8 0,-6 0-135,5 6 1,-7 5-123,2 1-239,4 7 491,-8-4 0,5 8 0,-7 0 0</inkml:trace>
  <inkml:trace contextRef="#ctx0" brushRef="#br0" timeOffset="14">21543 4415 8154,'12'0'-411,"-1"0"14,-7 0 0,6 0 162,-4 0 92,-5 0 319,7 0 12,0-8-102,-6 6 1,8-11-19,-5 7 1,-1 0-76,8 6 1,-6-6 21,5 1 0,-5-3-17,6 2 1,-1 2-6,6-7 1,1 5-18,-1-6-39,1 8 0,-1-9 79,0 7 0,1 0-35,-1 6 0,0 0 22,1 0-27,-1 8 0,1 7-49,-1 9 1,-5 5-363,-1-6 435,-7 8 0,11 3 0,-5 11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41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21439 3007 5853,'10'0'147,"-3"0"-52,-7 0 18,0 0-74,0 8-5,0-6 4,0 5 11,0 1-1,0 2-30,0 7 1,0 1-1,0-1 1,0-6 27,0 1 0,0 0-2,0 5-43,0 0 1,0 1-4,0-1 0,0-5-2,0-1 0,0-5 0,0 6 1,0-6-15,0 5 9,0-7-11,0 4-11,0-8 5,0 0 20,0-8 0,0 4-7,0-7 6,0-1 1,0-5-7,0-1 4,0 1 0,0-1 3,0 1 1,2 2 6,4 3 0,-2-3-7,7 3 1,-7 2 11,2-1 1,2-1-7,-2-5 1,5 5 1,-5 1 1,6 5 0,-7-6 1,9 1-2,-5-7 1,9 3-2,-1 3-1,-7-3 0,5 13 97,-5-6 1,2 8-12,-1 0-35,-7 0 0,10 8-23,-9 3 1,1 5-4,-6 1 1,2 1-4,4-1 1,-4 0 42,4 1-70,-5-1 0,-1 1 28,0-1 0,0-6-107,0 1 57,0-8 6,0 4-61,-7-8 32,5 0 0,-6-2 39,8-4 0,0 2 1,0-8 0,0 1-32,0-6 1,0 5 22,0 0 0,2 1 12,4-7 0,-2 1 6,7 0 1,-5 5 8,6 0-1,-1 1 0,7-5-2,-1 5 0,-5 3-12,-1 8 0,1-6 5,5 0 1,-5 1 56,-1 5 1,-5 2-2,6 3-27,-1 5 1,5 7-26,-5 1 0,3-1-2,-8 1 0,5 1-45,-5 4 0,2-4-10,-3 5 1,-3-5-166,4-2 1,-4 1 219,-2-1 0,8 0 0,1 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41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22099 3598 5745,'17'0'0</inkml:trace>
  <inkml:trace contextRef="#ctx0" brushRef="#br0" timeOffset="1">22064 3511 6042,'-9'0'132,"1"0"-135,8 0 66,0 0-12,0 8-20,0-6 1,2 7 78,4-3-50,-4-4 1,11 14 36,-7-5 1,5-1-59,-5 1 0,8 1-61,-3 5 0,-1 1 40,2-1 1,-3 0-2,3 1 1,3-1-34,-3 1 1,-3-1-13,3 0 1,-6 8 101,5 4 1,-5 4 7,6 2 1,-8 2-104,1 3 1,3-3 44,-2 4 1,2-5-143,-2-1 0,-5-6 38,5 0 1,2-8 33,-2 2 0,0 2-47,-6-1 0,0 5-150,0-6 1,0 6 242,0-6 0,0 8 0,0-4 0,0 8 0</inkml:trace>
  <inkml:trace contextRef="#ctx0" brushRef="#br0" timeOffset="2">22203 4397 8126,'10'0'-832,"5"0"0,-13 2 564,4 4 283,-4-4 48,6 14-12,-6-14 27,5 13-6,1-5-67,-6 7 1,8-5 1,-4-1-42,-5-7 0,9 6 77,-4-4-90,-4-5 56,13 7 0,-11-8-119,8 0 45,-8-8 0,9 5-88,-7-9 129,7 8 25,-3-11 0,7-3 0,1-9 0</inkml:trace>
  <inkml:trace contextRef="#ctx0" brushRef="#br0" timeOffset="3">22238 4797 8036,'12'0'0,"-1"0"0,-7 2-370,2 4-8,-4-4 1,4 8 265,-1-5 0,1-1 18,-6 8 0,0-6 174,0 5-46,0 1 0,0 5-50,0 1 0,0-1 92,0 0-36,0 1 0,0-1-44,0 0 1,0 1 37,0-1-37,0 1-21,0-1 5,0 0 50,0-7-117,0-2 92,0-8 0,0-2-70,0-4 54,0-4 0,0-13-4,0 0 1,0 0-7,0 5 1,0-1-3,0-4 0,0 4 33,0-5 0,0 5-24,0 2 1,6-6 44,0-1 1,5 1-32,-5 6 26,8 0 1,-11-1-22,9 1 0,-6 7 2,5 4 1,-5 4 44,6 2 0,-6 0 2,5 0 1,-7 2 84,2 4 1,2 4-107,-3 7 0,7 2 52,-6 5 0,1-5-67,-1 4 0,-4-4 27,4-1-25,-4 7 1,0-6-2,4 4 0,-4-9-49,3-3-258,-3-7 170,-2 4 0,0-10 65,0-4 1,0-3-27,0-9 0,0-1 27,0-4 1,0 2 17,0-8 1,6 7 15,0-1 0,2 2 1,-3-2 0,-1 3 24,8-3 1,-6 10 16,5 1 1,-5 6 218,6-5-247,-1 7 0,7-4 87,-1 8 0,-6 6-58,1 0 0,0 7-32,5-1 1,-5 9-28,-1 2 1,-5 2-4,6-1 0,-7-3-72,7 8 1,-8-8 107,2 2 0,-5 4 0,-1 0 0</inkml:trace>
  <inkml:trace contextRef="#ctx0" brushRef="#br0" timeOffset="4">21873 3007 5995,'0'-10'308,"0"3"-253,0 7 277,0 0-281,-8 0-81,7 0 0,-9 0 37,4 0 0,4 2-25,-4 3 0,-3-1-32,-3 8 0,-3 5-9,-3 6 1,-1 10-16,-4 2 0,-4 7-235,-8 11 309,0-1 0,-7 0 0,-3 0 0</inkml:trace>
  <inkml:trace contextRef="#ctx0" brushRef="#br0" timeOffset="5">21439 3024 8022,'17'0'-1527,"-5"0"1362,-1 0 1,-5 0 128,6 0 1,-8 2 227,1 4 1,5-2-59,2 8 0,-3-7 53,3 7 0,-1 0-184,7 5 1,1-4-7,4 5 1,-1-5-121,6 10 1,0-3 99,0-3 1,3 1-167,-7-1 189,6 0 0,-3 8 0,8 2 0</inkml:trace>
  <inkml:trace contextRef="#ctx0" brushRef="#br0" timeOffset="6">21387 3650 8070,'7'-10'-391,"-5"3"1,8 7 53,-4 0 84,-4-8 296,5 6-23,-7-6 0,2 14 81,4 0 0,-4 2-66,4-3 0,-2-1 4,2 8 0,-4-1-24,3 7 0,3-7-1,-2 1 0,5 0 8,-5 5 0,6 2-7,-6 4 1,5-3-8,-5 3 1,6-10-7,-7-1 1,7 0-48,-6 5 1,5-5 61,-5-1-115,8-7 59,-5 4 1,7-10-6,-5-4 0,3-9 20,-8-9 0,7-6-8,-1 1 1,-3-4 19,3-2 1,-1 6-4,7 0 0,-7 0-48,1-6 1,0 8 40,5 4 0,0 2-230,1-2 1,-1 3 251,0-3 0,1 4 0,-1 2 0</inkml:trace>
  <inkml:trace contextRef="#ctx0" brushRef="#br0" timeOffset="7">21387 4571 7927,'0'10'-35,"0"5"0,-2-7 23,-4 4 48,4 3 1,-11-5-276,7 7 1,-2-1 113,2-5 1,2 5 155,-7-5 0,5 11-62,-6 1 1,7 0 13,-7-6 0,2 6-7,-1 1 0,-5 7-91,5-3 1,-5 7-69,-1 6 1,-2-5 95,-4 5 0,3 0-137,-3-7 1,4 3 223,1-14 0,1 0 0,0-5 0,-1-1 0</inkml:trace>
  <inkml:trace contextRef="#ctx0" brushRef="#br0" timeOffset="8">21005 4676 7947,'9'0'128,"7"0"1,-9 2-71,5 3 1,1 5-233,-7 7 1,8 3 149,-3 3 1,11-2-67,1 8 1,8 2-50,-2 10 1,3-5 154,3 5 0,0-5-296,0-1 1,-6-2 49,0-4 1,-1 2 229,7-8 0,-8 0 0,-2-5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425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2250 7058 6897,'0'6'-388,"0"0"450,0-6 28,0 5 2,0-4-5,0 4 609,0-5-670,0 5-2,0-4-9,0 4 30,0-5 19,0 5-33,0-3 17,0 3 0,0-4 30,0 3 10,0-3-52,0 4-16,-5 0 0,4-2-8,-3 4 41,2-4-59,2 7 0,-1-7 48,-3 4-106,3-4 129,-4 7-38,0-4 1,4 2 42,-3 0 0,-1-5 12,1 5 0,0-4 66,4 3 0,-4-3-104,1 4 1,-1-4 83,4 3 3,-5 1-183,3 3 0,-4-1 56,2-2-25,3 2 1,-4-3 39,5 4 0,-4-3 16,0-1 64,1 1 1,3 3-79,0 1 0,-2-5 59,-2 1 0,3-1-37,-3 5 1,3-5-1,1 1 0,-1-2 12,-3 2 0,3 2 30,-3-2-51,3 2 1,1 1-2,0 1 0,0-5-36,0 1 1,-4 0 33,0 3 0,0-3-34,4-1 1,0 1 30,0 3 0,0-3 14,0 0 1,-1-1 66,-3 5-51,3-1 0,-4 0-25,5 1 1,0-1 7,0 1 0,-1-1-45,-3 1 0,3 0 40,-3 3 1,2-2-23,2 2 1,0-2 5,0-1 0,0-1-5,0 0 1,-1 1 11,-3-1 1,3 2-1,-3 2 1,3-2 10,1 2 0,0-2 8,0-2 1,0 1-27,0-1 1,0 0 10,0 1 1,0-1-11,0 1 0,0-1 15,0 1 0,0-1 0,0 0 1,0 1 12,0-1 1,0 4-2,0 1 1,0 0-7,0-1 0,0-1 8,0 5 0,0-3-9,0 3 0,0-4 9,0 4 1,0-4-114,0 4-1,0-1 91,0 1 0,0 1 0,0-5 1,-1 6 5,-3-2 1,3-1 2,-3 1 1,3 0 19,1 3 1,0 1 5,0 0 0,0 4 101,0-1 1,0 1-110,0-4 1,0 5 68,0 2 0,0-2-101,0-1 0,0 1 0,0-2 0,0 2 16,0-1 0,0-3-8,0 3 0,0-3-41,0-1 0,0 0-21,0-1 0,0-4-63,0-3 1,0 2 101,0-2 0,3 0-64,1-3 0,0 3 48,-4 0 1,0 0 28,0-3 0,0 3 4,0 0 0,0 4 3,0-3 0,0 4 4,0-1 1,0 3 9,0 0 1,4 0-19,0-3 0,-1 3 1,-3-3 1,0-2-42,0 2 0,0-3 15,0 3 1,4-5-7,0 1 0,0 1 25,-4 0 1,1 0-8,3-1 1,-3-1 43,3 5 1,-3 0 7,-1 4 1,4-4-59,0 0 1,0 0 22,-4 4 0,0 0-44,0 0 0,4-4 40,-1 0 0,1-5-35,-4 1 0,0 2 31,0-2 0,4 0-9,0-4 0,0 1 37,-4-1 0,0 2 14,0 2 1,0-2-36,0 2 1,3-2 9,1-2 1,0 1-64,-4-1 1,1 0 23,3 1 1,-3-1-6,3 1 0,1-1 3,-1 1 1,1 3-13,-1 0 1,-3 0-25,3-3 1,-2 3-5,2 0 0,-2 0-135,1-3 138,-1-1-123,-2 1 119,0-1-13,0-5-29,0 5-1,0-10-88,0 4-1230,0-5 0,0-5 1,0-2-1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42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22672 2833 11780,'10'-8'1025,"-2"7"0,-6-7-679,3 8-850,-3 0 892,6-8 0,-6 6 298,4-4-160,-4 4-138,5 2-383,-7 0 0,2-5-80,4-1 502,-4 0-153,6 6 0,-6 0-961,4 0-93,-4 0-1,5 0 42,1 0 754,-6 0-190,13 0 1,-11 0-614,8 0 250,-8 0 558,11 0-3,-5 0 1,7 0 99,0-8 1,1 6-26,-1-3 1,-5 3-47,-1 2 1,-5 0-58,6 0 0,-1 0 9,7 0 0,-7 0 0,1 0 0,-1 0 21,7 0 1,-7-6 487,1 0-368,0 0 1,5 6-318,0 0 139,1 0 1,-1-2 159,0-3 1,-5 3 58,0-4-19,-1 4 1,7 2-167,-1 0-224,0 0 1,1 0-239,-1 0 469,0 0 0,1 0 0,-1 0 1,1 0-114,-1 0 0,0 0 30,1 0 1,-1 0-86,0 0 0,1-2 275,-1-4 1,1 4-2,-1-4 1,0 4-82,1 2 0,-1 0-29,0 0 1,3 0 0,3 0 0,-4-1 91,4-5 0,-1 4-4,1-4 1,-4-2 67,4 3 1,2-1-205,-2 6 1,6-6 49,-5 0 0,1 0 32,-2 6 0,-2-2 44,8-3 1,-8 3 9,2-4 1,-1 4-168,1 2 1,-4 0-121,4 0-5,-3 0 1,-3 0 137,0 0 0,-5 0-302,0 0 30,-9 0-63,5 0 511,0 0 1,-6-8 0,5-1 0</inkml:trace>
  <inkml:trace contextRef="#ctx0" brushRef="#br0" timeOffset="1">22916 4032 12165,'9'0'-100,"-1"0"0,-6 0 100,4 0 0,-4 0 23,5 0 3,1 0-25,-6 0 1,6 0 38,-1 0-36,-5 0 1,8 0 174,-4 0-116,-4 0 10,5 0-66,-7 0 1,2 0 15,4 0 10,-4 0-24,6 0 1,-6 0 70,4 0-61,-5 0 0,9 0 27,-4 0-37,-4 0 0,11 2-201,-7 4 0,2-4-79,-2 4 0,-2-4-221,7-2 521,1 0 1,5 2-121,0 4 1,1-4-4,-1 3 1,-3-3 72,3-2 1,-3 2-89,9 4 1,-2-4 229,2 4 1,-2-4 149,8-2 0,-5 0-30,4 0 0,-4 0-251,5 0 0,-6 0 114,6 0 0,-6 0-3,6 0 0,-8 0-82,2 0 0,-2 0 93,3 0 1,-11 0-29,5 0 0,-5 0-66,4 0 1,1 0-23,-1 0 33,1 0 1,-1 0 2,0 0 0,-5 0 30,-1 0-52,1 0 1,5 5-196,1 1 0,-7 2-418,1-2 73,0-4 243,5 13 0,0-7 14,1 3 0,-7 5-35,1-5 1,-6-1 8,5 2 1,-5-8-23,6 1 1,-7 3 87,7-2 1,-8 2 168,2-3 0,-3-3 10,3 4-96,-4-4 257,6 6 0,-8 1 0,0 9 0</inkml:trace>
  <inkml:trace contextRef="#ctx0" brushRef="#br0" timeOffset="2">23055 4763 15906,'0'9'-391,"0"-1"1374,0-8-1765,0 0 255,0 8 1238,0-6-317,0 5-112,0-7-227,0 0-72,0-7 0,2 3 344,3-8 0,-1 2 350,8-1 0,-1-7-13,7 1 1,1 0-513,4-6 0,-2-5 38,8 0 1,0-5-94,6-2 0,-2 2 191,-4 4 1,4-2-244,-4 8 1,-4-8 0,0 4 0</inkml:trace>
  <inkml:trace contextRef="#ctx0" brushRef="#br0" timeOffset="3">23124 4328 11262,'17'0'152,"7"0"-102,-1 0 0,2 0-123,-2 0 0,-2 0 35,8 0 0,-6 0-21,6 0 1,-5 0 15,4 0 0,-1 0-18,2 0 1,2 0-67,-7 0 1,-1 6-40,-6 0 0,0 7-167,1-1 0,-9 3 151,-3 2 310,-4 9 1,-10 8-1,-1 11 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4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23211 3059 10604,'10'0'0,"-3"0"0,-7 0 116,0 0-93,0-8 704,0 6-242,0-5 3,0 7-291,0 0-125,0-8 433,0 6 4,0-6-88,0 8-696,0 0-154,0 8 469,0 2 223,0 7 0,0 1-46,0-1 0,0 0-203,0 1 0,0-1-305,0 0 216,0 1 1,0-1 77,0 1 427,0-1-430,0 0 0,0 1 0,0-1 0</inkml:trace>
  <inkml:trace contextRef="#ctx0" brushRef="#br0" timeOffset="1">23280 3024 9939,'10'0'-421,"-2"0"345,-8 0 112,0 0-38,8 0 1,-7 0 20,7 0-28,-8 0-113,0 0 89,8 0 0,-6 0 13,13 0 1,-11 0 31,8 0 0,-6 0 10,5 0-28,1 0 1,3-2 88,-3-3 1,3 3-17,-3-4 9,3 4 1,3 2-83,-1 0 0,-5 0-1,-1 0-9,1-8 354,5 6-278,0-5 100,1 7-279,-9 7 1,-1 3 101,-8 7 0,0 1 120,0-1 1,0 1-4,0-1 0,-2 6 17,-4 0 0,5 0-305,-5-5 0,-2-1 375,2 1 1,-5-1-105,5 0 1,-15 8 0,1 2 0</inkml:trace>
  <inkml:trace contextRef="#ctx0" brushRef="#br0" timeOffset="2">23298 3320 11632,'9'-2'214,"-3"-4"0,4 4-881,1-4 0,-1-1 614,2 1 0,-3-2 126,3 2 0,9-1-52,-3-5 0,3-1-23,-4 7 1,6-8-1,1 3 0,1 1 96,-2-2 1,-4 7-272,4-7 197,-3 8 0,-3-11 1,0 5-1</inkml:trace>
  <inkml:trace contextRef="#ctx0" brushRef="#br0" timeOffset="3">23385 3146 8535,'-8'17'-693,"0"1"-87,-3-1 0,-3-5 639,8-1 0,-5-5 204,5 6-114,-8-1 0,11 5 59,-9-5-5,8 5 0,-4-12-17,8 7-7,0-7-15,0 4-21,0-8 7,0 0 0,2-6 46,4 0 4,-4-7 0,14 3 0,-7-7 0</inkml:trace>
  <inkml:trace contextRef="#ctx0" brushRef="#br0" timeOffset="4">23593 3007 8535,'0'10'-1471,"0"-1"815,0-3 498,0-4 1,-2 12 149,-4-9 0,5 3-32,-5-2 37,4-4 0,-4 13-4,0-3 1,-2-3-34,3 3 1,1-6-56,-8 5 11,8 1 84,-11 5 0,11-1 0,-7-5 0,7-3 0,-12 0 0,7 2 0</inkml:trace>
  <inkml:trace contextRef="#ctx0" brushRef="#br0" timeOffset="5">23506 3146 8535,'-7'12'-347,"-5"-1"1,2-1-434,-1 1 0,5 5 556,-6-5 0,9-1 233,-3 2 1,-2-6-28,2 5 0,0-5 7,6 5 1,0-5-18,0 6 28,0-8 0,-7 11 0,-3-5 0</inkml:trace>
  <inkml:trace contextRef="#ctx0" brushRef="#br0" timeOffset="6">23611 3216 6814,'9'9'-1025,"-1"-1"1056,-8-8-33,0 0 1,8 0 1,-6 2 50,3 4-23,-3-4 0,0 5 34,4-7 14,-4 0 44,6 8-99,-8-6 1,5 8 34,1-5 1,2-3-38,-2 4 1,-2 2-6,7-2 0,-5 1 4,6-1 0,-7-2-12,7 8 1,-6-7 50,5 7-31,1 0 1,5 5-1,1 0 1,-7 1 5,1-1 1,-1 1 4,7-1 0,-3 0-36,-3 1 1,3-1-4,-3 0 0,3 7 2,3-1 0,1 6-11,4-6 0,-4 6-14,5-6 1,-5 8 30,-2-2 0,6 4-54,1 2 0,-1-1 35,-6 1 0,0-6-6,1 0 0,-7 6-12,1 5 1,-8 1-6,2-6 1,1-1 17,-1 1 1,0 6 1,-6-1 1,-2 1 34,-4-6 1,4-3-37,-3-3 0,-3 4 21,2-4 0,0-4-11,6-2 1,0-9-209,0-2 203,0-9 13,0 5 0,0-8 0,0 0 0</inkml:trace>
  <inkml:trace contextRef="#ctx0" brushRef="#br0" timeOffset="7">24062 4432 10408,'0'18'680,"0"-7"-1111,0 1-906,0-1 984,0 7 356,0-9 1,2-1 28,4-8-115,-4 0 92,13 0 0,-11 0-248,8 0 99,-1 0 0,7 0-65,-1 0 1,-5 0 63,-1 0 0,1-6-139,5 1 0,1-9 180,-1 2 0,0 1 47,1-7 1,-1 5 20,0-10 0,-5 3 25,0 3 1,-1 6 5,7-1 7,-9 0 1,7-5 0,-7 0 0</inkml:trace>
  <inkml:trace contextRef="#ctx0" brushRef="#br0" timeOffset="8">23941 4832 6807,'-2'10'258,"-4"-5"0,4-1 7,-4 2-347,4-4 106,2 14-34,0-7 0,6 9 4,0-1 0,2-5-43,-3-1-111,-3 1 1,12-1 60,-8 1-149,7-8 0,-9 3 153,8-7 79,-9 0 1,13 0 0,-7 0 0</inkml:trace>
  <inkml:trace contextRef="#ctx0" brushRef="#br0" timeOffset="9">23975 4832 8949,'-9'0'-2249,"1"0"2193,8 0 302,0 0-91,0-8-78,8 6 1,1-7-33,9 3 1,-7 4-45,1-4 1,-1 2 7,7-1 0,-1 3-6,1-4 0,1-2-6,4 2 0,-2-1 1,8 1 0,-7 2 19,1-8 0,2 8-69,-2-1 0,6 1 53,-6-2 0,0 4 9,-5-4 1,-1 4 18,0 2 1,-5 0 47,0 0-24,-9 8-21,5 2 0,-8 7-20,0 1 1,0-1 27,0 0 1,-6 1-132,1-1 0,-9 2 59,2 5 1,-3-5-178,-2 4 0,-1-2 162,1 2 1,-1-3-110,1 3 1,0 2 196,-1-2 0,1 0-27,0-5 1,-1-3-9,1-3 0,-1 11 0,1-4 0</inkml:trace>
  <inkml:trace contextRef="#ctx0" brushRef="#br0" timeOffset="10">24097 5145 8582,'0'10'-874,"0"-3"0,-2-7 773,-4 0 117,4 0 4,-5 0-28,7 0 35,0 0-28,7 0 0,-3 0-5,8 0 0,-6-6-12,5 1 0,-5-1-24,6 6 49,-1-8 0,6 6-354,1-4 234,-1-3 113,1 7 0,-1-14 0,0 7 0</inkml:trace>
  <inkml:trace contextRef="#ctx0" brushRef="#br0" timeOffset="11">24166 4815 8522,'-11'5'-290,"-1"1"0,8 2-1014,-1-2 869,-5-4 435,8 5 0,-8-1 10,5 0 5,3 0-7,-6 2 0,6-5 12,-4 9 1,4-6 1,-3 5 1,3-5-22,2 6 0,-6-1 2,0 7 1,0-7-36,6 1 0,-6-1 38,1 7 0,-1-1-90,6 1 1,0-1-25,0 0 108,-8 1 0,6-1 0,-6 1 0</inkml:trace>
  <inkml:trace contextRef="#ctx0" brushRef="#br0" timeOffset="12">24288 4780 8522,'-8'10'-536,"1"-1"-588,-5-3 764,-3-4 184,13 13 106,-14-5 1,14 7 100,-3 1 0,1-7-35,-2 1 0,4 0-4,-4 5 1,4-5-5,2-1 1,-2 1 3,-3 5-14,3 0 1,-8-1-35,4-5 28,4 5 1,-6-12-247,8 7 274,0-7 0,0-4 0,0-9 0</inkml:trace>
  <inkml:trace contextRef="#ctx0" brushRef="#br0" timeOffset="13">24340 4867 8522,'-11'11'-757,"-1"1"1,8-6 597,-2 5 0,3-5 59,-3 6 0,4-6-168,-4 5 268,4-7 0,2 11 0,0-5 0</inkml:trace>
  <inkml:trace contextRef="#ctx0" brushRef="#br0" timeOffset="14">23611 2955 6736,'-10'17'-81,"-6"3"65,5 3 1,-12 4-10,-6 8 1,-4 7 16,-2 4 0,0 5-10,1 1 1,-7 0-17,1 0 1,-1-8-2,6-3 1,6-6-105,0-6 1,8-4 89,-2-8 49,4-7 0,7-2 0,1-8 0,7-8 0,-2-4 0,4-11 0,2-4 0</inkml:trace>
  <inkml:trace contextRef="#ctx0" brushRef="#br0" timeOffset="15">23263 2955 7144,'10'0'-698,"-3"0"864,-7 0 70,0 0-184,8 8 0,-6-5 4,4 9 0,2 0-31,-3 5 0,9 6-9,-3 0 1,11 8-8,1-2 1,2 10-34,-2 1 1,4 3-157,8-3 1,-6 3 92,0 3 1,-6-3-174,6-8 0,-8-3 260,2-3 0,-3 4 0,-3-6 0</inkml:trace>
  <inkml:trace contextRef="#ctx0" brushRef="#br0" timeOffset="16">23280 3772 5906,'0'9'367,"0"7"-250,0-6-87,0 7-11,0 0 0,-5 1 12,-1-1-4,0-7-127,6 5 141,0-5-203,0-1 90,0-1 33,0-8 1,0-2-15,0-4 1,0-3-13,0-9 0,2 1 59,4 0 1,-2-1-19,7 1 0,-1 0 65,1-1-66,5 1 1,-6-1 91,7 1 0,-5 5-68,-1 1 1,-5 7 38,5-2-4,-7 4 0,6 2 47,-4 0-46,-4 0 0,5 2 43,-7 4 94,0-4-144,0 13 1,0-11-9,0 8 56,0-8-155,0 3 51,0-7-160,0 0 181,8 0 0,2-5-65,7-1 0,-5-6 56,-1 6 1,-5-5-4,6 5 0,-3-2-30,3 3 99,3 3 0,-11-6 20,8 8 78,-8 8 0,3 1-131,-7 9 1,0-1 13,0 0 0,0 1-54,0-1 1,0 2 53,0 5 1,0-5-236,0 4 0,0-2 84,0 3 1,0-5 119,0 4 0,-7 4 0,-3 0 0</inkml:trace>
  <inkml:trace contextRef="#ctx0" brushRef="#br0" timeOffset="17">22724 4658 6611,'0'-9'-359,"-7"1"439,5 8-146,-6 0 115,8 0-47,0 0 8,-8 0 14,6 0-30,-13 8 0,7 1-5,-3 9 0,-5 1-27,5 4 0,-1-2-11,-5 8 1,3 0-6,-9 6 0,4 2 45,1 3 0,-1-9-33,-4 4 1,9-6-20,-3 0 1,4-4 60,-5-8 0,1-7 0,-1-4 0,1-4 0,0-2 0</inkml:trace>
  <inkml:trace contextRef="#ctx0" brushRef="#br0" timeOffset="18">22290 4728 8583,'10'-8'-835,"-1"6"762,-3-4-127,-4 4 0,6 0 33,-8-3 0,2 3-243,4-4 403,-4 4-15,13 2 0,-11 2 70,7 4 0,-5-4-1,6 3 1,-1 5 14,7 2 0,-1 1-50,1-1 0,-1 3 61,0-3 1,6 9-53,1 2 1,6 0 3,-1-5 0,4 5-35,2 0 0,0 6-132,-1-6 1,-5 0 141,0-5 0,0 7 0,6 2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4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24271 3355 9115,'0'-10'-2138,"0"2"2305,0 1-213,0 5 124,0-6-15,0 8 217,0 0-375,0 8-126,0-6 157,0 5 0,2-7-463,3 0 505,-3 0 1,6 8 0,-8 2-1</inkml:trace>
  <inkml:trace contextRef="#ctx0" brushRef="#br0" timeOffset="1">24444 3337 9115,'10'0'-1788,"0"0"894,-4 0 1461,-5 0 27,7 0-772,-8 0-434,0 0 515,8 0-198,-6 0 253,6 0 42,-8 0 0,0 0 0,0 0 0</inkml:trace>
  <inkml:trace contextRef="#ctx0" brushRef="#br0" timeOffset="2">24722 3320 9115,'8'10'-1023,"-6"-3"664,6-7-22,-8 8 0,2-6 154,4 4-96,-5-4 26,7-2 296,0 0 1,-6 0 21,6 0 0,-1-8 0,3-2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45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5108 12984 7355,'11'0'-1513,"1"0"1823,-8 8-256,11-6-38,-5 5 1,2-7-35,-1 0 0,-5 0 57,5 0 1,-5 0-138,6 0 0,-6 0 119,5 0 1,-5 0-126,6 0 98,-1 0 1,7 0-33,-1 0-24,0 0 0,1 0 62,-1 0 0,0 0 0,1 0 0</inkml:trace>
  <inkml:trace contextRef="#ctx0" brushRef="#br0" timeOffset="1">5021 13192 7892,'0'10'-584,"0"0"405,0-4-377,0-4 384,0 5 0,2-7 129,4 0-104,-4 0 169,5 0-169,1 0 164,-6 0-24,13 0 0,-11 0 13,8 0 1,-8-2 201,1-3-66,5 3-118,0-6 1,5 6-10,-3-4 1,3 4 14,-3-4 0,-2 4-81,1 2 32,1 0 1,5-5-10,0-1 1,1 0 11,-1 6 0,1 0-11,-1 0 25,0 0 0,1 0-4,-1 0 1,0 0 16,1 0 1,-1 0-6,1 0 1,-1 2 11,0 4 11,1-4 1,-1 5-1,0-7 1,-5 0 39,0 0-30,-1 0 0,1 0-50,-1 0 1,-7 2 47,2 4-76,4-4 51,-8 6-10,5-8 1,-7 2-2,0 4-5,0-4 9,0 5 0,-2-7 13,-3 0-1,3 8 2,-14-6-17,14 13 0,-13-13-4,5 14 0,-1-12 0,-1 7 0,8-5-2,-2 6 1,-1-7 2,1 7 0,-6-6-2,6 5 1,-7-1 0,1 2 1,3 3 1,-3-3 1,1 3-69,-7 2 0,1 3 55,-1 3 1,1-4-3,0 4 0,-1 3-14,1-3 1,-2 2-7,-5-2 1,5-4-16,-4 4 0,4-3 25,1-3 1,1 1-18,0-1 0,1 0 15,5 1 0,-3-7 27,8 1 0,-2-8 0,3 2 0,3-5 0,-6-1 0</inkml:trace>
  <inkml:trace contextRef="#ctx0" brushRef="#br0" timeOffset="2">5473 13488 5887,'-10'0'64,"2"0"-65,8 0-27,0 0 6,-7 0 33,5 0 84,-6 0-64,8 0 69,0 0-84,0 8 0,2-4-24,4 7 1,-4-5 31,3 6-44,5-1 0,-6 6 18,7 1 0,-5-3-1,6-3 1,-6 3-44,5-3 1,-5 1-6,6-1 1,-7 3-38,7-3 1,-6-2 87,5 1 0,-5-7 0,6 2 0,-1 4 0,7-1 0</inkml:trace>
  <inkml:trace contextRef="#ctx0" brushRef="#br0" timeOffset="3">5768 13453 7883,'10'0'-1728,"-1"0"1329,-3 0 399,-4 0 0,6 0 0,-1 0 0,-5 0 0,8 0 0,-4 0 0,3 0 0,9 0 0</inkml:trace>
  <inkml:trace contextRef="#ctx0" brushRef="#br0" timeOffset="4">5907 13001 5930,'10'8'30,"-3"-6"-1,-7 13-10,0-5 1,0 7-21,0 1 0,2-1 10,4 1 0,-4-1-9,4 0 1,-4 3-2,-2 3 0,0-2-1,0 8 1,0 0 49,0 6 1,0 0 4,0-1 0,0 7-50,0-1 1,0 3 1,0-3 1,0-3-20,0 4 1,0-5 30,0-1 1,0 6-21,0-1 0,0-5 15,0-6 1,0-2-38,0 2 0,0 2-11,0-8 0,0 0-1,0-5 0,0-1-90,0 0 0,0-5 127,0 0 0,0-9 0,7 5 0,3-16 0,7-1 0</inkml:trace>
  <inkml:trace contextRef="#ctx0" brushRef="#br0" timeOffset="5">6376 12984 6298,'-10'8'265,"3"-6"-336,7 5 83,-8-7-47,6 0-19,-6 0 37,8 0 1,-2 0-31,-3 0 13,3 0 31,-6 0 48,8 0-14,0 0 6,-8 0 4,6 0-20,-5 0-12,7 0 0,-6 2-12,0 4 0,0-2 10,6 7 1,0-5-29,0 6 34,0-1 1,0 7-2,0-1 0,0-5 8,0-1 1,0 1-9,0 5 26,0 1 0,0-1-15,0 0 16,0 1 0,2-1-23,4 1 1,-2-7-32,7 1 0,-5-6 24,6 5 0,-6-7-5,5 2 0,-5-4-72,5-2 26,1 0 0,5 0 15,1 0 0,-7-2-4,1-4 1,0-4 29,5-7 1,-5 0-17,-1-1 1,-5-5 31,5 0 0,-5 0-20,6 5 1,-8-5 4,1 0 0,-1-2-4,2 2 1,-4 3-2,4-3 1,-4 4-52,-2 2 1,-2-1-13,-4 1 0,2 5-53,-7 1 0,-1 7 90,-5-2 0,-1 4 31,1 2 0,0 6 0,-1 0 0,1 7 0,-8 4 0,-2 11 0</inkml:trace>
  <inkml:trace contextRef="#ctx0" brushRef="#br0" timeOffset="6">6081 13523 7883,'7'9'-1840,"-5"-1"1928,6-8-47,-8 0-19,8 8-154,-6-6 170,5 5-132,-7-7 114,8 8-56,-6-6 35,6 6 0,-6-8-12,4 0 56,-5 0-20,15 0 1,-12 0 81,7 0 0,1 0-87,5 0 0,1 0 21,-1 0 0,0-6-10,1 0 0,7-5-53,4 5 0,-2-6 10,2 7 0,0-3-10,6 2 1,-3 2 22,-3-7 0,4 7-11,-4-2 1,2 2-7,-2-2 0,2 4 10,-8-3 1,2 3 9,-2 2-68,-3 0 1,5 0-76,-8 0 125,-7 0 16,-3 0 0,1 7 0,2 3 0</inkml:trace>
  <inkml:trace contextRef="#ctx0" brushRef="#br0" timeOffset="7">6324 13731 7852,'-10'8'-1697,"1"-6"1817,3 4-1,4 3-349,-6-7 78,8 6 74,0-8 62,0 0 26,0 8-35,0-6 209,0 5-90,0-7 27,0 0-51,0 8 12,0-6-60,0 14-8,0-7-21,0 9 1,0-1 30,0 0 0,0-5-140,0 0 0,6-7 114,0 7 1,0-6-142,-6 5 0,0-5 29,0 6 57,0-8 1,0 5 56,0-3 0,7-4 0,-5 6 0,6-8 0,0-8 0,1-2 0</inkml:trace>
  <inkml:trace contextRef="#ctx0" brushRef="#br0" timeOffset="8">6359 13749 7852,'7'9'-1764,"-5"-1"1764,6-8 1,-6 0-55,4 0 51,-4 0 0,7 0-76,-3 0 7,-4 0-11,6 0 65,0 0-9,-7 0 63,15 0 0,-12 0 16,7 0 169,-7 0-211,12 0 0,-12 0 85,7 0-46,-7 0-49,11 0 6,-5 0 1,2 0-11,-1 0 1,-5 0 23,6 0 1,-7-2-6,7-4 0,-6 4 11,5-3 1,-5 3-2,6 2-25,-8 0 8,11 0-11,-5 0 0,1 0 9,1 0-10,-8 0 114,11 0-48,-13 0 0,8 5-14,-4 1 0,-5 2-24,5-2 1,-4-2-19,-2 7 0,0-5-24,0 6 0,0-1-14,0 7 0,-6-1 4,1 0 0,-3 1-110,2-1 1,2 0 83,-7 1 1,1-1-62,-2 1 50,-3-1 1,7 0 8,-3 1 0,-5-7 56,5 1 0,1-6 0,-2 5 0,9-7 0,-13 12 0,6-7 0</inkml:trace>
  <inkml:trace contextRef="#ctx0" brushRef="#br0" timeOffset="9">6341 14079 6153,'-9'8'74,"1"-6"-320,8 5 115,0-7 406,0 0-234,8 0-14,-6-7 0,7 5-112,-3-4 89,-4 4 0,8 0-8,-5-4-10,-3 4-18,14-5 49,-7 7 1,3 0 11,0 0 0,-7 0 9,7 0 0,-6 0-28,5 0 0,-5 0 13,6 0 1,-6 0-12,5 0 1,-5 0 5,5 0-3,1 0 1,5 5 12,1 1-29,-1 0 0,1 0-3,-1 0-1,0-1 1,1 1 11,-1 0 1,0 0-24,1-6 0,-7 5-23,1 1 0,0 0-91,5-6 0,-6 0 63,1 0 0,-2 2 67,1 4 0,12-4 0,-3 5 0</inkml:trace>
  <inkml:trace contextRef="#ctx0" brushRef="#br0" timeOffset="10">8166 12984 5746,'9'0'0,"-1"0"28,-8 0-8,0 0 25,0 8-38,0-6 18,0 5-15,0-7 19,0 8-28,-8-6 0,6 8-2,-4-5 8,5-3-4,1 6-6,0 0 0,0-4-8,0 7 55,0-7 28,0 12 13,0-7-82,0 9 1,0-1 2,0 0 1,0 1 4,0-1 0,5 0-3,1 1 1,0-1-27,-6 1 0,0 5 30,0 0 1,0 2-26,0-2 1,2-3 47,4 3 1,-4 2 72,3-2 0,-3 8-49,-2-2 0,2-2 10,4 2 1,-4-2-42,4 2 1,1 2 1,-1-8 0,0 2-81,-6-2 1,0-3 93,0 3 1,6-4-349,0-2 210,-1 1-259,-5-1 198,0-7 156,0-2 0,0-8 0,0 0 0,0-16 0,0-3 0</inkml:trace>
  <inkml:trace contextRef="#ctx0" brushRef="#br0" timeOffset="11">8252 12984 5895,'8'-10'-134,"-6"3"160,6-1 3,-8 6-24,0-6 1,0 8 93,0 0-78,7 0-31,-5 0 10,6 0-2,-8 0 229,0 0-235,8 0 139,-6 0-100,6 0 1,-7 0 48,5 0-53,-4 0 8,14 0-58,-14 0 41,13 0 0,-11 0 1,7 0 0,-5 0-8,6 0 0,-6 0-7,5 0 0,-5 0 14,6 0 1,-7 6 24,7 0-34,0 0 0,5-6 2,0 0 0,-5 0 17,-1 0-16,1 0 0,5 0 27,1 0 8,-1 0 0,0 0 2,1 0 1,-1 0-23,1 0 1,-7 0 9,1 0 1,-1 0-40,7 0 1,-1 1 1,0 5 0,-5-4-29,0 4 1,-1-4 45,7-2 0,-1 0-28,0 0 0,1 0 9,-1 0 0,0 0 10,1 0 0,-7 0 11,1 0 0,0 0 4,5 0 1,0 0-21,1 0 0,-1 0-2,0 0 1,1 0-19,-1 0 26,1 8 1,-1-6-14,0 3 1,1-3 13,-1-2 0,0 6 24,1 0 0,-1 0-26,1-6 1,-7 0 2,1 0 0,-1 2 22,7 3-17,-1-3 0,0 6 61,1-8 0,-1 0-59,1 0 1,-1 0 13,0 0 1,-5 0-23,-1 0 0,1 0-2,5 0 0,1 0-3,-1 0 0,-3 0-6,3 0 0,-9 0-5,9 0 1,-3 0-6,3 0 1,0 0-11,1 0 0,-7 0 21,1 0 0,0 0-5,5 0 1,0 0 25,1 0 1,-1 0 1,0 0 1,-5 0 9,0 0 1,-1 0 7,7 0 0,-1 0-31,0 0 0,1 0 2,-1 0 0,0 0-33,1 0 1,-1 0 36,1 0 0,-1 0-49,0 0 1,6 0 38,1 0 1,-1 0-20,-6 0 1,0-6 15,1 0 0,-1 1 4,1 5 0,-1-2 14,0-4 0,1 4 7,-1-4 0,0 4-29,1 2 1,-7 0 9,1 0 1,0 0-8,5 0 0,0 0-20,1 0 0,-7 0-31,1 0 36,-1 0 1,7 0-6,-1 0 1,1 0 10,-1 0 1,-5-2 4,-1-3 0,1 3 10,5-4 0,-5 4-13,-1 2 1,1 0 12,5 0 0,1 0-8,-1 0 0,0 0-22,1 0 1,-1 0 0,0 0 1,-3 0-7,3 0 0,-3 0 23,9 0 1,-4 0 0,-1 0 0,1 0 20,4 0 1,-4 0-27,5 0 1,-5 0 51,-2 0 0,6 0-41,1 0 0,-1 0 5,-6 0 1,2 0-3,5 0 1,-5 0-7,4 0 1,-4 0-21,-1 0 1,-1 0-6,1 0 0,-1-2 12,0-4 1,1 4 5,-1-4 1,0-1 7,1 1 1,-3-2-5,-3 2 0,3 4 1,-3-3 0,3 3-38,3 2 0,-1 0-2,0 0 0,-5 0-29,0 0 0,-1 0-101,6 0 161,1 0 0,-1 0-59,1 0 128,-1 0 0,0 0-86,1 0 0,-7 0 93,1 0 0,-6 0 15,5 0 23,1 0-79,5 0 0,1 0-9,-1 0 1,-5 0-52,-1 0 1,1 0 47,5 0 1,-5 0-56,-1 0 0,1 0 37,5 0 0,1 0-2,-1 0 1,0 0 1,1 0 0,-1 0 3,0 0 0,1 0-1,-1 0 0,1 0 1,-1 0 1,6 0 10,0 0 0,0-6-8,-5 0 0,-1 0 42,1 6 1,-1-5-23,0-1 0,1 0 3,-1 6 1,0 0-18,1 0 1,-1-6 1,1 0 0,-1 1-13,0 5 1,-5 0-3,-1 0 0,1 0-65,5 0 1,1 0 71,-1 0 1,-5 0-13,-1 0 0,1 0 6,5 0 1,1 0 3,-1 0 0,0 0 9,1 0 1,5 0 4,0 0 0,0 0 21,-5 0 0,-1 0 9,0 0 0,1 0-52,-1 0 1,1 0 23,-1 0 1,0 0-84,1 0 0,-1 0 16,0 0 0,1 0-13,-1 0 1,-5 0-36,-1 0-31,1 0-97,5 0 230,-7 0 0,5-8 0,-5-2 0</inkml:trace>
  <inkml:trace contextRef="#ctx0" brushRef="#br0" timeOffset="12">8200 13836 5759,'10'0'9,"-2"0"-10,-8 0 1,2 0 1,3 0 0,-3 7 14,6-5 3,-8 6 68,0-8-74,0 0 17,8 0-8,-6 0-12,5 0 4,-7 0-8,0 8 63,0-6 9,0 5-33,0 1-33,0-6 1,2 6-20,4-8 42,-4 7 20,6-5-44,-8 14-14,0-14 26,0 13 0,2-13 33,3 4-2,-3 4 10,6-8-60,-8 13 1,6-11 34,0 7-46,0-7 13,-6 4-16,0 0 21,7-6 4,-5 13 1,6-13 1,-6 6-6,4-8 35,-4 0-24,5 8-17,-7-7 13,0 7-13,0-8 1,2 0 13,4 0 3,-4 0-24,6 0 1,-6 0-3,3 0-13,-3 0 27,14 0-13,-7 0 1,9 0-1,-1 0 0,1 0 7,-1 0 1,0-6-5,1 1 0,-1-1 45,0 6 0,1 0-40,-1 0 1,0 0 7,1 0 1,-1 0-4,1 0 0,-1 0-36,0 0 0,3 0 26,3 0 1,-4 0-4,4 0 1,-3 0 2,-3 0 1,6 0-5,0 0 1,2 0 61,-1 0 0,-5 0-57,4 0 1,2 0 67,-2 0 0,6 0-55,-6 0 1,1 0 30,-7 0 0,6 0-23,0 0 0,2 0-5,-1 0 0,-5 0-16,4 0 1,-2 0-10,2 0 1,-3 0-14,3 0 0,-2 6 30,2-1 1,-3 1-10,3-6 1,2 0 3,-2 0 0,0 0 37,-5 0 0,5 0-22,0 0 1,0 0 3,-6 0 0,7-2-1,-1-4 0,2 5 1,-2-5 1,-4 4-37,4 2 1,3-2 30,-3-4 1,2 4-39,-2-4 1,2-1 29,4 1 0,2 0 6,-8 6 0,6-6 10,-6 0 0,8-1 1,-2 1 0,-4 4 16,-2-4 0,4 4 8,2 2 1,-2-2 50,2-3 0,-7 3-66,1-4 1,2 4-7,-2 2 0,6 0-28,-6 0 1,6 0-6,-6 0 0,6-6 15,-6 0 1,6 0-11,-6 6 0,6-1-23,-5-5 1,6 4-82,-1-4 0,-4 4 76,-1 2 0,1-6 2,-2 1 0,2-1 30,-2 6 1,-4-2-22,5-4 1,-3 4 112,2-4 1,-4 4-86,4 2 1,3-5 7,-3-1 1,0 0-3,-6 6 0,6 0-6,1 0 0,-1-6-28,-6 0 0,1 1 31,-1 5 1,6 0-50,0 0 1,0 0 36,-5 0 0,-1 0-62,1 0 1,-1 0 50,0 0 0,1 0 0,-1 0 0,0 0 4,1 0 0,-1 0 3,0 0 0,1 0 9,-1 0 1,1 0-14,-1 0 0,6 0 12,0 0 0,0 0-8,-5 0 0,1 0-7,4 0 0,-3 5-5,3 1 1,-4 0-2,-2-6 0,1 0 10,-1 0 0,6 0 0,1 0 0,-7 0 9,-5 0 1,-1 2-14,6 4 1,1-4 84,-1 3 1,1-3-78,-1-2 1,0 0 73,1 0-99,7 0 1,0 0-2,4 0 1,-4 0 31,-8 0 0,1 0-7,-1 0 0,0 6-20,1 0 1,-1 0 8,1-6 0,5 0 13,0 0 0,0 0-11,-6 0 1,3 0 40,3 0 0,-4 0-9,4 0 1,-3 0 7,-3 0 0,0 0-23,1 0 1,5 0 0,0 0 0,0 0-7,-5 0 0,-1 0-1,0 0 1,1 0-17,-1 0 1,1 0 20,-1 0 0,-6 0-18,1 0 0,0 0-34,5 0 0,-5 0-5,-1 0 1,-5 0-74,6 0-18,-9 0-377,13 0 115,-14 0 405,6-8 0,-8-2 0,0-7 0</inkml:trace>
  <inkml:trace contextRef="#ctx0" brushRef="#br0" timeOffset="13">8461 12306 6159,'0'10'-237,"0"-3"264,0-7 153,0 0-155,8 8-29,-6-6-11,5 6 38,-7-8 127,0 0-101,8 0 8,-6 8 19,6-7-35,-8 15 1,0-6-28,0 7 0,2-4-3,3 5 1,-3-5-72,4 11 1,-2-3 73,2 2 1,-4-2-195,3 8 0,3-6 180,-2 6 0,7-7 0,-3 3 0</inkml:trace>
  <inkml:trace contextRef="#ctx0" brushRef="#br0" timeOffset="14">8652 13192 5756,'0'-9'-5,"0"-7"5,0 7 1,8-9-2,1 1 1,3 0 0,0-1 1,-7 9-1,7 3 0,-1-12 0,7-1 0</inkml:trace>
  <inkml:trace contextRef="#ctx0" brushRef="#br0" timeOffset="15">8843 12967 7835,'0'9'-1692,"2"5"1890,4-9-83,-4 1 1,5-4-395,-7 4 200,0-4 1,0 8-160,0-5 231,0-3 0,0 8-17,0-4 23,0-4-21,0 13 18,0-5 0,0 7-8,0 1 1,0-1 63,0 0 1,-5 1-41,-1-1 1,0 8 3,6 4 0,0 4-27,0 2 1,0 1-2,0 5 0,0-2-59,0 7 1,0-5 51,0 5 19,-8-7 0,6 11 0,-5-6 0</inkml:trace>
  <inkml:trace contextRef="#ctx0" brushRef="#br0" timeOffset="16">10163 12306 7324,'0'10'-1456,"0"-1"1828,0-3-303,0-4-29,-7 6-212,5 0 227,-6-7-148,8 7 127,0-8-54,0 0 0,0-8 1,0-1-1</inkml:trace>
  <inkml:trace contextRef="#ctx0" brushRef="#br0" timeOffset="17">10181 12549 6544,'0'10'-246,"0"-2"1,0-6 265,0 3-24,0-3-11,0 6 67,0 0-22,0-6 1,0 7 32,0-3-16,0-4 0,0 8 48,0-4 20,0-4-44,0 13 1,0-11-66,0 7 1,0-5 72,0 6-83,0-1 0,0 7 42,0-1 0,0 1-182,0-1 1,0-5-8,0-1 1,2-1-218,4 1 342,-4 5 1,5-12 25,-7 7 0,0-7 0,8 4 0,2-8 0</inkml:trace>
  <inkml:trace contextRef="#ctx0" brushRef="#br0" timeOffset="18">10337 12619 7847,'10'10'-1694,"-2"-3"1408,-1 1 637,-5-6-281,6 13 14,-8-13-73,0 14 12,0-14-17,0 13 1,-2-13 35,-4 4-19,4-4-31,-5-2 17,7 0-51,0 0 57,0-8-58,0-2 38,0-7 0,0 0-1,0-1 0,5 7 20,1-1 1,6 6 3,-6-5 1,7 1-19,-1-2 1,-3 3 3,3 3 1,-6 4-38,5-4 0,-5-1 12,6 1-4,-9 0 21,13 6 0,-8 2-2,3 4 0,-3-2-30,-8 7 0,2 1-4,4 5 1,-4 1-125,3-1 1,-3 0 163,-2 1 0,-7 7 0,-3 2 0</inkml:trace>
  <inkml:trace contextRef="#ctx0" brushRef="#br0" timeOffset="19">10685 12532 7847,'-10'17'0,"0"-5"-585,5 0 526,3-1-96,-14 7 1,14-1 26,-4 0 1,-1-5-161,1-1 218,0 1 1,4 3-30,-4-3 26,5 4 81,-7-15-25,8 7-1,8-8 1,-5 0 14,9 0 1,-8-2 10,2-4 1,1 3 4,-1-9 1,2 6 27,-2-5 1,-4-1 3,3-5 0,3 5-3,-2 0 0,2 3-25,-3-3 1,-3-3-31,4 3 1,-4-3 7,-2-3 1,2 1-3,4 0 1,-4-1-19,3 1 1,-3-1-89,-2 1 1,0-6 79,0 0 0,0-2-3,0 1 0,0 5 152,0-4 1,0 4-134,0 1 1,0 7 112,0-1-112,0 8 11,0-4 1,-2 8 16,-3 0 0,3 8-3,-4 4 1,4 3-12,2 3 1,0 5-12,0 0 1,0 6-3,0-6 1,0 6 5,0-6 1,0 6-10,0-6 1,0 6-27,0-5 1,0-1-6,0-6 0,0 6-8,0 0 22,0 1 0,0-7 35,0 0 0,2-7 0,4-4 0,-2 2 0,7-3 0,-5 1 0,6-6 0,-7 0 0,7 0 0,-6 0-4,5 0 1,-5-6-13,6 1 124,-8-9-47,11 4 1,-11-1 66,7-1-55,-7 8 0,6-5-54,-4 3 17,-4 4 1,7-8-99,-3 5 44,-4 3 0,6-8-32,-8 4 48,8 4 1,-7-7-15,5 3 0,-2 4 45,2-4 0,-4 2 43,4-2 104,-4 4-133,5-13 87,-5 5-69,6 1-45,-8-7 1,0 12 13,0-7-4,0 7-50,0-4-24,0 8-7,-8 0 56,-1 0 1,-3 6-7,0 0 1,7 7 2,-7-1 1,6 1 0,-5-1 0,5 3 3,-6-3 0,8 4 2,-1 1 20,-5 0 1,8 1 30,-4-1-99,4 0 61,2 1-138,0-1 1,0-5 31,0-1 1,2-7-51,4 2 1,-2-4 114,7-2 1,-5 0 23,6 0 0,-1 0 0,7-8 0,-1-1 0</inkml:trace>
  <inkml:trace contextRef="#ctx0" brushRef="#br0" timeOffset="20">11189 12445 7640,'0'10'-278,"0"-1"39,0-3-192,0-4 338,0 14 0,-2-9-60,-4 5 1,2 3 2,-8-3 0,7 3 86,-7 3 1,0 1 53,-5 4 0,5-3 10,1 3 0,-1-10 0,-5-1 0,0-1 0,-1 7 0</inkml:trace>
  <inkml:trace contextRef="#ctx0" brushRef="#br0" timeOffset="21">11015 12567 7847,'0'17'-73,"0"1"0,0-1 129,0 0 1,0-5-267,0-1 1,0 1 42,0 5 1,0-5-102,0 0 0,0-7-50,0 7-14,0 0 332,0 5 0,7 0 0,3 1 0</inkml:trace>
  <inkml:trace contextRef="#ctx0" brushRef="#br0" timeOffset="22">10233 13001 7329,'0'10'-1179,"2"-2"1306,4-8-146,-4 0 114,5 0-105,-7 0-8,0 7-17,8-5 26,-6 14-6,6-7 1,-8 9-37,0-1 0,0 1 48,0-1 1,0 6 22,0 0 1,6 8-24,-1-2 1,1 4 88,-6 2 0,0 5-34,0 1 0,0 7 11,0-1 1,0 1-46,0-2 0,2 4-3,4-3 1,-4-5-30,4-1 1,-5-5-118,-1-1 1,0-8-63,0-4 1,2-3 192,4-3 0,-4-7 0,6-3 0</inkml:trace>
  <inkml:trace contextRef="#ctx0" brushRef="#br0" timeOffset="23">10928 12984 7269,'0'10'-465,"0"5"0,0-11 555,0 7-19,0-7-172,0 12 106,0-7 1,0 3-72,0 0 0,0-7 122,0 7-55,0 0 0,0 5 49,0 0 1,0 1-6,0-1 0,0 0-2,0 1 0,0-1 4,0 1 0,0 1 70,0 4 0,0-2-69,0 8 0,0-6-93,0 6 0,0 0 99,0 6 0,2 0-118,4 0 1,-4-1 44,3 1 0,-3 0-15,-2 0 0,6 0-12,0-1 0,0-5-15,-6 0 1,5-8-288,1 3 264,0 3 0,0-8 84,0 4 0,7-11 0,-3-5 0</inkml:trace>
  <inkml:trace contextRef="#ctx0" brushRef="#br0" timeOffset="24">12492 12393 5840,'-10'0'186,"2"0"-136,8 0-17,0 0-75,-8 0 55,6 8 0,-7-6-30,3 3 8,4-3 1,-8 4 0,5 0 0,3 2 8,-4-3 0,2-3 0,-2 4 0,4-2-1,-3 2 1,3-2 0,2 7 1,-2-7-3,-4 2 3,4 4 0,-6-7 28,8 9 25,0-8 1,2 6 72,4-5-96,-4-3 1,11 8 42,-7-4-42,8-4 0,-7 7 0,5-3 0,2-2-58,-9 8 1,3-7 51,-2 7 1,-2-6-62,7 5 0,-7-5 37,2 6 0,-4-7-1,-2 7 1,2-6-8,4 5 0,-4-5-3,3 6 1,-5-3-130,-5 3 1,1 4 79,-8-5 0,6-1 58,-5 1 0,-1 1 0,-5 5 0</inkml:trace>
  <inkml:trace contextRef="#ctx0" brushRef="#br0" timeOffset="25">12752 12410 7799,'0'18'-398,"0"-7"103,0 1 236,0-8-235,0 11-30,0-13-1,0 6 186,0 0 41,-8-7 95,6 7-42,-5-8 27,7 0 4,0 0 1,7 8 0,3 2-1</inkml:trace>
  <inkml:trace contextRef="#ctx0" brushRef="#br0" timeOffset="26">12769 12376 7799,'0'9'-956,"0"7"1,0-12 1041,0 7 1,0-5 65,0 5-72,0-7-46,0 12-13,0-7-38,0 9 1,-5-1-14,-1 1 1,0-7-90,6 1 1,-6-1 76,1 7 1,-3 5-54,2 0 0,4 0 95,-4-5 0,-3-1 0,-1 0 0</inkml:trace>
  <inkml:trace contextRef="#ctx0" brushRef="#br0" timeOffset="27">12891 12428 7770,'-10'9'-1889,"3"-1"2292,7 0-558,0-6 214,0 5-137,0-7 93,0 0-11,7 0-2,-5 0 20,14 0 0,-12 0-13,7 0 60,-7 0-68,12 0 2,-14 0-15,13 0-3,-13 0-20,6 8 0,-8 2-10,0 7 0,0-5-29,0-1 56,-8 1 1,4 5 25,-8 1 0,7-3 7,-7-3 1,6 3 5,-5-3 1,7-3-16,-2 3 13,-4-8-3,8 11 1,-7-11 13,3 8 31,4-8-41,-6 3-41,8-7-19,8 0 0,-4 0-7,8 0 0,-7 0 11,7 0 0,-6 0-8,5 0 0,-5 0 12,6 0 32,-8-7 0,19-3 0,-4-7 0</inkml:trace>
  <inkml:trace contextRef="#ctx0" brushRef="#br0" timeOffset="28">13100 12515 7269,'11'0'-1503,"1"0"1503,-8 0 0,11-8 0,-11 6 0,8-4 12,-9-4 1,11 7 11,-8-9 1,1 8 29,-1-2-24,-4-3 7,14 7-16,-15-14 7,15 14-45,-14-13 41,6 13-32,-8-6 1,0 6 8,0-3-6,0 3 42,0-6-17,-8 8 0,4 0 131,-8 0-123,9 0 180,-13 0-178,6 0 1,-1 0 23,-1 0-47,8 0-8,-11 8 0,11-4 27,-7 7-21,7-7 0,-6 9 14,4-7 0,4 8-5,-3-3 0,3-1 17,2 2 0,-2-3-16,-4 3 1,4 3-34,-4-3 1,4-2-17,2 1-9,0 1 19,8 5 1,-4-1-10,7-5 1,-5-3-57,6-8 0,-6 0 48,5 0-76,1 0 1,5 0 80,0 0 1,-5 0-100,0 0 1,-7 0 134,7 0 0,0-8 0,5-1 0</inkml:trace>
  <inkml:trace contextRef="#ctx0" brushRef="#br0" timeOffset="29">12769 12289 6863,'0'9'-929,"2"-1"803,4-8 126,-4 0 0,6 0 0,-8 0 0</inkml:trace>
  <inkml:trace contextRef="#ctx0" brushRef="#br0" timeOffset="30">12700 12862 6120,'10'0'-371,"5"0"371,-13 0 88,13 0 1,-11 0-90,8 0 1,-6 0-1,5 0 1,-5 0-28,6 0 1,-7 0-38,7 0 65,0-7 0,13 5 0,2-6 0</inkml:trace>
  <inkml:trace contextRef="#ctx0" brushRef="#br0" timeOffset="31">12578 13783 7682,'0'10'-1563,"0"6"1382,0-15 1,0 9 180,0-4 0,0-4 0,0 6 248,0-8-53,0 0-258,0-8 57,0 6-24,8-6 1,-6 6 25,4-4 3,3 5 0,-5-7 1,8 8-1,-8 0 1,11-2 1,-3-4 0,-3 4-3,3-4 0,0 4-3,5 2 1,0 0-11,1 0 0,5-5-3,0-1 0,8 0 17,-2 6 0,4-6-1,1 0 0,1-1 12,0 1 1,0 2 1,-1-7 0,1 5-9,0-6 0,0 6-4,-1-5 1,1 5-77,0-6 1,-2 8 76,-4-1 0,4-5 0,-6 0 0</inkml:trace>
  <inkml:trace contextRef="#ctx0" brushRef="#br0" timeOffset="32">12474 12827 6356,'10'2'-44,"-4"4"45,-4-4 14,-2 14 0,0-7-10,0 9 0,0 1-6,0 4 0,0-2 22,0 8 0,5 8-4,1 9 1,0 1-1,-6 5 0,2-2-34,4 14 1,-4-6 31,3 5 0,3-8 93,-2-3 1,5-2-71,-5-10 0,6 7 4,-6-7 1,5-1-68,-5-10 0,6 2 2,-7-8 1,7 0-134,-6-5-253,7-9 409,-11-1 0,14-8 0,-7 0 0</inkml:trace>
  <inkml:trace contextRef="#ctx0" brushRef="#br0" timeOffset="33">12700 12827 7765,'12'0'0,"-1"0"-1256,-7 0 776,11 0 515,-5 0 1,2 0-26,-1 0 1,-5 0 0,6 0 0,-7 0-31,7 0-12,-8 0-65,11 0 1,-5 0 105,7 0 0,-5 0-45,0 0 1,-7 0 75,7 0-15,-1 0 0,7 0 14,-1 0-11,1 0 0,5 0-26,0 0 0,0 0 18,-6 0 0,1 0-108,-1 0 1,3 0 58,3 0 1,-4 0-5,4 0 0,-4 0 26,-1 0 1,-1-5 1,1-1 0,-1 0 5,0 6 0,1-6 0,-1 0 0,-5 1 3,-1 5 0,-5 0 13,6 0 26,-9 0-35,5 0-5,-8 0-2,0 7 0,-6 3 0,1 7 0,-9 1 1,6-1-1,-3 1 0,-3-1-2,8 0 1,-5 1-1,5-1 1,-5 1 55,5-1 0,-2 4-50,2-3 1,4 9 58,-3-10 0,3 4-40,2-3 0,0-1 4,0 0 0,0 3-1,0 3 1,0-2 3,0 8 0,0-6-10,0 6 0,2-6-1,3 6 0,-1-6-55,8 6 1,-6-1 47,5 0 1,-1-2-107,1-9 0,3 0 81,-8 1 0,5-1-8,-5 0 0,0 1-6,-6-1 0,2 1 8,4-1 1,-5-5 18,5-1 0,-12 1 0,-3 5 0</inkml:trace>
  <inkml:trace contextRef="#ctx0" brushRef="#br0" timeOffset="34">10407 13279 6058,'9'0'-30,"-1"2"35,-8 4-59,0-4 79,0 6-60,0-8 7,0 0 29,0 7 183,0-5-176,0 14 0,0-12 62,0 7-58,0 1 1,0 5-15,0 1 1,0-1-22,0 0 2,0 1 0,0-1 15,0 1 1,0-1-8,0 0 1,2-5 60,4 0 0,-4-7-53,4 7 280,-5-8-125,-1 11-64,0-13-50,0 6-18,0-8-14,0-8-106,0-2 1,0-7 24,0 0 18,0-1 1,0 1 30,0 0 0,0-1 12,0 1 0,0-1 4,0 1 1,6 0 12,0-1 0,0 1 10,-6 0 1,6-1 19,-1 1 1,3 1 3,-2 5 1,-2-5-22,7 5 0,-7 3-18,12-7 0,-12 13 16,7-4-44,-7 4 0,9 4 14,-7 4 1,6-3-6,-6 9 0,-1 0 7,-5 5 1,2 0-17,4 1 48,-4-1 0,6 1-37,-8-1 221,0 0-192,0 1 1,0-1 0,0-5-22,0-1 0,0-7-82,0 4-31,8-8 56,-7-8 1,9-2 46,-4-7 1,-2 5 6,7 1 1,-5 1-16,6-1 0,-6-5 61,5 5 0,-5 1-38,5-2 1,-5 8 10,6-1 22,-1 3-12,7 2 0,-3 2-28,-3 3 1,1 7 14,-7 11 1,2-2-160,-2 8 159,-4 0 0,13 6 0,-5 0 0</inkml:trace>
  <inkml:trace contextRef="#ctx0" brushRef="#br0" timeOffset="35">5264 14548 7601,'0'10'-519,"0"-2"0,0-6 339,0 3 169,0-3-138,0 6 197,0-8-227,0 0 185,8 0 88,-6 0-91,6 0 187,-8 0-156,7 0-20,-5 0-8,14 0-7,-7 0 0,9-6-40,-1 0 1,0 1-11,1 5 0,-1 0 22,1 0 1,-1 0 14,0 0 1,1-2-30,-1-4 1,0 4 21,1-4 0,1 2-28,4-2 0,-9 5 32,3-5 0,-3-2 17,3 2 0,0 0 0,1 6 0</inkml:trace>
  <inkml:trace contextRef="#ctx0" brushRef="#br0" timeOffset="36">5264 14722 7992,'18'0'-1601,"-1"0"1454,0 0 1,-5-6 156,-1 0 1,1 1-30,5 5 1,1-6 24,-1 0 0,1-2-64,-1 3 0,0 1 16,1-8 0,5 6-7,0-5 1,6 5 29,-6-6 1,6 7 18,-6-7 0,6 2-3,-6-1 0,2-3 3,-1 8 0,3-7 0,7 3 0</inkml:trace>
  <inkml:trace contextRef="#ctx0" brushRef="#br0" timeOffset="37">5455 14913 6242,'-9'2'-14,"3"4"-17,4-4 1,2 8 1,0-5-11,0-3 40,0 14 0,0-12-7,0 7 16,0 1 1,0 5 7,0 1 0,0-7 24,0 1 36,0-1-31,0 7 1,2-3 11,4-3 1,-3-5 85,9-7 1,-6 0-99,5 0 1,1 0 0,5 0 1,-1-2-41,-5-3 1,5-5-6,-5-7 0,5-1-15,1 1 0,-1 0 20,-5-1 1,5 1-12,-5-1 0,-1-1-3,2-4 0,-9 4 3,3-5 1,-4 11-26,-2 1 47,0 1-205,0-7 0,-8 9 113,-3 3 0,-5 4-13,-1 2 0,0 2 13,-1 4 0,1 3-10,0 9 0,-1-1 22,1 0 1,-1 1 61,1-1 0,0 6 0,-1 1 0,7-1 0,-1-6 0,1 1 0,-7-1 0</inkml:trace>
  <inkml:trace contextRef="#ctx0" brushRef="#br0" timeOffset="38">5768 14844 7970,'17'0'-920,"-1"-2"746,-5-4 1,-1 4 150,-4-4 1,-2 4-68,7 2 0,-5 0 89,6 0 0,-7 0-103,7 0 1,-6 0 5,5 0 0,-5 0 67,6 0 0,-6 0-17,5 0 0,-5 0-48,6 0 27,-1 0 69,6 0 0,-7 0 0,6 8 0,-7 2 0</inkml:trace>
  <inkml:trace contextRef="#ctx0" brushRef="#br0" timeOffset="39">5785 15000 7966,'10'0'-387,"5"0"0,-11 0 233,8 0 1,-8-2-131,2-4 88,3 4 7,1-5 0,7 7 189,1 0 0,-1-8 0,0-2 0</inkml:trace>
  <inkml:trace contextRef="#ctx0" brushRef="#br0" timeOffset="40">6029 14496 7966,'0'10'-202,"0"-1"177,0-3-419,0-4 234,0 14 0,0-13 114,0 9 1,0-6-11,0 5 1,0 1 33,0 5 0,0 3 33,0 3 0,0-2 3,0 8 0,0 6-22,0 5 0,0 9 26,0-3 0,-6 4 3,0 2 1,-6-1-15,7-5 0,-7-4 19,6-7 0,-5-2 24,5-4 0,-8 4 0,5-14 0,-9 6 0</inkml:trace>
  <inkml:trace contextRef="#ctx0" brushRef="#br0" timeOffset="41">5594 15400 7890,'0'17'0,"0"-5"-406,0-1 1,0-5 274,0 6 1,0-6-74,0 5 1,0-5 61,0 6 0,2-7 114,4 7 1,-4-6 24,4 5 0,-2-5-8,1 6 0,-1-6 2,8 5 27,-8-7-59,11 11 36,-5-13 0,7 6 5,0-8 0,-5 0 47,0 0 1,-7 0 5,7 0 0,0 0-43,5 0 1,-5 0 3,-1 0 1,1 0-5,5 0 0,0-6 3,1 1 0,-1-7-178,1 6 165,7-7 0,-6 3 0,6-7 0</inkml:trace>
  <inkml:trace contextRef="#ctx0" brushRef="#br0" timeOffset="42">6307 14861 7890,'-10'0'-699,"2"0"1,6 0 604,-4 0 51,5 0-9,-7 0 62,8 0-11,0 0 3,8 0 1,-5 0 0,9 0 0,-2-2 0,1-4 0,5 2 4,-5-7 0,3 5-7,-3-5 1,5 5 14,-5-6 0,11 6-13,1-5 1,0 1 35,-6-1 0,1-3-34,-1 8 1,6 0 1,0 6 0,1-5 7,-7-1-9,0 0 0,-1 14 8,-5 3 1,3 5-3,-8 1 1,-1 1-22,-5-1 1,0 2 15,0 4 0,-2-1-32,-3 7 0,-5-6-17,-7 6 0,-3 0-9,-3 6 0,-2-1 21,-4 1 1,2-6-6,4 0 1,4-8-47,-5 2 1,-1 1-85,2-7 167,0 4 0,6-19 0,-1 14 0,1-7 0</inkml:trace>
  <inkml:trace contextRef="#ctx0" brushRef="#br0" timeOffset="43">6341 15191 7890,'12'-9'-999,"-1"3"1,-5 4 1148,6 2 0,-6-6-27,5 0 1,-5 1-73,6 5 1,-7 0-26,7 0 1,-6 0 13,5 0-66,1 0-14,5 0-135,1 0 128,-1 0-50,0 7 0,-1-3 50,-5 8 0,3-6 0,-8 5-2,7-7 0,-9 6-39,8-5 62,-8-3 1,5 6 25,-3-8 0,-4 0 0,6 0 0,-8 0 0</inkml:trace>
  <inkml:trace contextRef="#ctx0" brushRef="#br0" timeOffset="44">6741 14653 7890,'0'9'-55,"0"1"39,0-4 11,0-4-403,8 5-112,-6 1 254,5-6-111,-7 13 312,0-5 0,0 7 10,0 1 0,0-1 92,0 1 0,0 5-58,0 0 1,0 8 28,0-2 0,0 9 111,0 3 0,0 0-183,0-7 0,0 1 80,0 0 1,0-2-134,0-4 0,0 2 38,0-8 79,0 0 0,0-13 0,0-3 0,0-7 0</inkml:trace>
  <inkml:trace contextRef="#ctx0" brushRef="#br0" timeOffset="45">6880 14965 7890,'17'0'0,"-5"-2"-210,-1-3 1,-5 3 239,6-4 0,-6 2-252,5-2 0,-5 4 122,6-3 0,-9 1-298,3-2 236,4 4 1,-6-8-75,7 5 239,-7 3-3,4-6 0,-8 6 0,0-4 0,0 4 0,0-7 0,0 3 0,0 2 0,0-8 0,0 6 0,0-5 0,0 5 0,0-5 0,8-1 0,1-5 0</inkml:trace>
  <inkml:trace contextRef="#ctx0" brushRef="#br0" timeOffset="46">7054 14566 7890,'0'11'-266,"0"1"0,-2-6-333,-4 5 0,4-5 862,-4 6-117,4-9-152,2 13 0,0-6 22,0 7 0,0-6-14,0 1 1,0 0 21,0 5 1,0 8-5,0 4 0,0-2-56,0 2 1,0 2 51,0 10 0,0-3-61,0 9 0,0-3 54,0 2 0,6 5-115,0-5 1,2 6 10,-3 6 0,-1-10-93,8 4 0,-8-3 188,1 3 0,5 0 0,0 0 0</inkml:trace>
  <inkml:trace contextRef="#ctx0" brushRef="#br0" timeOffset="47">8235 14635 6230,'10'0'-45,"-3"0"41,-7 0 16,0 0 128,0 8-120,0-6-5,0 6 0,0-7 20,0 5-30,0-4-2,0 14 0,2-13-14,4 9 5,-4 0 1,6 5-7,-8 0 0,0 3-4,0 3 0,6-2 2,-1 8 0,1-6 11,-6 6 0,6-2 0,0 2 0,0 2 2,-6-8 1,0 6-1,0-6 1,1 3 0,5-3 1,-4-4-27,4 4 0,-4-3-3,-2-3 1,0 0-268,0 1 296,0-1 0,8 0 0,1 1 0</inkml:trace>
  <inkml:trace contextRef="#ctx0" brushRef="#br0" timeOffset="48">8339 14618 7872,'2'9'-994,"4"-3"0,-4-2 1310,4 2-247,-4-4 1,0 6-77,3-8-33,-3 0-44,6 0-102,0 0 132,-6 0 7,13 0 46,-13 0 35,13 0 1,-11 0-6,8 0 0,-6 0 39,5 0-58,-7 0 0,12 0 7,-5 0 0,-1 0-68,1 0 0,-5 0 66,6 0 0,-6 0-64,5 0 1,-5 0 39,6 0-2,-1 0 0,6-2 93,1-4-36,-1 4 0,1-6-3,-1 8-11,0-8 1,1 6 17,-1-3 0,-5 3-20,-1 2 0,1 0-51,5 0 0,-5 0 19,-1 0 1,1 0-4,5 0 1,-5 0-7,0 0-16,-1 0 43,6 0-10,1 0 0,-1 0 110,1 0 1,-7 0-101,1 0 0,-6 0 54,5 0 0,-5 0-40,5 0 0,-5 2-7,6 3-25,-1-3-5,7 6 21,-1-8-26,1 8-17,-1-6 1,0 6 29,1-8 0,-7 0 50,1 0 1,-6 5-47,5 1 0,-5 0 10,6-6 19,-1 0 1,7 0 7,-1 0 0,-5 0-31,-1 0 1,1 0-1,5 0 0,-5 0-36,-1 0 0,1 0 37,5 0 0,1 0-38,-1 0 1,-5 0 27,-1 0 1,1 0-17,5 0 1,0 0 11,1 0 0,-1-6-3,1 0 4,-1 1 0,0 5 1,1 0 0,-1-2-1,0-4 1,1 4 0,-1-4 0,-5 4 25,-1 2 1,1 0-24,5 0 1,-5 0-4,-1 0 1,1 0 0,5 0 0,1 0 0,-1 0-9,1 0 3,-1 0 0,0 0-34,1 0 0,-7 0 28,1 0 10,-1 0 1,7 0 0,-1 0 0,-5 0 1,-1 0 1,1 0 1,5 0 0,1 0-1,-1 0 1,-5 0 2,-1 0 0,-5 0-3,6 0 1,-1 0-2,6 0 1,-1-2-2,-4-4 1,3 4 0,-3-3 0,3 3-1,2 2 1,1-6-16,-1 0 0,0 0-2,1 6 0,-1-2 10,1-3 0,-1 3-3,0-4 1,3-2 8,3 2 1,-4 1-8,4 5 1,-3-6 39,-3 0 1,6 0-37,0 6 0,0-2 36,-5-4 0,-1 5-29,1-5 1,-1 4 3,0 2 0,1 0-17,-1 0 0,0 0-3,1 0 1,-1 0 2,1 0 0,-1 0 9,0 0 0,1 0-6,-1 0 1,0 0 24,1 0 0,-1 0 4,1 0 0,-1 0-8,0 0 1,1 0 4,-1 0 0,0 0-16,1 0 0,-1-2 3,1-4 1,-1 4-5,0-4 1,1 4 6,-1 2 1,0 0-6,1 0 0,-1 0-5,1 0 1,-1-5-4,0-1 1,6 0 2,1 6 0,-1-2-1,-6-4 1,6 4 0,0-3 1,1 3 0,-7 2 0,2-6-1,4 0 1,-3 0 0,3 6 0,-4 0 57,-1 0 1,5 0-50,0 0 1,0-5 2,-6-1 0,1 0-10,-1 6 1,1 0 1,-1 0 1,0 0 12,1 0 1,-1 0-2,0 0 1,1 0-15,-1 0 0,6 0 5,1 0 0,-1 0-17,-6 0 0,0 0 13,1 0 1,-1 0-7,1 0 0,-1 0 9,0 0 0,1 0 0,-1 0 0,0 0 1,1 0 1,-1 0-2,1 0 0,-1 0-1,0 0 0,6 0 0,1 0 1,-1-6 0,-6 0 1,1 1-5,-1 5 0,6-6-1,0 0 0,0 0 4,-5 6 1,-1-6-1,1 1 0,-1-1 18,0 6 1,1 0 2,-1 0 1,0-6-27,1 0 0,-1 0 9,1 6 0,-1 0-19,0 0 1,6 0-19,1 0 0,-1 0-7,-6 0 1,1 0 31,-1 0 1,6 0-9,0 0 1,0-2 37,-5-3 1,-1 3-2,1-4 1,1 4 83,4 2 1,-4 0-64,4 0 1,-3 0-28,-3 0 0,0 0 25,1 0 1,-1 0-70,1 0 1,-1 0 25,0 0 1,1 0-8,-1 0 1,0 2-7,1 4 0,-1-4-12,1 3 0,-5-3 9,4-2 1,-9 0 13,10 0 1,-5 0 48,4 0 0,1 0-16,-1 0 1,1 0 4,-1 0 1,0 0-34,1 0 0,1 0 5,4 0 0,-4 0-49,5 0 1,-5 0-12,-2 0 0,6 0-37,1 0 1,-1 0 73,-6 0 1,1 0-49,-1 0 0,6 0 18,0 0 0,0-5-16,-5-1 9,-1 0 0,1 6-5,-1 0 0,-5-6-132,-1 0-26,-7 1-217,11 5 432,-13 0 0,6 0 0,-8 0 0</inkml:trace>
  <inkml:trace contextRef="#ctx0" brushRef="#br0" timeOffset="49">8426 15157 5759,'0'17'0</inkml:trace>
  <inkml:trace contextRef="#ctx0" brushRef="#br0" timeOffset="50">8391 15157 6554,'0'9'-796,"0"-1"796,0-8 1,8 8 1,-6-6 19,6 5 1,-8 1 84,0-6-98,0 6 1,6-6 4,-1 3 6,1-3 2,-6 6-22,0 0-2,0-6 1,0 7 6,0-3-7,0-4 0,6 8-20,0-4 24,0-4 1,-6 7-13,0-3 16,0-4 1,0 8 5,0-5 37,0-3 9,0 6-34,0 0 6,0-6-41,0 13 37,0-13-39,0 13 0,5-11 12,1 8 1,0-6-10,-6 5 4,0-7 2,0 12 1,0-13 7,0 9 1,2-8 6,4 2 39,-4 3 0,5-5-35,-7 8 37,0-8 0,2 5-14,4-3-15,-4-4 1,6 8-22,-8-4-1,0-5-7,0 7 28,7-8-22,-5 0 1,6 2 9,-8 4-32,0-4 29,0 6 3,0-8 640,0 0-678,0 7 27,0-5-26,0 6 34,0-8-6,8 0 0,-4 0 27,7 0 1,-5 0 33,6 0-19,-1 0 0,6 0-25,1 0 0,-1 0-10,1 0 1,-1 0 15,0 0 1,1 0-1,-1 0 0,0 0-25,1 0 1,1 0-3,4 0 0,-3 0-20,3 0 0,-4 0 32,-2 0 0,1 0-14,-1 0 0,6 0 9,1 0 0,-1 0 0,-6 0 0,0 0-3,1 0 1,5 0-2,0 0 0,2 0 4,-2 0 1,-3 0 0,3 0 1,2 0 79,-2 0 1,0 0-76,-5 0 1,-1-6 22,0 0 1,7 1-17,-1 5 1,0 0 10,-6 0 1,3 0-17,3 0 1,-4-2-10,4-4 1,-3 4 20,-3-4 0,0 4-1,1 2 1,5-6 14,0 1 1,0-1-21,-5 6 0,-1-6-18,0 0 0,1-1 19,-1 1 0,0 4-40,1-4 0,5 4 21,0 2 0,0-2-8,-5-4 1,-1 4 6,0-3 0,1 3-10,-1 2 1,1 0 18,-1 0 0,0 0 6,1 0 1,1 0 3,4 0 0,-4 0-11,5 0 0,-5 0 40,-2 0 0,3 0-36,3 0 1,-4 0-2,4 0 1,-2 0-10,3 0 0,-5 0-4,4 0 0,2 0-14,-2 0 0,0 0 23,-5 0 0,5 0-18,0 0 1,6 0 11,-6 0 1,0 0 21,-5 0 0,1 0-10,4 0 0,-1-6 4,6 0 0,-6 0-5,1 6 1,-2 0 1,2 0 0,-1 0-12,6 0 1,-6-6-3,1 1 1,4-1-17,2 6 1,-4 0 17,-2 0 0,2 0-4,-2 0 1,1-2-2,-7-4 0,6 4 1,0-4 1,0 5 0,-5 1 0,-1-2 1,1-4 1,-1 4 1,0-4 0,1 4-1,-1 2 0,0-2 1,1-4 0,-1 4-1,1-3 1,-1 3-1,0 2 1,3 0-1,3 0 1,-10 0-1,5 0 0,-5 0 0,4 0 0,1 0 0,-1 0-1,1 0 1,-1 0 1,0 0-1,1 0 0,-1 0 0,0 0 1,1 0-1,-1 0 0,6 0 9,1 0 1,-1-2 0,-6-4 1,6 4 0,0-4 0,3 2 1,-3-1 1,-4 3-11,4-4 0,2 4 0,-2 2 0,6 0-8,-5 0 1,1-6 7,-2 0 0,-2 1-1,8 5 1,-6-2-32,6-4 0,-6 4-6,6-4 0,-6 2 31,6-1 0,-5 1 1,4-8 1,-4 8 11,5-2 0,-8-1-16,2 1 0,2-2 18,-2 2 0,6 4-14,-6-3 1,1 3 8,-7 2 1,6 0 31,0 0 0,0 0-3,-5 0 1,-1 0-25,1 0 1,-1 0 1,0 0 0,6 0-67,1 0 1,-1 0 63,-6 0 0,1 0-74,-1 0 0,2 0 62,4 0 0,-3 0-43,3 0 0,-4 0 33,-2 0 1,1 0-4,-1 0 1,-5-6 11,-1 0 1,1 0 10,5 6 0,1 0 33,-1 0 1,0 0-43,1 0 0,-1 0 29,1 0 0,-1-2-22,0-3 1,1 3-3,-1-4 0,6 2-1,0-2 0,1 4 0,-7-3 0,6 1 7,0-2 1,0 4-2,-5-4 1,-1 4-13,1 2 1,5-6 6,0 1 1,0-1 25,-6 6 1,1 0 18,-1 0 0,2 0 6,5 0 1,-5 0-39,4 0 0,2 0 3,-2 0 1,6 0-14,-5 0 1,6 0-4,-1 0 0,-2 0-87,2 0 1,-7 0 95,1 0 1,4 0-13,2 0 0,-4 0 22,-2 0 0,-2-2 4,2-4 0,-3 4-28,3-4 1,-4 4 9,-1 2 1,5 0-63,0 0 25,0 0 0,-6-5-87,1-1 1,-7 0 10,1 6-305,-8 0 74,4 0-246,-8-8 583,0 6 0,-8-13 0,-2 5 0</inkml:trace>
  <inkml:trace contextRef="#ctx0" brushRef="#br0" timeOffset="51">10441 14548 6069,'0'10'232,"0"-2"-219,0-8 1,0 2 9,0 3-194,0-3 222,0 6-120,0-8 1,0 2 51,0 4-30,0-4 16,0 5 17,0 1 1,0-4 149,0 8 1,0-7-78,0 7 1,0 0 23,0 5 0,0 0-47,0 1 1,0 5-60,0 0 0,2 8-2,4-2 0,-4 6-12,4 5 1,-2-3 28,2 3 0,-5-1-14,5 2 0,-4-5 32,-2 5 0,0-4-2,0-3 1,0 1-9,0 0 1,0-8-2,0-4 0,0-4-111,0-1 0,2-1 53,4 1 1,-4-7 58,4 1 0,-4-8 0,-2 3 0</inkml:trace>
  <inkml:trace contextRef="#ctx0" brushRef="#br0" timeOffset="52">10598 14739 7810,'2'10'-1695,"4"-4"2041,-5-4-318,7 6-32,-8-7-74,8 7 0,-6-6 152,4 4-139,-4-4 0,-1 6 71,5-8 0,-4 1-24,4 5-38,-4-4 34,6 6 46,-6 0 1,7-1 80,-3 5 1,-4 3-25,4-3 1,1 3-57,-1 3 0,2 5-53,-2 0 0,-2 2 1,7-2 0,-7-3-14,2 3 1,2-4 26,-3-1-3,9-1 0,-10-2-27,7-3 22,-7-4 1,6-8 73,-4 0 1,-4-2-63,3-4 1,-1-4 42,2-7 0,-4 0-27,4-1 0,-2-5 0,1 0 0,-3 0-36,4 5 0,2 1-4,-2 0 1,1-1-23,-1 1 0,-4 5-304,4 1 360,4-1 0,-9-5 0,7-1 0</inkml:trace>
  <inkml:trace contextRef="#ctx0" brushRef="#br0" timeOffset="53">11189 14479 7832,'0'9'-1038,"0"7"1,0-12 1037,0 7 0,0-5 216,0 6 1,0-7-108,0 7 0,0-6-71,0 5 0,0 1 15,0 5 1,0 1-128,0-1 1,0 1 90,0-1 0,0 2-7,0 4 1,0-1 42,0 7 0,0-6-12,0 6 0,0 2-36,0 9 1,0-3 16,0 3 0,5 3-72,1-3 1,0 3 75,-6-2 0,6-7-151,-1 1 1,7-2 32,-6-10 1,2 6-68,-3-6 1,-3 0 158,4-5 0,4-9 0,-1-1 0</inkml:trace>
  <inkml:trace contextRef="#ctx0" brushRef="#br0" timeOffset="54">11501 15782 7727,'0'12'-1605,"0"-1"1235,0-7 370,0 12 178,0-7-138,0 9-23,0-1-26,0 1-3,0-1 37,0 0-1,0 1-39,0-1 1,0-5 27,0-1-28,0-7 1,0 6 23,0-4-36,0-4 28,8 5-3,-6-7 0,6-2 26,-8-3-6,0-5 1,0-8-28,0 1 1,0 0 0,0-1 0,5 1-31,1 0 0,0-1 37,-6 1 0,0-1-5,0 1 1,6 0-1,0-1 1,-1 1 3,-5 0 0,2-1 1,4 1 1,-2 5 4,8 1 0,-9-1 68,3-5 15,4 7-59,-1-5 1,9 13-16,-1-4 1,-5 4-22,-1 2 0,-5 0 19,6 0 0,-6 0 9,5 0-2,-7 8 0,10 1-2,-9 9 1,1-7-4,-6 1 1,6-1-1,0 7 32,-1-1 0,-5 1-29,0-1 0,0-5-2,0-1 0,0-5 59,0 5 4,0-7-33,0 12-18,0-14 1,0 4-26,0-12-7,-7 4 0,5-14-50,-4 5 1,4 1 65,2-1 0,2-1-30,4-5 0,-2 1 17,7 4 0,-5-3-6,6 3 1,-3 3 3,3-3 0,3 3 8,-3-3 0,3-2 11,3 9 1,-1-1-2,0 6 1,1 0 31,-1 0 0,1 0-37,-1 0 1,-2 2-12,-3 4 1,3 3 8,-3 9 0,-2-1 0,1 0 0,-1 7-46,1-1 1,-1 2-9,-4-2 0,-4-2-149,4 8 0,1-8 198,-1 3 0,0 3 0,-6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5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5334 16895 5741,'0'9'0,"0"-1"0,0-8 0,0 0 0,0 8 103,0-6-77,0 5 6,0-7 54,0 0-75,0 8 76,0-6-80,0 6 8,0-8 1723,0 0-1728,7 0 40,-5 0-35,14 0 0,-12 0-1,7 0 0,-5 0-2,6 0 0,-7 0-7,7 0 0,-6 0-3,5 0 0,-5 0-12,6 0 0,-7 0-12,7 0-45,0 0 0,-1 0 65,1 0 0,-6 0-17,5 0 56,-7 0 0,6 0 57,-5 0-51,-3 0-14,14 0 0,-14 2-31,4 4 0,-3-4 40,3 3-79,-4-3 45,6 6 0,-6 0-4,4 3 1,-4-1-2,3-4 4,-3 3 0,-2 9-21,0-1 0,0 1 2,0-1 1,0 0-59,0 1 1,0-1-127,0 0 1,-7 3 29,-5 3 0,2-4 56,-1 4 1,5-3 19,-6-3 1,7 0 23,-7 1 1,8-7-5,-2 1 0,-1-6-25,1 5 0,-2-5-49,2 6-54,4-8 202,-5 3 0,7-7 0,0 0 0,7-7 0,3-3 0</inkml:trace>
  <inkml:trace contextRef="#ctx0" brushRef="#br0" timeOffset="1">5664 17016 7830,'0'10'-634,"0"-2"1,-2-8 494,-4 0 16,4 0 60,-6 0 55,8 0 340,0 0-73,0 7-159,0-5-26,0 6-28,0-8 46,0 0-85,8 0 0,-4 0-67,8 0 1,-7 0 31,7 0 1,-6 0-349,5 0 145,-7 0 87,12 0 84,-7 0 0,3 0-88,-1 0 82,-7 0 0,6 0 66,-4 0 0,-4 8 0,5-6 0,-7 6 0,0-8 0,8 7 0,2 3 0</inkml:trace>
  <inkml:trace contextRef="#ctx0" brushRef="#br0" timeOffset="2">5664 17155 7074,'9'0'-528,"-1"0"545,-8 0-6,0 0-14,8 0 13,-6 0-23,5 0 45,-7 0 0,8 0-55,-6 0 1,8 0 41,-4 0-102,-4 0 38,13 0 0,-11 0-268,7 0 194,-7 0 119,12 0 0,-7 0 0,9 0 0</inkml:trace>
  <inkml:trace contextRef="#ctx0" brushRef="#br0" timeOffset="3">5820 16877 7830,'0'18'-168,"0"-7"70,0 1 1,0-6 90,0 5 1,6-5-114,0 6 0,-1-7 88,-5 7-76,0 0 0,0 5 12,0 0 1,0 1 105,0-1 1,0 6-113,0 0 0,0 3 108,0-3 1,0-2 23,0 8 1,0 0-51,0 6 1,0-2 8,0-4 0,0 1-53,0-6 1,0 1-123,0-2 1,0-4 86,0 4 0,0-9 99,0-3 0,0-7 0,0 4 0,0-8 0,0 0 0</inkml:trace>
  <inkml:trace contextRef="#ctx0" brushRef="#br0" timeOffset="4">5560 17555 7825,'0'10'-181,"0"5"14,0-13 0,-2 12 117,-4-8-400,4-1 360,-6-5-106,8 0 274,0 0 26,8 0-77,-6 0 1,11-2 31,-7-3-26,8 3 0,-5-12-4,9 8 0,-7-1-17,1 1 1,-1 4 12,7-4 0,-1-2-33,0 3 0,-5-1-19,0 6 1,-1-2-5,7-4 0,-7 4-22,1-4-18,-1 4 49,7 2-4,-1 0 68,0 0-53,-7 8 1,-2-4 36,-8 8 1,0-1-67,0 7 0,0-1 0,0 0 0,-6-3-28,0 3 0,-5-3-145,5 9 1,-6-10 114,7-1 0,-7 0 98,6 5 0,-7-7 0,3 5 0,-7-5 0</inkml:trace>
  <inkml:trace contextRef="#ctx0" brushRef="#br0" timeOffset="5">5664 17694 7300,'9'0'-133,"7"0"1,-12 0 100,7 0 1,-5 0-100,6 0 0,-7 0-50,7 0 1,-6 0 94,5 0-19,-7 0 0,10-2 51,-8-3 1,1 3-85,-1-4 138,-4 4 0,8 2 0,-5 0 0,-3 0 0,6-8 0,-8-2 0</inkml:trace>
  <inkml:trace contextRef="#ctx0" brushRef="#br0" timeOffset="6">5664 17694 6808,'0'10'-55,"0"-2"83,0-1 113,0-5-41,0 14 14,0-7-16,0 9 27,0-1 65,0 1-94,0-1 1,2-5-41,3-1 6,-3-7 0,14 9-124,-5-7 1,-1 0-127,2-6-259,-1 0 332,14 0 1,0 0-84,4 0 1,-4 0 41,-7 0 0,5 0-2,0 0 0,6-8 91,-6-3 0,8-3 67,-2 3 0,4-5 0,2-1 0,-1-10 0</inkml:trace>
  <inkml:trace contextRef="#ctx0" brushRef="#br0" timeOffset="7">6220 17069 5915,'0'-10'5,"0"2"1,0 6 136,0-4 12,0 4 0,0-5 32,0 7 182,0 0-240,0-8-142,0 6 231,0-6-115,0 8 0,2 0-35,3 0 0,-1 0 95,8 0-166,-1 0 1,7-5 67,-1-1 0,2 0-164,5 6 1,-5-2 90,4-4 0,-2 4-96,3-3 0,-5-3 187,4 2 0,2 0-9,-2 6 0,0-6-54,-5 1 0,-1-1 52,1 6-147,-1 0 9,0 0 15,1 0 73,-9 8 0,-1 1-78,-8 9 1,0-1-1,0 0 0,-6 1-15,0-1 1,-5 1-26,5-1 0,-7 0-110,1 1 1,2-1 67,-1 0 1,1 1-354,-1-1 440,-5 1 1,8-1 51,-3 0 0,-3-5-15,8 0 17,-7-9-48,3 13 1,-1-14 45,-1 4 0,8-5 0,-5-1 0,3 0 0,4 0 0,-8-1 0,4-5 0,5 4 0,-7-14 0,8 13 0,0-9 0,0 8 75,0-11 60,-8 13 0,6-8-45,-4 4 23,4 4 84,2-5-103,0 7 135,0 0-214,0 7 0,2-3-14,4 8 1,-4-6-17,4 5 0,-4-5 1,-2 6 2,0-1 1,0 6-53,0 1 1,0-1 70,0 1-191,0-1 0,0 0 43,0 1 0,0-1 141,0 1 0,-2-7 0,-4 1 0,4-8 0,-13 19 0,5-4 0</inkml:trace>
  <inkml:trace contextRef="#ctx0" brushRef="#br0" timeOffset="8">6289 17451 7823,'12'0'-527,"-1"0"382,-7 0-25,12 0 42,-7 0-59,9 0 0,-1 0 138,0 0 1,1-6-115,-1 0 0,1-5 147,-1 5 0,2-8-7,4 3 1,-3-5 22,3-1 0,-4 5 0,-1 1 0,-1 5 0,0-6 0,8 1 0,2-7 0</inkml:trace>
  <inkml:trace contextRef="#ctx0" brushRef="#br0" timeOffset="9">6741 16895 7407,'0'11'-1205,"0"1"1265,0-8-2,0 11 1,0-5 255,0 7-228,0 1 0,0 5 11,0 0 0,0 2-105,0-2 0,0 2 31,0 4 1,0 6-3,0 0 0,0 0-26,0 5 0,0-1-20,0 1 1,-6-3 2,0 4 0,1-5-12,5-1 1,0-2-76,0-4 1,0 2 60,0-8 1,0 0-320,0-6 275,0 1 0,0-7-125,0 1 217,0-8 0,0-4 0,0-10 0,0-7 0,7-8 0,3-2 0</inkml:trace>
  <inkml:trace contextRef="#ctx0" brushRef="#br0" timeOffset="10">6776 17277 7806,'9'0'-174,"-1"8"1,-6-6 201,4 4 177,-4-5-540,5-1 203,1 0-159,-6 0 119,13 0 0,-11 0 67,8 0 0,-6 0-163,5 0 173,-7 0 0,12-1 95,-5-5 0,-1 4 0,1-4 0,-7 4 0,12-6 0,-7-1 0</inkml:trace>
  <inkml:trace contextRef="#ctx0" brushRef="#br0" timeOffset="11">8270 16982 6677,'9'0'-606,"-1"0"466,-8 7 70,0-5-16,0 6 71,0-8 1,0 2 14,0 4 40,0-4 12,0 5 180,0 1-183,0-6 1,0 8 16,0-5 1,0-1-24,0 8 0,0-6 10,0 5 1,0 1-57,0 5 0,0 1 43,0-1 0,0 0-92,0 1 1,0 5 42,0 0 0,0 6-13,0-6 0,0 6 20,0-6 0,0 3-4,0-3 1,0-4-2,0 4 3,0 4 0,0-7-118,0 3 0,0-4 105,0-2 17,0-7 0,0 6 0,0-7 0</inkml:trace>
  <inkml:trace contextRef="#ctx0" brushRef="#br0" timeOffset="12">8391 16929 7432,'10'8'-1032,"-2"-6"1035,-1 6-12,-5-8 0,8 0-28,-4 0 103,-4 0-196,6 0 90,-1 0-29,-5 0 160,14 0-41,-7 0 1,3 0 71,-1 0-90,-7 0-2,12 0-3,-7 0 0,9-6 8,-1 0 1,-5 0 51,-1 6-44,1 0 0,5-1-14,1-5 0,-7 4 20,1-4-62,-1 4 1,7 2 70,-1 0-62,0 0 1,1 0 26,-1 0 1,-5 0-37,-1 0 0,1 0 29,5 0 1,-5 0-2,0 0 1,-1 0 26,6 0 0,-5 0 4,0 0 0,-1 0 9,7 0 0,-7 0 72,1 0-62,-1 0 0,7 0-22,-1 0 0,0 0-39,1 0 1,-7 0-2,1 0 0,0 0-2,5 0 1,0 0 25,1 0 0,-7 0-3,1 0 1,-1 0-5,7 0 1,-1 0-3,1 0 1,-7 0-35,1 0 0,-1 0 57,7 0-37,-1 0 0,0 0-9,1 0 1,-1 0-4,1 0 1,-7 0 3,1 0 0,-1 0 1,7 0 1,-1 0 12,0 0 1,1 0-3,-1 0 0,1 0-3,-1 0 0,-4-6 1,5 1 1,-9-1-7,15 6 1,-9 0 3,8 0 0,-3 0-2,-3 0 0,0 0 19,1 0 0,-1 0-1,0 0 1,1 0 11,-1 0 1,1 0 5,-1 0 0,6 0 5,0 0 0,2 0-20,-2 0 0,-3 0 23,3 0 0,-2 0-43,2 0 0,-3 0-5,3 0 0,-4 0-2,-2 0 1,1-6-11,-1 0 0,1 0-86,-1 6 1,2 0 57,4 0 0,-3-2 54,3-3 1,-4 3-29,-1-4 1,-1 2 71,0-2 0,3 4-43,3-4 1,-4 5 9,4 1 1,-1-2 22,1-4 1,-4 4 10,4-4 1,2 4-41,-2 2 1,6 0-11,-5 0 0,4-6-29,-4 1 0,5-1 36,-6 6 0,8 0-6,-2 0 0,-2 0 9,2 0 1,-6 0 2,6 0 0,-2 0-3,2 0 0,-2-2 12,-4-4 1,-2 4-13,8-4 0,-2 2 2,2-1 0,2 3-43,-8-4 0,2 4 31,-2 2 1,2-6-6,4 0 0,-2 1 40,-3 5 0,-3 0 2,8 0 0,-6-6-40,6 0 1,-8 0 5,2 6 1,2-6-25,-1 1 1,5-3 27,-6 2 1,2 4-29,-2-4 1,-2 3 18,8-3 0,-2 4-17,2-4 1,2 4 5,-8 2 1,6-2-3,-6-4 1,6 4 8,-6-3 1,3 3 2,-3 2 0,-2-2 69,8-4 1,-6 4-65,6-4 0,-6-1-13,6 1 1,-6 0 4,6 6 1,-2-6-4,2 0 1,4-1 5,-4 1 1,2 4-2,-2-4 1,8-2-10,-9 3 0,9-1-6,-8 6 1,-2-6 39,2 0 0,4-1 82,2 1 1,3 4-40,-9-4 1,4-2-25,2 2 1,0-1 1,-1 1 0,1 2-28,0-7 0,5 7 5,1-2 0,-1-2-38,-5 2 0,0 1-131,0 5 1,-1-6 98,1 0 0,0 0 32,0 6 1,-6 0 55,0 0 1,-2 0-20,1 0 1,9 0 9,-8 0 0,6-2-7,-12-4 1,8 5 13,-2-5 1,-2 4 1,2 2 0,-8 0-7,2 0 0,4-2 40,2-4 1,-2 4-42,2-4 1,-2 4-34,2 2 0,4 0-9,-4 0 0,4-5-86,2-1 0,-3 0 49,-3 6 0,4 0-2,-4 0 0,4 0 16,2 0 1,-6-6-21,0 0 0,0-5 21,5 5 1,-1-2 2,-4 3 1,4 1 28,-4-8 0,2 8-51,-2-2 1,2 3 2,-8-3 0,0 4 12,-6-4 1,1 4-43,-1 2-87,0 0-243,1 0-19,-9 0 1,-3 0 151,-12 0 0,3 0-214,-9 0 0,-5 6 485,-7 0 0,1 7 0,-2-3 0,-2 7 0</inkml:trace>
  <inkml:trace contextRef="#ctx0" brushRef="#br0" timeOffset="13">8391 17590 6804,'0'10'-629,"0"-3"525,0-7 446,0 0-310,0 8-13,0-6-3,0 6 52,0-8 1,0 7 19,0-5-67,0 6 0,0-6 107,0 4-55,0-4 24,0 5-87,0-7-1,0 0-7,0 8 0,2-6-8,4 4 0,-2-4 22,8-2 1,-7 0-3,7 0 1,0 0 34,5 0 1,0 0-4,1 0 0,-1 0 10,0 0 1,7-2-31,-1-4 0,6 4 7,-6-4 0,6 4-3,-6 2 0,6-5-11,-6-1 0,6 0 5,-6 6 0,6-2 7,-6-4 0,6 4-42,-6-3 0,3 3 15,-3 2 0,-4 0-5,4 0 1,2 0 17,-2 0 0,3 0-1,-3 0 0,-4 0 23,4 0 1,-2 0 3,3 0 0,-5-2-46,4-4 0,-2 4 25,2-4 0,-3 4-5,3 2 0,2 0-5,-2 0 1,0 0 0,-5 0 1,5 0-20,0 0 1,0 0-6,-5 0 1,-1 0 5,0 0 1,6 0-3,1 0 0,-1 0 70,-6 0 1,6 0-56,0 0 1,6-2-8,-5-3 1,1 3 14,-2-4 0,-4 4 6,4 2 0,2 0-2,-1 0 0,1 0-2,-2 0 0,-4 0-16,4 0 1,-3 0-9,-3 0 1,0 0-17,1 0 1,-1-6 26,0 0 1,7 1-10,-1 5 0,0 0-1,-6 0 0,1 0 1,-1 0 0,6-2 30,0-4 0,1 4 5,-7-4 1,2 4 10,4 2 0,-3 0 8,3 0 0,-4 0-58,-1 0 0,5 0 29,0 0 1,0 0-22,-6 0 1,3 0 15,3 0 0,-2 0-6,8 0 0,-8 0 15,3 0 0,1 0 1,-2 0 0,2 0-27,-2 0 1,-4 0 2,4 0 1,3-6 80,-3 1 0,0-1-62,-6 6 1,6-6 23,1 0 1,-1 0-29,-6 6 0,6-5-2,0-1 1,3 0-20,-3 6 1,-4 0 1,4 0 1,-2-2 7,3-4 0,-5 4-12,4-3 1,2 3-11,-2 2 0,2-6 17,-1 0 1,1 0-14,4 6 0,-2-5 21,-4-1 0,-2-2 3,8 2 1,-2 4 31,2-4 1,2 3 84,-8-3 0,8 4-89,-2-4 1,-2 2 2,2-2 0,0 4-71,6-3 0,-6-3 61,0 2 0,-2 0-89,1 6 0,3-5 77,-7-1 1,4-2-42,-4 2 1,5 4-3,-6-3 1,2 3 1,-2 2 1,-2-2 29,8-4 0,-8 4 4,3-4 0,1 4 76,-2 2 0,2-6-79,-2 1 0,-2-1 16,8 6 1,-7-2-17,1-4 1,-2 4 1,2-4 0,-2 4-14,8 2 1,-7-1-8,1-5 1,2 4-1,-2-4 1,6 4-9,-6 2 1,8-6 62,-2 1 1,-2-1-46,2 6 0,-2 0 87,2 0 1,4-6-76,-4 0 1,3 0 1,3 6 0,-6-5-13,0-1 1,-2 0-3,2 6 0,4-6 21,-4 0 0,2 1-7,-2 5 1,4-6 32,-4 0 1,1-2-33,-1 2 0,2 5-41,-8-5 1,8-2 31,-2 2 1,2 0-1,-2 6 1,4-5-6,-4-1 0,-2-2-6,2 2 0,0 4 30,6-3 0,-6 3-3,-1 2 0,1-6 55,6 0 1,-2 0-61,-4 6 1,4 0-33,-4 0 0,2-2 25,-2-3 0,3 3-4,-3-4 1,2 2-11,-2-2 1,4 4-9,-4-4 0,2-1 44,-2 1 1,2 0-2,-8 6 0,2-6 44,-2 1 0,-2-1-56,8 6 1,-7-2 63,1-4 0,2 4-69,-2-4 0,6 4-6,-6 2 1,6 0 1,-6 0 0,2 0-3,-2 0 0,-1 0-52,7 0 0,-8 0-11,2 0 1,-2 0-24,2 0 1,-3 0 67,3 0 0,-2 0 118,2 0 1,-1 0-43,6 0 0,-4-2-24,5-3 1,-6 3-19,6-4 1,-6 4 11,6 2 0,-2-6-3,2 0 0,2-1-5,-8 1 0,6 4-44,-6-4 1,8-2 39,-2 3 1,-4-3 21,-2 2 0,2 4-52,-2-4 1,8-1-1,-2 1 1,-4 0-7,-2 6 0,3 0-4,-3 0 0,0-6 6,-6 1 1,1-1-8,-1 6 0,0 0-107,1 0 94,-1 0-140,1 0 1,-7-2 10,1-4-491,-8 4 2,3-6 11,-7 8-605,0 0 231,-7 0 1011,-3 0 0,-7-7 0,-1-3 0</inkml:trace>
  <inkml:trace contextRef="#ctx0" brushRef="#br0" timeOffset="14">10963 13071 6136,'0'9'-333,"0"7"340,0-14 0,0 7 170,0-3-166,0-4 5,0 6-51,0 0 1,2-6-46,3 3 64,-3 5 1,6-6-37,-8 8 91,0-9-55,0 13 7,0-14-28,0 13 9,0-13 37,0 14-9,0-14 0,0 5 0,0-7 0</inkml:trace>
  <inkml:trace contextRef="#ctx0" brushRef="#br0" timeOffset="15">10911 13471 7877,'0'9'-1387,"0"7"1008,0-14 325,0 13-27,0-13 95,0 13 0,1-13-101,5 4 1,-4-2 76,4 2-7,-4-4-12,-2 5 29,0 1-20,8-6 20,-6 6 0,7-8 0,-3 0 0,-4 8 0,6 1 0</inkml:trace>
  <inkml:trace contextRef="#ctx0" brushRef="#br0" timeOffset="16">11032 13644 7877,'10'12'-662,"-4"0"1,-4-7 455,-2 7 1,1-2 607,5 1-275,-4 5-42,6-7-71,-8 9-286,0-1-29,0 0 123,0 1-49,0-1 170,0-7 57,0 5 0,-8-13 0,6 6 0,-5-8 0,7 0 0,0 8 0,0-6 11,0 5-4,0 1-4,0-6-2,0 13 0,0-11-1,0 8 2,-8-8-2,6 11 0,-6-5 0,8 1 0,0 1 0,0-6 0,0 5 0,0-5 59,0 6 1,0-6 74,0 5-127,0-7-4,0 12 3,0-7 0,0 3 4,0-1 1,2-7-118,4 2 117,-4 4 0,6-6-113,-8 7 1,1-7 84,5 2 18,-4-4 0,8-2-4,-4 0 4,-4 0 0,5 0 0,-7 0 1,8 0 2,-6 0 15,6 7-16,-8-5-2,0 14 1,0-12-1,0 7 0,0-7 0,0 12 0,0-7 141,7 9-136,-5-1 1,6 0 42,-8 1 1,0-7-48,0 1 1,0-6 2,0 5 1,0-5-4,0 6 0,0-7-4,0 7 0,2-2 12,4 1-11,-4 5-86,5-7 74,-7 9-20,0-1 1,2 1-5,4-1-6,-4-7 22,6 5 7,-8-5 15,0 7 0,0-5 0,0-1 0,0-5 0,0 6 0,0-9 0,0 13 2,0-6-3,0 7 4,0 0 2,0 1-3,0-1-2,0 1 1,0-1-1,0 0 0,0-5 0,0-1 0,0-5 299,0 6-163,0-1-136,0 7 0,0-1-29,0 1 0,0-7-271,0 1 294,0-1-12,0 7 1,0-1-22,0 0 39,0-7 0,0 6 0,0-5 0,0-3 0,0 7 0,0-5 0,0 7 0</inkml:trace>
  <inkml:trace contextRef="#ctx0" brushRef="#br0" timeOffset="17">11154 15174 7875,'0'12'-865,"0"-1"1,2-5 1214,3 6 1,-3-7 40,4 7 1,-4-6-673,-2 5 0,0-5 82,0 6 1,0-7-286,0 7 394,0 0 0,0 5 35,0 0 1,0-5 51,0 0 0,0-7-7,0 7-19,0 0-49,0 5 137,0 0-57,0 1 0,0-7 15,0 1 64,0-8-40,0 11 1,0-11-18,0 8 0,0-7 6,0 7 1,0-6-26,0 5 1,0-5 32,0 6-212,0-1 113,8 7 1,-6-1 21,4 0 1,-4-5 5,-2 0 16,0-1 0,0 7 56,0-1 0,0-5-10,0-1 0,0-5-7,0 6-19,0-1 0,5 7 19,1-1 1,0-5-27,-6-1 0,0-5-7,0 5 38,0 1 0,0 5-4,0 1 1,0-7 23,0 1 7,0 0-47,0 5 29,0 0-270,0 1 189,0-1 0,0-5-63,0-1 108,0-7 0,0 12 0,0-13 62,0 9-23,0-8 145,0 11-170,0-5 6,0 7 1,0-5-61,0 0 1,0-7-7,0 7 1,-2-8-22,-4 2-27,4 3 94,-5-7 0,-1 14 0,-2-7 0</inkml:trace>
  <inkml:trace contextRef="#ctx0" brushRef="#br0" timeOffset="18">11258 16356 7844,'8'17'0,"-4"1"-107,7-1 1,-7-5-68,2-1 0,-2-5-196,1 6 309,-3-1 1,8 5-60,-4-5-41,-4 5-255,5-7 274,-7 9 103,0-1 0,6-5 21,0-1 0,0-5-3,-6 6 1,0-7 217,0 7-219,0-8 76,0 11-105,0-13-41,0 14 62,0-14 2,8 13 1,-6-11 8,3 8-1,-3-9 47,-2 13-52,0-6 33,0 7 1,0 0 0,0 1-4,0-1 1,0-5 38,0-1-23,0 1 1,0 5-18,0 1 1,0-7 1,0 1 0,0-6 57,0 5-44,0 1-14,0 5-1,0 0-10,0 1-1,0-1-7,0 1 36,0-1-2,0 0-50,0-7 32,0 5 0,0-11-158,0 8 147,0-8 2,0 11 0,6-11 34,0 8 4,0-8-3,-6 11 1,2-7 51,3 3-71,-3 5 0,6-12 3,-8 7 1,2-5-5,4 6 0,-4-7-1,3 7 1,-3-6-11,-2 5 1,6-5-4,0 6 0,0-6-14,-6 5-20,0-7 0,2 10 3,3-9 1,-3 3 36,4-2 0,-4-4 0,-2 7 0,0-3 0,0-4 0,8 6 0,-6 0 0,5-6 0,-7 5 0,0-7 0</inkml:trace>
  <inkml:trace contextRef="#ctx0" brushRef="#br0" timeOffset="19">12179 16617 6485,'0'9'1073,"0"-1"-1046,0 0-35,-8-6 0,6 7-454,-4-3 253,4-4 0,2 8-2,0-5 88,0-3 1,0 8 93,0-4-8,0-4 1,0 7-2,0-3 24,0-4 38,0 6-1,0 0 0,6-5-104,0 9 75,0-8-222,-6 4 211,0-1 0,6-3-30,-1 8 48,1-8 1,-6 5-13,0-3 0,2-4 46,4 4 1,-4-2 166,4 2 71,-4-5-213,-2 15 46,0-14-74,0 13-7,0-5 4,0 0-26,0 5-67,0-5-19,0-1 37,0 7 0,0-12 31,0 7-2,0-7 1,0 6-58,0-4 33,0-4 0,0 7-56,0-3-23,0-4 0,0 8 120,0-5 0,0-3 0,0 8 0,0-4 0,0-4 0,0 7 0,0-3 0,0-4 0,0 13 0,0-11 60,0 8 158,0-8-104,0 11-48,0-5 1,0 1-61,0 1 0,0-6 72,0 5-170,0-7 58,0 12 0,0-12-305,0 7 339,7-7 0,-5 6 0,4-4 0,-4-5 0,-2 9 0,0-4 0,0-4 0,8 6 0,1-8 0</inkml:trace>
  <inkml:trace contextRef="#ctx0" brushRef="#br0" timeOffset="20">10806 16982 7734,'0'9'-1406,"0"7"1380,8-14-63,-6 13 33,6-13 0,-8 8 15,0-5 15,0-3 0,2 12 106,3-8 0,-3 7-72,4-1 1,-4-3 0,-2 3 1,6 0-8,0 5 1,1-5 10,-1-1 1,-4 1-16,4 5 1,2-5-4,-3-1 0,3-5 168,-2 6-74,-4-8-97,13 3 0,-7-9 20,4-3 1,3-5-57,-3-7 1,-3-1 27,3 1 0,-3-1-78,3 1 0,2 0 40,-9-1 0,9-1 54,-3-4 0,-1 3 0,2-3 0,-3 4 0,3 2 0,3-1 0,-5 1 0,7-1 0</inkml:trace>
  <inkml:trace contextRef="#ctx0" brushRef="#br0" timeOffset="21">10685 13384 7875,'9'0'-907,"-1"0"573,-8 0 79,0 0 209,0 7 11,0-5 0,0 8 46,0-4-52,0-4 171,0 5-134,0 1 1,6-4 210,0 8-190,-1-9 1,-5 7 36,0-4-39,0-4-3,8 13 54,-6-5-18,14 7-27,-7 1 1,3-1-9,-1 0 1,-5-5-36,6 0 0,-6-1 7,5 7 0,-5-1-3,5 0 1,-1 1 14,2-1 0,1 1-6,-7-1 1,6 0 4,-7 1 0,7-1-6,-6 0 1,5 1 21,-5-1 1,6 3-4,-7 3 1,7-4 18,-6 4 0,5-4-5,-5-1 1,6 5 4,-6 0 1,5 6-5,-5-6 0,6 6 4,-7-5 0,7 4-17,-6-4 0,7 5-1,-1-6 0,-3 2-33,3-2 1,-2-4 36,1 5 0,5-5-42,-5-2 1,-1 3 30,2 3 1,-7-4-4,7 4 1,-2 2 38,1-1 0,3-1 4,-9-6 1,7 6-35,-6 0 0,5 3 4,-5-3 0,8-4-11,-3 4 1,-1-2 17,2 3 0,-7-3-102,7 8 1,-6-8 54,5 2 1,-5 2-12,6-1 1,-7 6 22,7-1 1,-8-2-8,2 2 0,1-5 36,-1 5 1,6-8 6,-6 2 0,5 2-4,-5-2 0,6 2-19,-7-1 0,7-5 57,-6 4 0,5 2-49,-5-2 1,2 6 0,-2-6 0,1 6-7,5-5 1,-2 1-2,-5-2 0,-1-2-1,8 8 0,-6-6-6,5 6 1,-5-8 3,6 3 0,-7-5 2,7-2 1,-6 3-8,5 3 1,-5-4 25,6 4 0,-7-1 1,7 1 1,-6-4 8,5 4 1,-5-3 4,6-3 1,-6 2-29,5 4 1,-7-3 0,2 3 1,2-4-9,-3-1 1,3 5 16,-2 0 0,-4 2-46,4-2 0,-5-3 39,-1 3 1,0-2-58,0 2 0,0-4 6,0 5 1,6-5-6,0-2 0,0 3 41,-6 3 0,0-4-3,0 4 1,0-3 8,0-3 1,0 2-18,0 4 1,0-3 36,0 3 1,0 2-77,0-2 1,0 0-242,0-5 68,0-1-168,0 1 399,0-9 0,0-1 0,-8-16 0,-2-1 0</inkml:trace>
  <inkml:trace contextRef="#ctx0" brushRef="#br0" timeOffset="22">11588 16252 7711,'0'11'-173,"0"1"-87,0-8 119,0 11-52,0-13 0,0 8 82,0-5 68,0-3 57,0 6 0,0-6 15,0 4 1,2-4 51,4 4-66,-4 3 86,5 1-94,1 7 1,-4-1 2,8-5 3,-9 5 0,13-9-9,-4 5 0,-3-2 129,3-4-115,-1-5 0,7 7-22,-1-8 1,6 0-35,0 0 0,3-6-3,-3 1 1,-4-9-7,4 2 0,2-3-139,-2-2 1,1-1 104,-7 1 0,0 0-16,1-1 0,-1 3-191,0 3 288,1-3 0,-1 5 0,-7 0 0,-2 3 0,-8 7 0</inkml:trace>
  <inkml:trace contextRef="#ctx0" brushRef="#br0" timeOffset="23">11658 16912 7711,'9'10'-1247,"-1"5"1406,-8-13 1,6 8-346,0-4 100,-1-4 0,-5 7 89,0-3-20,0-4-6,0 13 0,0-5 8,0 7 4,0 1 0,0-1-53,0 1 0,-5-7 62,-1 1-27,0-8 31,6 11-2,-8-13 1,6 4 49,-3-12 0,3 2 10,2-8 0,0 1-40,0-6 1,0-1 7,0 1 1,0-3-113,0-3 0,5 4 100,1-4 1,6 2-91,-6-3 1,7 5 67,-1-4 0,-3 5-9,3 7 1,-6-3-20,5 9 1,-5-7 5,6 6 1,-7 0 24,7 6 1,-6 0 12,5 0 88,-7 8 1,10 2-95,-8 7 0,-1 1 107,-5-1 1,0 0-83,0 1 1,0-1 6,0 0 1,0-5-10,0 0-19,0-1 1,0 1-19,0-1-176,-7-7 16,5 4 145,-6-8-18,8-8 81,0-1 1,2-7 10,4 5 1,-2 1-48,7 4 0,-5 2 10,5-7 0,-5 7-36,6-2 1,-6 4-39,5 2-111,1-8 163,5 6-114,1-5 1,-3 14 74,-3 5 49,3 3 0,-13 3 0,4-1 0,-4 1 0,-2 7 0,0 2 0</inkml:trace>
  <inkml:trace contextRef="#ctx0" brushRef="#br0" timeOffset="24">12474 15765 6503,'10'0'133,"-2"0"-678,-8 0 391,7 0 154,-5 0 0,6 0 0,-8 0-47,0 0 0,8 0 0,1 0 0</inkml:trace>
  <inkml:trace contextRef="#ctx0" brushRef="#br0" timeOffset="25">12735 15713 7722,'9'0'-1540,"-1"0"1685,0 0-227,-6 0 1,7 0 40,-3 0-261,-4 0 274,6 0-17,0 0 50,-6 0-18,13 0 16,-13 0-3,13-8 0,-11 6 0,8-4-6,-8 4 6,11-5 0,-13 5 0,6-6 0</inkml:trace>
  <inkml:trace contextRef="#ctx0" brushRef="#br0" timeOffset="26">13152 15643 7719,'0'10'-293,"0"-2"-174,0-8-207,0 0 583,7 0-30,-5 0 121,6 0 0,-8 0 0,8 0 0,1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53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13291 13627 6635,'0'10'-233,"0"-3"1,0-5 212,0 4 44,0-4-178,0 6 144,0-8-20,0 7-87,0-5 1,0 6 116,0-8 0,0 0 0,7 8 0,3 2 0</inkml:trace>
  <inkml:trace contextRef="#ctx0" brushRef="#br0" timeOffset="1">13360 13783 7277,'0'10'-1510,"0"0"1510,0-4 0,0-5 0,0 9 0,0-4 0,2-4 0,4 4 0,-4-4 0,6 5 7,-8-5 1,0 14-8,0-14 1,0 13-1,0-13 0,0 6 0,0-1 1,0-5-11,0 6 8,0 0 1,0-6 1,0 5 0,0-7 0,0 8 0,0-6-2,0 6 1,0-8 2,0 0-2,0 8 1,0-6 0,-8 5 0,-2-7 0</inkml:trace>
  <inkml:trace contextRef="#ctx0" brushRef="#br0" timeOffset="2">13378 14253 7780,'0'11'-253,"0"1"1,1-8-883,5 2 948,-4 3 232,6-7-223,-8 14 178,0-14 0,8 13 0,1-5 0</inkml:trace>
  <inkml:trace contextRef="#ctx0" brushRef="#br0" timeOffset="3">13360 14566 7780,'0'17'-220,"2"-2"-133,4-3-357,-4 3 383,6-13 17,-8 14 207,0-14 103,0 6 0,0-8-20,0 0 20,0 7 0,-8-5 0,-2 6 0</inkml:trace>
  <inkml:trace contextRef="#ctx0" brushRef="#br0" timeOffset="4">13378 15139 7764,'9'2'0,"-3"4"-250,-4-4 1,4 8-871,0-5 806,-1-3 251,-5 6 60,0 0 3,0-6 0,0 13 0,0-11 0,0 8 0,0-9-1,0 13 1,0-14 0,0 7-1,0-3 0,-2-4 1,-3 4 0,3-2 0,-4 2 0,4-4 0,2 5 0,0-5 0,0 4 0,-2-4 0,-4 4 0,4-2 0,-4 1 0,5-3 0,1 6 0,0 0 0,0-6 0,0 13 0,0-13 0,0 13 0,0-11 0,0 8 0,0-6 0,0 5 0,0-5 0,0 6 0,0-7 75,0 7-69,0-8-5,0 11 1,1-7-37,5 4-5,-4 3 39,6-5 1,-8 1-3,0 1 1,0-6-2,0 5 1,6-5-7,0 6 11,-1-8-11,-5 11 17,0-5 1,0 1-4,0 1-2,0-8 1,2 5-3,4-3 0,-4-4-10,6 6 9,-8 0 1,0-6 0,0 13-1,0-5 1,0 1 0,0 1 0,0-6 0,0 5 1,0-5-1,0 6 0,-2-7 1,-4 7 191,4-8-177,-6 11 27,8-5-9,0 7-6,0 1 1,0-1-19,0 0 0,0-5-1,0 0 1,0-7-9,0 7 0,0-6-8,0 5 0,0-5-2,0 6 1,0-6 14,0 5 1,0-5-77,0 6 70,0-1 1,0 1-65,0-1 20,0 1 1,0-1-55,0 1 77,0-8 22,0 11 0,0-11 0,0 8 0,0-8 0,0 11 0,0-5 0,0 1 0,0 1 0,0-6-3,0 5-1,0-7 7,0 12-3,0-7 0,0 9 0,0-7-1,0 1 1,0-6 0,0 5 1,0-5-2,0 6 1,0-7 1,0 7 0,0-6 13,0 5 0,0-5 2,0 6 1,0-6-9,0 5 1,6-5 10,0 6-17,0-9 13,-6 13-30,0-6 25,0 7-20,0 0 17,0 1 1,0-1-1,0 0 0,0-5-34,0 0 1,0-7-31,0 7 49,0-8 8,0 11 0,0-5 0,0 7 0</inkml:trace>
  <inkml:trace contextRef="#ctx0" brushRef="#br0" timeOffset="5">13430 16530 7233,'2'11'-1480,"3"1"1480,-3-8 0,6 11 0,-8-11-1,0 8 1,0-7 0,0 7 0,0-6 0,0 5 0,0-5 0,0 6 0,6-6 0,0 5 0,-1-5 0,-5 6 0,0-7 0,0 7 0,0-6 0,0 5 120,0 1 1,0 5-113,0 1 0,0-7 103,0 1-104,0-1 0,0 7 8,0-1 1,0-5-45,0-1 1,0 1-1,0 5 1,0-5 22,0 0 1,-1-1-15,-5 6 1,4 1 1,-4-1 1,4-5 0,2-1 0,0 1 13,0 5 0,0-5-6,0 0 10,0-1 0,0 7 0,0-1 0</inkml:trace>
  <inkml:trace contextRef="#ctx0" brushRef="#br0" timeOffset="6">12978 12932 7795,'0'9'-1663,"-2"-1"2123,-4-8-439,4 0 0,-5 2-168,7 4 0,-2-4 125,-4 4-8,4-4 0,-6-1 74,8 5-39,0-4 0,-2 6-55,-3-8 0,3 2 87,-4 4-24,4-4 1,2 7 0,0-3 0,-6-2 3,0 7 1,0-5-6,6 6 0,-5-1 1,-1 7 0,-6-1 10,7 1 0,-7 5-6,6 0 0,-7 8 48,1-2 0,-3 6-34,-3 5 0,1-3 5,-1 3 1,1 3-34,0-3 1,-1 1 0,1-6 1,5-6-34,1 0 1,7-8-49,-2 2-138,4-4 120,2-9 95,0-2 0,8-24 0,2-3 0</inkml:trace>
  <inkml:trace contextRef="#ctx0" brushRef="#br0" timeOffset="7">13169 13227 7795,'-11'8'0,"-1"4"0,6-5 139,-5-1-24,7 4-281,-12-1 0,9 9 49,-5-1 0,-2-5-130,9-1 1,-7-5-22,6 6 147,-7-1 0,5 7 52,-4-1 0,-1 0 64,7 1 0,-5-1-69,5 1 0,-6-1 61,6 0 1,-1-5 8,1 0 1,4-1 16,-4 6 0,4-5 10,2 0-28,-7-1 0,5 1 0,-4-1-231,4-7 186,10 4 0,-5-8 50,9 0 0,0 0 0,5 0 0</inkml:trace>
  <inkml:trace contextRef="#ctx0" brushRef="#br0" timeOffset="8">13169 13557 7795,'-8'28'0,"1"-3"-239,-5-8 0,-1 2-298,7 4 0,-6-3 405,6 3 0,-5 2 132,5-2 0,0 0 0,-2-5 0,-1-1 0</inkml:trace>
  <inkml:trace contextRef="#ctx0" brushRef="#br0" timeOffset="9">13829 16512 7699,'-9'0'-355,"1"0"-338,0 0 325,6 0 45,-5 0 205,7 0 61,0 0 57,0-7 0,0 5 0,0-6 0,1 2-37,5 0 110,-4 1 7,6-3-9,-8 6 9,0-6 11,0 8 53,0 0-79,0 8 0,-2 0-28,-4 3 1,2 5-1,-7-5 0,5 10-19,-6 3 1,1 1-3,-7-2 1,1 2-81,0 4 0,-1 4 90,1-4 0,0 4-112,-1 1 0,1-1 52,-1-4 0,7 2-83,-1-8 1,6 6 35,-5-6 0,7-5-78,-2-7 159,4-7 0,2 4 0,0-8 0</inkml:trace>
  <inkml:trace contextRef="#ctx0" brushRef="#br0" timeOffset="10">14090 16530 7699,'-8'9'-696,"6"1"522,-4-4 1,-3-2 50,-3 7 1,3-5 99,-3 6 1,6-3-67,-5 3 1,5 3 51,-6-3 0,3 3-5,-3 3 1,-2 1 9,9 4 1,-9-3-4,3 3 0,3-4-2,2-2 1,-4 1 7,-1-1 1,3 1 28,2-1 0,-1 0 0,1 1 0,0-1 0,-2 0 0,6-5 0,-3 0 0,3-8 0,2 3 0</inkml:trace>
  <inkml:trace contextRef="#ctx0" brushRef="#br0" timeOffset="11">14194 16808 7699,'-8'17'0,"-1"1"-37,-9-1 0,1 6-66,0 0 1,-1 0-302,1-5 0,0-1 172,-1 1 232,1-9 0,-1 7 0,1-7 0</inkml:trace>
  <inkml:trace contextRef="#ctx0" brushRef="#br0" timeOffset="12">13013 13436 7494,'-10'0'-1254,"2"0"1220,8 0 1,-2 0 12,-3 0-22,3 0 40,-6 0-7,8 0 54,0 0 1,2 6 124,4-1-123,-4 1 8,5-6-35,1 0 0,-4 6 17,8 0-35,-9 0-12,13 1-16,-7 3 48,9 7-11,-1 1 1,-1-1-2,-5 0 1,5-1 2,-5-4 1,-1 3 9,2-3 0,-3 3 1,3 2 1,3 1-1,-3-1 0,-3 1 3,3-1 1,-2 0-17,1 1 0,5 5 8,-5 0 0,-1 0-4,1-5 1,-5 1 4,6 4 1,-8-4 0,2 5 0,1-5-13,-1-2 1,2-1-7,-2-5 1,-5 5 115,5-5-80,4 5 47,0 9 0,1-6-59,1 4 0,-8-3-9,1-3 1,-1 6-1,2 0 1,-2 1-3,7-7 1,-7 0-15,2 1 1,2-1-15,-2 1 0,5-1 0,-5 0 1,6 1-3,-7-1 0,7 0 0,-6 1 15,7-1 0,-3 1 110,7-1 1,-5-5-86,-1-1 0,-5-1 5,6 1 0,-6 5-4,5-5 1,-5 3-1,6-3 1,-7 5-18,7-4 1,-8 3-4,2 2 0,1 7-15,-1-1 1,2 2 24,-2-2 0,-4-2-20,3 8 0,3-2 10,-2 2 1,5-2 0,-5-4 0,2-3 7,-2 3 0,-2 2 2,7-2 0,-7 2 26,2-2 0,2-3 6,-3 3 1,7 2-62,-6-2 1,1 2 31,-1-1 0,-2-3-38,8 8 1,-8 0 10,1 5 0,3-5-3,-2 0 0,2 0 10,-3 6 1,-3-6-7,4 0 0,2-2-25,-2 2 0,1 4 1,-1-4 0,-4-2 14,4 2 1,2-8 4,-3 2 1,3-1-105,-2 1 0,-4-4 22,4 4 1,-4-3-51,-2-3 0,1 0-14,5 1 66,-4-1 1,6 0-10,-8 1 0,0-1 6,0 1 0,0-7-317,0 1 413,8-1 0,-6 7 0,5-1 0</inkml:trace>
  <inkml:trace contextRef="#ctx0" brushRef="#br0" timeOffset="13">13795 15800 6277,'9'0'-24,"-1"7"0,-6 1 80,4 4-98,-4 3 74,13-5 1,-13 7 31,4 1-53,3-1-2,1 0 1,2-1 23,-1-5 0,1 5-16,5-14 0,1 4 5,-1-12 0,0-4-127,1-7 0,-1-3 36,0-3 0,1 2-239,-1-8 308,1 0 0,-1-6 0,0 1 0</inkml:trace>
  <inkml:trace contextRef="#ctx0" brushRef="#br0" timeOffset="14">14437 15817 7683,'-9'0'-644,"1"0"1,6 0 424,-4 0 161,4 0 107,-5 0-152,-1 0 164,6 0-1,-6 0-57,8 0 1,-2 0-8,-3 0-8,3 0 34,-6 0-17,8 8 1,0-4 15,0 7 8,0 1 1,0 5 0,0 1 1,0-7 43,0 1-67,0-1 0,0 7-1,0-1 0,0-5-8,0-1 1,0-5 0,0 6-12,8-8 0,-1 5-1,5-3-7,3-4 15,-5 6 0,5-6 0,-3 3 0,3-3 11,-3 4 1,-2 2 1,1-2 1,-5 1-4,6-1 2,-9-4 28,13 14-26,-14-7-222,6 9 152,-8-1 1,-2-2-306,-4-3 367,4-4 0,-21-1 0,3 3 0</inkml:trace>
  <inkml:trace contextRef="#ctx0" brushRef="#br0" timeOffset="15">14611 15904 6113,'-10'-10'-105,"3"1"-68,7 3 108,0 4 65,0-6 0,0 0 0,0-1 0</inkml:trace>
  <inkml:trace contextRef="#ctx0" brushRef="#br0" timeOffset="16">14646 15713 5969,'0'0'0</inkml:trace>
  <inkml:trace contextRef="#ctx0" brushRef="#br0" timeOffset="17">14715 16060 6432,'0'12'-85,"0"0"1,0-7-15,0 7 30,0 0 1,0 5-16,0 0 1,0-5 83,0-1 0,8 1 0,2 5 0</inkml:trace>
  <inkml:trace contextRef="#ctx0" brushRef="#br0" timeOffset="18">14837 15904 6698,'10'0'-520,"-3"0"563,1-8 18,2 6 0,1-5-58,1 7 1,-6 0 172,5 0 0,-5 0-142,6 0 1,-7 0 18,7 0 1,-6 0-29,5 0 23,-7 7 1,6 3-140,-4 7 1,-4 1 29,3-1 0,-3 0-56,-2 1 1,-2-1 99,-3 1 0,1-1-7,-8 0 0,6-1 20,-5-5 1,5 5 1,-6-5 1,7-1 7,-7 2 0,6-8-27,-5 1 122,7 5 1,-10-6 34,8 7 31,1-7-95,5 4-31,7-8 0,3 0-42,7 0 1,1-8-72,-1-3 0,6 1-49,1-1 1,1 1 74,-2-2 0,-2-3-169,8 3 1,-8-3 64,2-3 0,-3 3 150,-3 3 0,2-3 0,5 3 0,-11-1 0,4 1 0,-3-11 0,3 4 0</inkml:trace>
  <inkml:trace contextRef="#ctx0" brushRef="#br0" timeOffset="19">15237 15956 7627,'7'10'-532,"-5"-3"304,14-7 164,-7 0 0,9-1-64,-1-5-31,0-4 1,1-7 138,-1-1 0,-5 7-8,-1-1 1,-1 1 48,2-7 1,3 7-24,-3-1 1,-3 0 95,3-5 1,-8 5-98,1 1 0,3-1 23,-2-5 10,0 7-20,-6-5 0,0 11-8,0-8 0,-8 8-9,-4-1 0,3 3-36,-3 2 1,1 6-11,-7-1 0,3 9-38,3-3 0,-3 5 70,3 1 1,-3 1-1,-3-1 1,1 0 23,0 1 0,5 1 2,0 4 0,3-3 31,-3 3 0,3-2 134,3 2 1,4-3-115,-4 3 1,4-2 10,2 2 0,0-4-78,0 5 1,2-11 55,4-1 0,4-3-62,7 3 1,0 1-28,1-7 0,1 0-134,4-6 0,-2 0 40,8 0 138,-7-8 0,10-9 0,-5-10 0</inkml:trace>
  <inkml:trace contextRef="#ctx0" brushRef="#br0" timeOffset="20">15584 15887 6389,'0'9'672,"0"-1"-833,0-8 202,0 0 62,0 8-174,0-6 0,2 5 101,4-7-7,-4 0-62,13 0 0,-5-5 12,7-1 0,-5 0-19,-1 6 18,1-8 0,5 4-57,1-7 0,-1 5 72,0-6 0,-1 7-186,-5-7 0,5 8 23,-5-2 176,-3-3 0,8 7 0,-14-14 0,5 7 0</inkml:trace>
  <inkml:trace contextRef="#ctx0" brushRef="#br0" timeOffset="21">15706 15695 7682,'0'18'0,"0"-1"0,0 1-52,0-1 1,0 0-17,0 1 0,0-7-324,0 1 0,0-1 212,0 7 1,0-1 14,0 1 1,0-1 164,0 0 0,0 1 0,0-1 0,2-5 0,3-1 0,-3 1 0,6 5 0</inkml:trace>
  <inkml:trace contextRef="#ctx0" brushRef="#br0" timeOffset="22">16053 15556 7689,'0'12'0,"0"0"0,0-7-622,0 7 480,0-1 0,0 7-59,0-1 1,0 1 71,0-1 0,0 0 35,0 1 1,0 1 94,0 4 1,0-3 5,0 3 1,0 2-21,0-2 0,0 8 2,0-2 0,0-2 52,0 2 0,0-6-62,0 6 1,0-8 20,0 2 0,0 5 0,0-1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5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17321 6205 6007,'10'0'-18,"-2"0"31,-8 0 395,0 0-336,7 0-92,-5 0 69,6 0-46,-8 0 97,0 0-62,8 0-15,-6 0 1,5 2 34,-7 4-26,0-4 12,8 6-65,-6-8 1,8 0 14,-4 0-7,-5 0 15,15 0 1,-12 0-9,7 0 61,-7 0 12,12 0 31,-7 0 0,3 0-61,-1 0 26,-7 0-47,12 0 0,-12 0-30,7 0 1,-5 0 41,6 0-15,-9 0-14,13 0 0,-12 0-9,7 0 5,-7 0 0,6 0 10,-4 0 67,-4 0-66,13 0-3,-5 0 1,1 0 11,1 0-7,-8 0-13,11 0-2,-5-8 0,1 6 27,1-4-12,-8 4-16,11 2 0,-7-2 18,4-4 1,-5 4 10,1-5 0,-4 7 24,7 0-29,-7 0 1,6 0 23,-4 0-22,-4 0 0,7 0 14,-3 0-62,-4 0 28,14 0 1,-13 0-5,9 0 1,-6 0 4,5 0-9,-7 0 37,12 0 1,-12 0 33,7 0 26,-7 0-72,11 0 0,-11 0-21,8 0 1,-6 0 13,5 0-1,-7 0 20,12 0-18,-7 0 0,3 0 5,-1 0 1,-5 0-1,6 0 1,-7 0-19,7 0 0,-6 0 15,5 0 0,-5 0-22,6 0 0,-6 0 26,5 0 1,-5 0-2,6 0 0,-7 2 1,7 3 0,-6-3-1,5 4 1,-5-4-11,6-2 0,-7 0 2,7 0 1,-6 0 13,5 0 0,-5 0-6,6 0 0,-6 0-20,5 0 1,-5 0 55,6 0 0,-9 0-19,13 0 4,-6 0-14,7 0 3,0 0-60,1 0 62,-1 0-45,0 0 0,-5 0 15,0 0 1,-7 0-5,7 0 0,-6 0 20,5 0 0,-5 0 0,6 0 1,-7 0-3,7 0 1,-6 2 2,5 4 1,-5-4 5,6 4 0,-6-4-8,5-2 0,-5 0 11,6 0 0,-7 0-22,7 0 1,-6 0-2,5 0 1,-5 0-1,6 0 0,-7 0-5,7 0 0,-6 0 16,5 0 0,-5 0 9,6 0-3,-1 0 0,7 0-11,-1 0 1,-5 0 34,-1 0-22,1 0 0,5 0 4,1 0 1,-7-2-13,1-4 0,-6 4 10,5-4 17,1 4-2,5 2-13,0 0-8,1 0 1,-1 0-14,1 0 1,-7 0-4,1 0 1,-6 0-2,5 0 0,-5 0 23,5 0 0,-5 0 0,6 0 1,-6 0 20,5 0 1,-5 0 3,6 0 0,-7 0-29,7 0 0,-6 0 8,5 0 0,-5 0-28,6 0 1,-6 0 2,5 0 1,-5 0-3,5 0-6,1 0-15,5 0 19,1 0 0,-1 0-6,1 0 1,-7 2 6,1 4 1,-6-4 2,5 4 1,-5-4 24,5-2 1,-5 0 43,6 0 12,-1 0-69,7 0 1,-1 0 2,1 0 1,-7 0-10,1 0 1,-7 0-11,7 0-1,0 0 16,5 0 1,0 0-29,1 0 35,-1 0 1,1 0 21,-1 0-36,0 0 1,1 0 6,-1 0-11,0 0 0,1 0-5,-1 0 0,1 0 3,-1 0 1,-6 0 6,1 0 0,0 0 77,5 0 0,-5 0 29,-1 0-42,1 0 0,5 0-50,1 0 1,-1 0-2,0 0 1,-5 0-97,-1 0 0,1 0 102,5 0 1,1 0-35,-1 0 0,-3 0 12,3 0 1,-9 0-17,9 0 1,-3 0 35,3 0 1,0 0 19,1 0 0,-1 1-38,0 5 1,-5-4 5,0 4 1,-1-4 4,7-2-14,-1 0 0,0 0-4,1 0 0,-1 0 10,0 0 0,-5 0-28,0 0 0,-1 0 14,7 0 1,-1 0 7,0 0 0,1 0 0,-1 0 0,0 0 0,1 0 0,-1 0-1,1 0 0,-1 0-1,0 0 1,1-8 0,-1 6 0,0-4 0,1 5-1,-1 1 1,1 0-1,-1 0 1,0 0 0,1 0 0,-7 0-1,1 0 0,-1 0 0,7 0 1,-1 0-1,1 0 0,-1 0 0,0 0 0,-5 0 0,-1 0 1,1 0-1,5 0 0,1 0-13,-1 0 0,1 0 12,-1 0 1,0 0-3,1 0 3,-1 0 0,0 0 1,1 0 0,-1 0 2,1 0 0,-1 0 1,0 0 15,1 0 1,-1 0-18,0 0 1,-5 0 27,0 0 1,-1 0-25,7 0 1,-7 0 9,1 0 0,-1 0-6,7 0 1,-1 0-1,0 0 1,-5-6 4,0 0 1,-1 0-3,7 6 1,-1 0 50,0 0 1,1 0-52,-1 0 0,-5-6 38,-1 1 0,1-1-38,5 6-8,0 0 1,1-6-5,-1 0 0,-5 0-12,-1 6-44,1 0 67,5 0-49,1 0 30,-1-7 3,0 5 77,1-6 10,-1 8-70,1-8-3,-1 6 1,0-5-11,1 7 1,-7 0 9,1 0 0,-1 0-35,7 0 34,-1 0 1,1 0-15,-1 0 0,0 0-74,1 0 37,-1 0 0,0 0-77,1 0 49,-1 0 0,1 0-109,-1 0 1,-5 0 97,-1 0-502,-7 0 267,11 0-476,-13 0 0,14 0 173,-14 0 621,-2 7 0,-10-5 0,-7 6 0</inkml:trace>
  <inkml:trace contextRef="#ctx0" brushRef="#br0" timeOffset="1">17287 6223 6248,'-10'0'0,"2"0"-416,8 0 427,0 0 90,0 7-102,0-5 0,0 6 2,0-8 358,0 0-350,8 0 1,-6 2 8,4 4 43,-4-4-3,-2 5-44,0 1 0,5-4 9,1 7 15,0-7-20,-6 12 1,2-8 77,4 3-14,-4 5-38,5-7 0,-7 9-17,0-1 1,6-5 2,0-1 1,0 1-7,-6 5 0,0-5-2,0-1 1,0 1 9,0 5 0,6-5 26,-1-1-100,1 1 1,-6 5 58,0 1-8,0-1 30,0 1 0,2-1 2,4 0 1,-4-5-6,4-1 1,-5-5 3,-1 6 0,0-6 22,0 5-25,8 1 0,-6 5-44,4 1 0,-4-7 38,-2 1 0,6-6-70,-1 5 0,1-5 32,-6 6 0,0-7-23,0 7 23,8-8 1,-6 5-16,4-3 11,-4-4 9,-2 14 100,7-14-89,-5 13 8,6-5 0,-8 1-4,0 1 0,6-6 19,0 5-16,-1-7 0,-5 12-29,0-7 0,0 3 29,0-1-26,0-7 40,0 12-1,8-7 38,-6 1-30,6 5 1,-8-11-18,0 8-10,0-8 1,0 5-35,0-3 55,0-4-39,0 14 7,0-15-7,0 15 0,0-12 65,0 7 15,0-7 65,0 4 20,0-8-118,0 0 26,0 8-61,0-6-11,0 5-35,0-7 66,0 0-22,0-7-13,0 5 1,0-6-6,0 8 153,0 0-114,0-8-74,7 6 57,3-5 1,7 7-45,1 0 1,-7 0 16,1 0 8,0 0 1,5-2 26,0-4 1,1 4 30,-1-4-13,0 4 1,1 2-26,-1 0 1,1 0 7,-1 0 0,-5 0 8,-1 0-23,1 0 1,5 0 0,0 0 0,-5 0-3,0 0 0,-1 0 5,7 0 0,-7 0 2,1 0-12,-1 0 1,7 0 10,-1 0 9,0 0 1,1 0 0,-1 0 1,1 0 2,-1 0 0,-6 0 6,1 0 0,0 0 3,5 0 1,-5 0-19,-1 0 1,-5 0 1,6 0 0,-7 0-24,7 0 1,-6 0 36,5 0-55,-7 0 41,12 0-17,-7 0 0,3 0 26,-1 0 11,-7 0 4,12 0 0,-12 0 4,7 0 1,-5 0 3,6 0 0,-7 0-6,7 0-35,-8 0 0,11 0 21,-3 0 1,-3 0-2,3 0 1,-6 0-12,5 0 1,-5 0-8,6 0 0,-6 0 13,5 0 0,-5-6 1,6 1 1,-7-1-13,7 6 20,-1 0-26,7 0 46,-1 0-3,1 0-10,-1 0 0,0-8-20,1 6 0,-7-6 4,1 8 0,-6 0 2,5 0 1,-5 0-3,6 0 1,-7 0-18,7 0 1,-6-5 18,5-1-6,-7 0-6,12 6-7,-7 0 0,3 0 11,0 0 1,-7 0 13,7 0-20,-8 0 9,11 0 48,-5 0 0,1 0-27,1 0 1,-6 0 3,5 0 1,-5 0-25,6 0 0,-6 0 0,5 0 1,-5 0-14,6 0 1,-7 0 2,7 0-56,-1 0 77,7 0-48,-1 0 0,1 0 56,-1 0 0,-5 0 45,-1 0-52,1 0 13,5 0-4,0 0 12,1 0-41,-1 0 1,-5 0 11,-1 0 1,-5 0-39,6 0 0,-6 2 13,5 4-10,-7-4 19,11 5 0,-5-7 1,2 0 13,-1 0 1,-5 0 1,6 0 0,-7 0-19,7 0 1,-6 0 8,5 0-20,-7 0 25,12 0-2,-7 0 9,9 0-4,-1 0-3,0 0 1,-1 2 5,-5 4 0,5-4 2,-5 4 1,-1-4-11,2-2 1,-7 0 35,7 0 1,-6 0-26,5 0 1,-5 0 22,6 0-32,-8 0 1,11 0-2,-3 0 0,-3 0 2,3 0 0,-6 0-2,5 0 0,-5 0-55,6 0 53,-1 0 1,7 0-30,-1 0 1,-5 0 16,-1 0 0,-5 0-8,6 0 10,-1 0 0,7 0-1,-1 0 1,-6 0 6,1 0 0,0-2 2,5-4 1,-5 4-8,-1-4 1,1 4 0,5 2 1,1 0-6,-1 0 1,-6 0 2,1 0 0,0-1-1,5-5 1,0 4-1,1-4 0,-7 4-4,1 2 3,-1 0 1,7 0-4,-1 0 4,1 0 1,-1 0-1,0 0 1,-5 0 26,0 0-27,-1 0 1,6 0 1,1 0-1,-1 0 1,-5 0-1,-1 0 0,-5 0 1,6 0 0,-6 0-1,5 0 129,1 0-118,5 0 30,0 0 0,1 0-39,-1 0 0,-5 0 2,-1 0 1,-5 0-4,6 0 0,-1 0-6,7 0 5,-1 0 0,0 0-6,1 0 0,-1 0-50,1 0 1,-1 0 47,0 0 0,1 0 5,-1 0 0,0 0 1,1 0 1,-1 0 1,1 0 0,-1 0 0,0 0 2,1 0-3,-1 0 1,0 2 4,1 4-1,-1-4 0,1 5-4,-1-7 1,-5 0-17,-1 0 5,1 0 1,3 2-2,-3 4 0,3-4-1,-3 4 0,-3-4-2,3-2 0,-6 0 4,5 0 5,1 0 1,5 0 13,1 0 1,-7 0-16,1 0 0,-6 0 29,5 0-18,1 0 0,5 0 1,1 0-2,-1 0 0,-6 0 2,1 0-3,0 0 0,5 0-1,0 0 0,-5 0 105,0 0-100,-1 0 0,7 0 23,-1 0 1,-6 0-25,1 0 0,0 0 2,5 0 0,-5 0-8,-1 0 0,1 8 0,5-7 0,1 5 1,-7-4-6,1-2 1,-7 0 0,7 0 0,-6 0 4,5 0 0,-5 0-2,6 0 1,-6 0 13,5 0 2,-7 0-12,11 0 0,-11 0-1,8 0 11,-8 0-5,11 0 0,-11 0-4,8 0 1,-7 0 0,7 0 1,-6 0-11,5 0 6,-7 0 1,12 0 0,-5 0 0,-1 0 0,2 0 0,-7 0 0,7 0 0,-6 0-7,5 0 8,1 0 0,5 0-3,1 0 3,-1 0 0,0 0 0,1 0 1,-7 0-1,1 0 0,-1 0 0,7 0 32,-1 0 0,1 0 37,-1 0-66,0 0 0,1 0 7,-1 0-8,0 0 1,1-2-37,-1-4 14,1 5 0,-1-7 17,0 8 0,-5 0-6,-1 0 0,1 0 7,5 0 0,-5 0-6,0 0 1,-1 0 5,7 0 1,-7 0 5,1 0-14,-1 0 15,7 0-295,-1 0 108,0 0-84,-7 0 0,0 0-107,-4 0-416,-5 0 397,7 0 393,-16 8 0,-1-7 0,-9 7 0</inkml:trace>
  <inkml:trace contextRef="#ctx0" brushRef="#br0" timeOffset="2">19302 6205 6196,'2'-10'389,"4"5"-307,-4 3-44,5 2-258,-7 0 56,0 0 183,0 7 1,0-3 44,0 8 0,0 0 10,0 5 0,0-4 57,0 5 0,0-5-87,0 11 1,0 1 11,0-2 1,2 8-46,4-2 1,-2 2-2,7-2 1,-5 3 18,6-3 1,-8 4-9,1 2 1,3-2-26,-2-4 1,6 4-13,-7-4 1,7-2-30,-6 2 1,1-8 50,-1 2 1,-4-2-133,4 2 0,-2-9 6,2 3-62,-4-3 0,5-3 33,-7 1-210,0-8 265,0 4 94,0-8 0,0 0 0,0 0 0</inkml:trace>
  <inkml:trace contextRef="#ctx0" brushRef="#br0" timeOffset="3">20257 6275 8337,'8'-10'-1374,"-6"2"1072,6 8 0,-8-2 281,0-3 103,8 3 4,-7-6-51,7 8 1,-8 2-7,0 4 0,0-2-4,0 7 1,0-5 57,0 5 0,0 1 8,0 5 0,0 1-3,0-1 1,0 6 15,0 1 1,0 6-34,0-1 1,0-2-7,0 2 1,6 6-41,0 6 0,0 5 54,-6-5 1,2 5-142,3-5 1,-1-1 47,8-5 0,-6 0-170,5-1 0,-7-1 64,2-4-361,3-4 185,-7-7-245,6-9 541,0-9 0,-6-17 0,5-10 0</inkml:trace>
  <inkml:trace contextRef="#ctx0" brushRef="#br0" timeOffset="4">19702 5736 8235,'-2'10'-857,"-4"-5"700,4-3 1,-8 0-91,4 4 242,4-4 0,-7 8 47,3-5 1,4-3-241,-6 6 163,8-8 368,0 0-80,8 0-148,-6-8-43,13-1 0,-5-9-12,8 1 0,-7-1-7,1 1 0,-1 0-97,7-1 0,-1 1 100,0 0 0,1-1-165,-1 1 1,0-3 77,1-3 1,-1 4-110,1-4 1,-7 4 129,1 1 1,-3 1-8,3-1 0,-4 7 25,-8-1 1,2 8 198,3-1-306,-3 3 95,6 2 139,-8 0 0,-2 7-110,-4 5 1,4 9 86,-3 2 0,1 1-89,-2-7 0,4 6-3,-4 0 1,4 0-26,2-5 1,0 1-1,0 4-114,0-3 0,0 5 91,0-8 0,0-5-202,0-1 1,0-5-275,0 6 514,0-8 0,0 3 0,8-14 0,2-3 0</inkml:trace>
  <inkml:trace contextRef="#ctx0" brushRef="#br0" timeOffset="5">19927 5058 6421,'0'10'-28,"0"-3"182,0-7 556,0 0-841,0 8 210,0-6-178,0 6 72,0-8-15,0 0-21,0-8 28,0 6 0,2-11 11,4 7 0,-4-2-32,4 2-459,-4 4 515,-2-5 0,0-1 0,0-2 0</inkml:trace>
  <inkml:trace contextRef="#ctx0" brushRef="#br0" timeOffset="6">19545 6344 8193,'0'10'-2045,"0"-2"1837,0-1 245,0-5-65,0 6 0,0-6 39,0 4 0,2-4 10,4 3 12,-4-3-2,6 6-26,-8-6 5,0 13 0,0-11-60,0 8 58,0-8 0,5 5-201,1-3 174,0-4 1,-6 8 18,0-4 0,8-4 0,1 5 0</inkml:trace>
  <inkml:trace contextRef="#ctx0" brushRef="#br0" timeOffset="7">19580 6327 6069,'-10'0'-14,"3"0"82,7 0 236,0 0-304,7 0 1,-3 0-5,8 0 0,-7 0 6,7 0 0,-6 0-7,5 0 0,-5-6-8,6 0 17,-1 0-18,7 6 0,-1 0 15,1 0 1,-7 0-12,1 0 79,-1 0 4,7 0-69,-1 0 1,0 0 0,-5 6 4,0 0 3,-9 0 1,7 0-97,-4-1 102,-4 1-74,5 2 1,-5-6 3,4 4 16,-4 3 0,6-5 22,-8 8 1,0-6 0,0 5 1,-2-5-137,-4 6 130,4-1 0,-7 5-97,3-5 79,4 5 37,-6-14 0,0 13 0,-1-5 0</inkml:trace>
  <inkml:trace contextRef="#ctx0" brushRef="#br0" timeOffset="8">19615 6501 8193,'-2'9'-497,"-4"-3"-561,4 4 645,-6-8 358,8 5 77,0-7-13,0 8 88,0-6-42,0 6 0,0-8 20,0 0-19,8 0 1,-4 0-53,7 0-3,-7 0 0,12 0-68,-5 0 0,-1 0 83,2 0 1,-7-2-161,7-4 65,0 4 0,5-6-16,0 8 1,-5-2 27,-1-3 67,1 3 0,5-6 0,1 8 0</inkml:trace>
  <inkml:trace contextRef="#ctx0" brushRef="#br0" timeOffset="9">19754 6344 8201,'-2'10'-1149,"-4"-4"0,4-2 1078,-4 1 0,2-3 113,-1 4 8,3-4-43,-6 6 1,6-6 10,-4 3 75,4 5-82,-5-8 1,1 8 68,0-5-45,0-3-32,-2 14 0,6-12-4,-3 7 0,1-7-8,-2 2 2,4 4 0,-6-7-19,8 9-91,-7-8 117,5 4 0,-6-1 0,8 3 0</inkml:trace>
  <inkml:trace contextRef="#ctx0" brushRef="#br0" timeOffset="10">19823 6344 8201,'-10'10'-1664,"3"-2"1643,-1-1 40,6-5-111,-6 14 1,8-12-134,0 7 251,0-7-114,0 11 0,-5-11-22,-1 8 46,0-8 0,6 5 64,0-3 0,0-4 0,0 6 0</inkml:trace>
  <inkml:trace contextRef="#ctx0" brushRef="#br0" timeOffset="11">19840 6396 8201,'-5'12'-531,"-1"0"-665,-8-9 1037,5 13 0,-3-8 169,1 3 1,7-1-130,-2-4 0,2-3 107,-2 9 12,4-8 0,-5 11 0,7-5 0</inkml:trace>
  <inkml:trace contextRef="#ctx0" brushRef="#br0" timeOffset="12">19858 6570 6331,'8'10'-460,"-6"-2"489,5-1 9,-7-5-49,0 14 0,6-12 14,0 7 1,0-5-18,-6 5 1,2-7 15,3 2-5,-3 4 1,8-2 29,-4 3 1,-2 3 0,7-9 0,-7 9-9,2-2 0,3 1 7,3-1 0,-2 3-33,1-3 1,1 3 21,5 3 0,1 1-27,-1 4 0,-5-4 21,-1 4 1,1-1 37,5 1 1,0-2-24,1 8 0,-3-6 1,-3 6 0,3-6 3,-3 6 0,-2-5 5,1 5 1,-5-2 6,6 2 0,-3 3-12,3-3 0,1-2-71,-7 2 0,6-2 38,-7 2 0,1 2-6,-6-8 0,6 6 5,0-5 1,0 5-7,-6-6 1,0 2-14,0-2 1,2-4-7,3 4 1,-3-3-319,4-3 211,-4 1 138,-2-1 0,8 0 0,1 1 0</inkml:trace>
  <inkml:trace contextRef="#ctx0" brushRef="#br0" timeOffset="13">20136 7578 8206,'9'0'-1398,"-1"0"1115,-8 0 326,0 0 15,0 8 0,2-6-78,4 4 13,-4 3-3,13 1 0,-5 7 0,7 1-35,1-1 25,-1-7 1,0 3-12,1-7 0,-1 0-93,1-6 0,-1 0 111,0 0 1,6-2 12,1-4 0,-1-11 0,-6-10 0</inkml:trace>
  <inkml:trace contextRef="#ctx0" brushRef="#br0" timeOffset="14">20205 7891 7640,'0'10'-1627,"2"3"1667,4-7 1,-4 2-32,4-2 0,-4-2 18,-2 7 0,0-5 25,0 5-57,0 1 0,2 5-15,3 1-30,-3-1-19,6 1-9,-8-1 29,0 0 1,0-5-85,0 0 133,8-9 0,-6 13 0,5-7 0</inkml:trace>
  <inkml:trace contextRef="#ctx0" brushRef="#br0" timeOffset="15">20257 7926 8168,'0'10'-1607,"2"-3"1231,4-7 323,-4 0 60,14 0 1,-13 0 16,9 0 1,-6-5 0,5-1 1,-5 0 0,6 6 0,-6-6 2,5 0 0,-5-1-57,5 1 1,-5 4 40,6-4 0,-6 4-60,5 2 60,1 0-13,5 0-19,1 0-6,-1 0 18,0 0 1,-5 0 7,-1 0 41,-7 0 1,4 8-39,-8 3 0,0-1-3,0 2 1,0-1-34,0 7 0,0-1-5,0 0 1,0 1-5,0-1 1,-2-5-88,-4-1 0,4 1 129,-3 5 0,-3-5 0,2 0 0,0-9 0,-1 13 0,-3-7 0</inkml:trace>
  <inkml:trace contextRef="#ctx0" brushRef="#br0" timeOffset="16">20310 8169 7036,'-10'0'-629,"2"0"560,8 0 78,0 0-5,0-7-7,8 5 0,2-6-2,7 8 1,-5 0-195,-1 0 1,1-2 198,5-4 0,0 4 0,1-6 0</inkml:trace>
  <inkml:trace contextRef="#ctx0" brushRef="#br0" timeOffset="17">20344 7909 8168,'-9'7'0,"-1"-5"-836,4 4 592,4-4 56,-5 6 0,5-4 7,-4 7 113,4-7 49,-6 11-193,8-5 208,0 7 0,0-5-30,0 0 1,0-7-87,0 7 69,0-8-184,0 11 235,0-5 0,-8 0 0,-1-3 0</inkml:trace>
  <inkml:trace contextRef="#ctx0" brushRef="#br0" timeOffset="18">20449 7961 8168,'-2'11'-975,"-4"1"0,4-6 676,-4 5 787,-4-7-468,9 12 0,-9-9-151,4 5 1,4-2-144,-4-5 274,4-3 0,-5 14 0,-3-7 0</inkml:trace>
  <inkml:trace contextRef="#ctx0" brushRef="#br0" timeOffset="19">18485 7769 5759,'0'-9'0,"0"1"0,0 8 66,0 0 7,0-8 129,0 6-166,0-5 44,8 7-21,-6 0 64,6 0-59,-8-8-10,0 6-5,0-6-31,0 8 1,0-2-37,0-3 64,0 3-18,0-6 14,0 8 11,0 0 0,6 2-37,-1 4 1,1-2-2,-6 7 1,0-5 1,0 6 0,0-1-49,0 6 0,2 7 51,4-1 1,-4 0-130,4-6 1,-5 7 35,-1-1 1,2 0-20,4-6 1,-4 1 25,4-1 1,-4 0-15,-2 1 0,0-7 14,0 1 67,0-8 0,0 11 0,0-13 0,0 6 0,0 0 0,0 1 0</inkml:trace>
  <inkml:trace contextRef="#ctx0" brushRef="#br0" timeOffset="20">18451 7909 8293,'0'9'-2122,"0"-1"2301,0-8 960,0 0-1011,7 0-202,-5 0-116,14-8 0,-7 6 129,9-4 0,-7 5-86,1 1 0,-1-2-88,7-4 0,-7 4-207,1-4 442,0 4 0,5 2 0,0 0 0,1 0 0</inkml:trace>
  <inkml:trace contextRef="#ctx0" brushRef="#br0" timeOffset="21">18729 7961 8261,'9'0'-2334,"-1"7"2836,-8-5-332,0 14 1,0-12-492,0 7 313,0-7-104,0 12 0,0-13 78,0 9 4,0-8 1,0 6 65,0-5-66,0-3 296,0 6-244,0-8-127,0 0 58,0-8 8,8-1 0,-6-9 24,3 1 0,3 5-10,-2 1 1,2 1 140,-3-2-133,-3-3 1,8 11 72,-4-7-50,-4 7 0,7-6 21,-3 4 1,-4 4-16,6-5 0,-6 7 115,4 0-120,-5 7 1,7-3 89,-8 8-71,0-1 0,0 1 7,0-1 0,0-5-17,0 6 2,0-8 40,0 11-11,0-13-57,0 6 39,0-8-118,0 0 50,8-8 34,-6-2 1,8-5-5,-5 3 0,-3-3-42,4 3 20,4 5 0,-6-7-7,7 8 0,-5-1 13,5 1 32,-7 4 0,6-6-34,-4 8 58,-4 8-74,13 2 0,-13 7-3,4 0 0,-2 1-40,2-1 1,-5-5-8,5-1 1,-4 1 92,-2 5 0,0-7 0,0 13 0,0-4 0</inkml:trace>
  <inkml:trace contextRef="#ctx0" brushRef="#br0" timeOffset="22">19076 7926 8261,'0'12'0,"0"-1"-927,-8-7 605,6 11 189,-5-13 243,7 14-272,-8-7 207,6 9 1,-6-1 45,8 1-52,0-1 0,2 0-3,4 1 0,-4 1-98,4 4 1,-4-3 94,-2 3 0,5-4-75,1-2 0,2 1-4,-2-1-100,-4 1 1,7-1 8,-3 0-233,-4-7 128,6-2 242,0-8 0,-7-8 0,7-2 0,-8-7 0</inkml:trace>
  <inkml:trace contextRef="#ctx0" brushRef="#br0" timeOffset="23">19128 7909 6709,'10'-8'350,"-2"6"-293,-1-6 1,1 6 12,4-4 3,3 4-57,-5-5 1,7 7-109,0 0 0,-5 6 27,0-1 1,-3 3 72,3-2 0,1-2 97,-7 7 1,6-5-85,-7 6 1,1-6 2,-6 5 1,2-1-21,4 1 1,-4 5 29,4-5-46,-4-3-25,-2 8-158,-8-7 0,4 3 34,-8-1-33,1-7 0,-6 4 35,-1-8 0,7 0-70,-1 0 229,0 0 0,-5 0 0,0 0 0,-1 0 0</inkml:trace>
  <inkml:trace contextRef="#ctx0" brushRef="#br0" timeOffset="24">17478 8847 5749,'-10'10'0,"2"-2"0,8-8 25,0 0 3,0 7-26,0-5 2,0 6 6,0-8 2,0 0-11,0 8 13,0-6-6,0 5 1,0-5 36,0 4-35,0-4 28,0 13-20,0-13-24,0 14 1,0-12 14,0 7 1,0-5 14,0 6-27,0-9-1,0 13 2,0-6-8,8-1 0,-6 7 1,6-12 11,-8 7-5,0-7 0,0 4 1,0-8 1,0 2 1,0 3 0,0-3 1,0 6-1,0-8 1,0 0-12,0-8 1,0 4-9,0-7 1,0 5-4,0-5 0,2 5 20,3-6 0,-3 6-3,4-5 3,-4-1 3,-2-5 0,0-1 7,0 1 0,6 5-12,0 1 1,-1 5 7,-5-6 1,0 7-2,0-7 0,8 8 1,-6-5-4,4 3 0,-4 4 29,6-6 4,-7 8 125,7 0-136,-8 8 89,8 2-88,-6 7 1,6 0-33,-8 1 0,0-7 11,0 1 0,0-6-7,0 5 1,0-5-1,0 6 0,0-7-25,0 7 13,0-8 14,0 4-6,7-8 0,-5 0-1,6 0-14,-8-8 0,0-2-5,0-7 1,0 5 12,0 1 1,6 5-4,0-6 0,-1 6 26,-5-5 0,6 5-31,0-6 28,0 9 0,1-13 12,-5 14-3,14-5-9,-14 7 0,5 1 15,-7 5-12,8 4 1,-6 7-41,4 1 1,-4-7 32,-2 1 0,0-6 0,0 5 0,8 1 0,1 5 0</inkml:trace>
  <inkml:trace contextRef="#ctx0" brushRef="#br0" timeOffset="25">17738 8934 8310,'0'10'-2002,"0"-3"2033,0-7-26,-7 0-37,5 0-24,-6 8 46,8-6 1,-2 6-6,-4-8 0,4 2 6,-4 4-40,5-5 83,1 7-23,0 0 1,0-4 20,0 7-5,0-7-12,0 12 0,5-12-13,1 7 1,2-7-1,-2 2 0,-4-2 55,3 1-47,5-3 1,-6 6-35,7-8 75,-7 0-26,12 0 0,-14-2 20,3-4 2,5 4-36,-8-13 1,6 11 0,-8-7 0,0 5-30,0-6 0,0 6 48,0-5-118,0 7 18,0-12 0,0 13-96,0-9 51,0 8-18,0-4 84,-8 8 49,6 0 0,-13-7 0,5-3 0</inkml:trace>
  <inkml:trace contextRef="#ctx0" brushRef="#br0" timeOffset="26">17860 8812 5760,'0'10'28,"0"-2"-1,0-8 261,0 0-272,0 7-9,0-5 4,0 6-4,0-8 16,0 0-8,0 8 43,0-6 4,0 6-55,0-1 1,0-3 2,0 8 0,6-7-28,0 7 1,-1-6 39,-5 5-56,8-7 39,-6 12 1,8-12-33,-5 7 23,-3-7-7,6 12 10,0-15 0,-6 9 1,3-4-1,-3-4 1,6 6-100,-6-8 96,14 0 0,-9-8-174,5-4 0,1 3 161,-7-3 0,6 6 17,-7-5 0,3 1 0,-2-2 0,4-3 0,7 5 0</inkml:trace>
  <inkml:trace contextRef="#ctx0" brushRef="#br0" timeOffset="27">18138 8969 5937,'0'9'-56,"0"-1"44,0-8 73,0 0-18,0-8 2,0 7 5,8-7-20,-6 0-41,5 6 1,-5-8 9,4 5-3,-4 3 1,6-8 0,-8 4-14,0 4 45,7-13-29,-5 5 0,6-1 87,-8-1-71,0 8 45,0-11 0,0 11-40,0-8 4,0 8-19,0-3 0,-2 7-3,-4 0-43,4 0 51,-13 0 1,11 7-19,-8 5 1,7-2 7,-7 1 0,8-5-5,-2 6 1,-1-7 95,1 7-40,0 0 1,6 5-34,0 0 1,-6-5 27,1 0-90,-1-1 0,8 5 63,3-5 0,-3 5-107,4-5 1,-2-3 92,2-2 1,-2-2-162,7 1 1,-5-3 138,6 4 17,-8-4 0,11-2 0,-5 0 0</inkml:trace>
  <inkml:trace contextRef="#ctx0" brushRef="#br0" timeOffset="28">18312 8847 8217,'-2'10'-929,"-4"-4"0,4-3 733,-4 3 212,4-4 1,2 8-115,0-4 88,-7-4 1,5 7-8,-4-3 1,2-4 29,-2 4-11,4 3 1,-5-5 18,7 8 0,-2-8 8,-4 1 1,4 5 1,-6-6-18,8 8 0,0-7-8,0 7 1,0-6 17,0 5-5,0-7-21,0 12-13,0-7-1,0 1 25,8-2 34,-6-8-37,13 0 22,-13 0 0,12-2-18,-9-4 1,3-2 2,-2-3 1,-4-5-11,4 5 0,1-5-6,-1-1-9,0-1 0,-4-5 18,4 0 0,-4 0-16,3 6 0,-3-1 10,-2 1 0,2-1 0,4 1 1,-4 0-17,4-1 0,-4 7-1,-2-1 0,0 0 10,0-5 1,0 0-11,0-1-32,0 1 32,0 0 20,0-1-11,0 1 1,0 5-5,0 1 10,0 7 3,0-4-12,0 8 0,0 2-2,0 4 0,-2-2 18,-4 7 1,4 1-2,-4 5 1,4-3 85,2 3 1,0-3-83,0 9 1,0-4 4,0-2 0,0 7-1,0-1 1,0 6 3,0-6 0,0 2-92,0-2 0,0-3 86,0 3 1,6-2-133,0 2 0,2-4 110,-3 5 0,-1-7 13,8-5 0,-8 3 0,3-5 0</inkml:trace>
  <inkml:trace contextRef="#ctx0" brushRef="#br0" timeOffset="29">18485 9125 6113,'10'0'-224,"5"0"224,-5 0 0,7-7 0,1-3 0</inkml:trace>
  <inkml:trace contextRef="#ctx0" brushRef="#br0" timeOffset="30">18624 8830 8319,'-9'9'-1029,"1"7"1,8-12 1045,0 7 0,0-5-26,0 6 0,0-7 7,0 7 0,2 0-5,4 5 0,-2-5 15,7-1 1,-5-1-2,6 1 0,-3 5-22,3-5-8,3 5 7,-5 1 16,7 1 15,1-9 1,-7 5 16,1-8-14,-8-1 0,9-6-65,-7-5 1,2-2-4,-3-4 0,-3-3-14,4 3 0,2-3 54,-2-2 0,1-1 10,-1 1 0,-4-8 0,6-2 0</inkml:trace>
  <inkml:trace contextRef="#ctx0" brushRef="#br0" timeOffset="31">18954 8917 8197,'0'9'-1016,"0"-1"1,-1-8 1130,-5 0-126,4 8 0,-6-6 1,6 7-39,-4-3 49,4-4 0,-7 8-6,3-4 1,4-3 22,-4 9 0,2-6-11,-1 5 1,3-5 9,-4 6 0,4-6 7,2 5 9,0 1-22,0 5-6,0 0 0,0-5-5,0 0-7,0-8-7,0 3 0,2-7 23,4 0-12,-4 0 0,11-2 2,-7-3 0,2 1-6,-3-8 6,-3 0 1,12-5 1,-8 0 0,1-1 0,-1 1 0,-4 5 0,4 1 0,-2 1-26,2-1 25,-5-5 0,7 12-1,-8-7 27,0 7 1,0-4-23,0 8 0,0 8 0,0 1-57,0 9 0,0-7-65,0 1-57,8 0 176,-6 5 0,13 0 0,-5 1 0</inkml:trace>
  <inkml:trace contextRef="#ctx0" brushRef="#br0" timeOffset="32">19128 8621 8172,'-9'0'-984,"1"0"0,2 2 1018,0 4 1,0-2-82,6 7 58,0 1 1,0 5-18,0 1 0,0 1 11,0 4 1,0-4-1,0 5 0,6 1-8,0-2 0,0 6-4,-6-6 0,0 8-36,0-2 0,0 2-90,0-2 1,0-2 57,0-4 0,0-4 75,0 5 0,0-5 0,0-2 0,0-7 0,0 5 0,0-5 0</inkml:trace>
  <inkml:trace contextRef="#ctx0" brushRef="#br0" timeOffset="33">19215 8917 8172,'0'11'-565,"0"1"-61,0-1 1,0 7 453,0-1 0,6-5 220,0-1-32,-1 1 9,-5 5 1,0 1-103,0-1 90,8-7-3,-6 5-14,14-13-5,-15 6 0,9-8 97,-4 0-85,-4 0 0,7-2-9,-3-4 0,-4 2 16,4-7 0,-4-1-52,-2-5 21,8-1 1,-6 1-7,3 0 1,-3 5 21,-2 0 1,0 7-15,0-7-21,8 8 9,-6-4 52,6 8-41,-8 0 48,0 0-58,0 8 1,0 2-1,0 7 1,0-5 29,0-1 0,0 1 0,0 5 0</inkml:trace>
  <inkml:trace contextRef="#ctx0" brushRef="#br0" timeOffset="34">19493 8969 8172,'17'0'-2254,"-5"0"2179,0 0 0,-7-6 75,7 0 0,-6 0 0,5 6 0,-5 0 0,6 0 0,-8-7 40,11 5-18,-13-6 0,8 2 304,-5 0-305,-3 1 1,6 3 133,-8-4-108,0 4 0,0-8 52,0 5-40,0 3 6,0-14-50,-8 14 0,4-11-6,-7 7-21,7 0 0,-10 4 51,9-4-17,-9 4-4,5-5-15,-9 7 0,7 2 31,-1 3 0,6-1 1,-5 8 1,5-2 14,-6 1 1,8 5 63,-1-5-92,-5 5 0,8 1 43,-4 0-140,4 1 1,2-1 21,0 1 1,6-7-393,0 1 369,7-8 0,-3 9-384,7-7 460,1 0 0,7-6 0,2 0 0</inkml:trace>
  <inkml:trace contextRef="#ctx0" brushRef="#br0" timeOffset="35">19945 8743 6179,'0'9'-53,"0"-1"64,0 0 0,0-4 3,0 7 1,0-5 1,0 6 1,0-6-18,0 5 0,0-5-17,0 6 61,0-9-5,0 13 8,0-6-18,0-1-60,0 7 42,0-14 1,0 5-16,0-7-35,0 0-19,7-7 0,-5-3 26,4-7 19,-4-1 1,0 1 7,4-1 0,-4 7-11,4-1 23,-5 1 1,7-7 0,-6 7-3,4-1 4,4 8 1,-8-5 31,3 3 17,5 4-29,-8-6 0,8 14 16,-5 0 10,-3 7-26,6-3 0,-6 5 37,4-3-75,-4 3 1,5-11 50,-7 8-59,0-8-2,0 3 3,8-7 0,-4 0-13,8 0 1,-9-2-6,3-3 1,4-3-33,1-4 0,-1-3-15,2 3 1,-3-3 68,3-3 1,3 1-14,-3 0 1,-2 7 47,1 4 0,-7 2-79,2-1 127,3 3 1,-7-4-54,4 12 0,-4 3 6,-2 9 0,6-7-19,0 1 1,-1-1 10,-5 7 1,0-1-23,0 1 0,0-1 13,0 0 0,0-5-175,0 0 169,0-1 0,0 7 0,0-1 0</inkml:trace>
  <inkml:trace contextRef="#ctx0" brushRef="#br0" timeOffset="36">19893 6275 6299,'-2'15'-83,"-4"-3"0,2 3 60,-8-3 1,3 3 9,-3 3 0,-3 5 52,3 0 1,-3 6-39,-3-6 1,1 6 3,0-6 0,-1 6-39,1-6 0,0 1-37,-1-7 71,8 0 0,-13 1 0,4-1 0</inkml:trace>
  <inkml:trace contextRef="#ctx0" brushRef="#br0" timeOffset="37">19632 6309 7666,'0'10'-1157,"0"-2"1193,0 0 33,0 1-135,8 9 0,1-1 89,9 0 0,-5 1-171,5-1 1,-5 0 49,10 1 0,-3-1-201,-3 1 299,0-1 0,8 0 0,2 1 0</inkml:trace>
  <inkml:trace contextRef="#ctx0" brushRef="#br0" timeOffset="38">19979 8465 8222,'0'-10'-1227,"0"2"1,0 6 1328,0-3-44,0 3 1,-1-6 208,-5 8-214,4 0-106,-6-8 124,8 6-69,0-5 0,-2 5-8,-4-4-25,4 4 105,-5-6-1,7 8 159,-8-8-207,6 7 0,-8-13 71,5 8-53,3 0 1,-6 5-27,8-5 1,-6 2 10,0-8 0,-1 8 10,1-1-1,4-5-25,-13 0 0,11-5 16,-8 3-8,8-3 1,-9 5 63,7-7 1,-2 5-25,2 1-70,4-1 0,-11-5 21,7-1 1,-2 7 3,3-1 0,3 0-22,-4-5 1,2 6-18,-2-1-8,4 0 1,-5-5 45,7 0 3,-8-1 1,6 1-20,-4-1 0,2 3 63,-1 3 1,3-3-46,-4 3 1,2 3 26,-2-3-38,4 1 1,-7-7-4,3 1 1,4 5-21,-4 1 0,2-1 30,-2-5 1,4 5-91,-3 0 114,3 1 1,-4-7 38,0 1-63,0 0 1,4 1 5,-3 5 1,3-5-13,-4 5 0,4 1 8,2-2-24,0 1 0,-2-7 23,-4 1 1,4 0-51,-3-1 39,3 1 1,2 0-16,0-1 0,-6 1 8,0-1 0,0 7 2,6-1 1,0 1 40,0-7 1,-2 7 3,-3-1 1,3 0-24,-4-5-6,4 0 0,2-1-106,0 1 0,0 0 98,0-1 1,0 1-258,0-1 186,0 1 1,0 0 8,0-1 1,2-5 8,4 0 1,-4 0 5,3 5 0,-3 1 28,-2 0 1,0 5-4,0 0 0,2 3-159,4-3 1,-4-3 70,4 3 0,-4 2-372,-2-1 378,0 7 99,0-11 0,0 13 0,0-6 0</inkml:trace>
  <inkml:trace contextRef="#ctx0" brushRef="#br0" timeOffset="39">19545 6935 8250,'-10'0'-1280,"1"0"747,3 0 552,4 0-8,-6 0-11,8 0-70,0 0 30,8 0 58,-6-8 111,13 7 0,-7-9-120,4 4 11,3 4-15,-5-6-2,7 1 1,-5 5-19,-1-4 0,-5 4 51,6 2-239,-8 0 186,11 0-53,-5 0 1,1 2 35,1 4 1,-6-2-1,5 7 0,-7-5-43,2 6 1,-2-1-94,2 7 170,-4-1 0,13 8 0,-5 2 0</inkml:trace>
  <inkml:trace contextRef="#ctx0" brushRef="#br0" timeOffset="40">19771 6831 7259,'0'10'-467,"0"5"0,0-11 373,0 7 70,0-7 1,0 6-43,0-4 118,0-4-43,0 5 1,0-5 31,0 4-35,0-4 5,0 6-26,0-8 1,0-8 0,0-2-21,0-7 0,0 5-11,0 1 0,6-1 29,0-5 0,-1 0 2,-5-1 1,6 7 38,0-1 1,2 2 29,-3-1 11,-3-5-27,6 14 0,-6-5 48,4 7-20,-4 0-24,5 0 1,-7 7-48,0 5 0,0-2 27,0 1 0,0-5-34,0 6 6,0-1 0,0 1-14,0-1 6,0-7-2,0 4 5,0-8 3,0 0-63,8 0 1,-6-2 64,4-4 1,-2 2-69,2-7 1,-3 5 43,9-6 1,-6 7-45,5-7 41,-7 8 21,12-4 1,-12 8 7,7 0 0,-7 2 9,2 4 1,2-2-6,-3 8 0,1-1 0,2 7 0,1-1 0</inkml:trace>
  <inkml:trace contextRef="#ctx0" brushRef="#br0" timeOffset="41">20327 8673 6464,'0'10'88,"0"0"-26,0-5-92,0-3 0,0 14 40,0-5 0,-6-1 5,0 2-11,-7-1 0,9 7-8,-8-1 1,7 0 4,-7 1 1,6 1-1,-5 4 1,1-9-82,-2 3 0,3-3 87,3 3-247,4 0 96,-13 1-35,13-1 84,-6-7 95,8-2 0,0-8 0,-8 0 0,-1 0 0</inkml:trace>
  <inkml:trace contextRef="#ctx0" brushRef="#br0" timeOffset="42">19962 8656 8217,'10'0'-2297,"-3"0"2144,1 0 153,-6 0 0,6 0 0,-8 0 0,8 0 0,-6 0 0,5 0 0,-7 0 697,0 0-637,0 8 0,0-4 18,0 7 1,-2-7 86,-3 2-99,3 3 0,-6-5-13,8 8 1,0-6 1,0 5 1,-2-5 73,-4 6-107,4-1 1,-7 7 33,3-1-27,4 0 0,-12 1-50,9-1 1,-3-1-43,2-5 25,4 5-240,-6-7 56,8 9 1,0-7-221,0 1 38,0-8 404,0 3 0,0-7 0,-2 0 0,-3 0 0,3 0 0,-6 0 0</inkml:trace>
  <inkml:trace contextRef="#ctx0" brushRef="#br0" timeOffset="43">19962 8691 8329,'0'9'-953,"0"7"1,0-12 1019,0 7 0,2-7-23,4 2-3,-4 4 0,11-7-7,-7 9 0,6-6 19,-7 5 0,9-5 6,-2 6 1,3-6-85,2 5 0,3-1 64,3 1 1,-4 5-53,4-5 0,-1 3 43,1-2 1,-4 3-87,4-3 0,-4-3 3,-1 3 0,-1-6-13,1 5 0,-1-7-79,0 2-243,1-4 147,-1 6 241,0-7 0,-7 7 0,-2-8 0</inkml:trace>
  <inkml:trace contextRef="#ctx0" brushRef="#br0" timeOffset="44">20275 8656 7079,'0'10'-280,"0"-3"0,0-5 419,0 4-85,0-4-34,0 13 0,-2-7 63,-4 4-42,4 3 0,-11-5 68,7 7 0,-2-1-70,2-5 1,3 5 7,-9-5 0,6 11-52,-5 1 1,1 2-6,-2-2 0,-3-2-1,3 8 0,3-6-134,-3 6 1,6-7 104,-5 1 0,7-4-254,-2-2 74,-4 1 101,8-1-10,-5-7 129,7-2 0,7-8 0,3 0 0</inkml:trace>
  <inkml:trace contextRef="#ctx0" brushRef="#br0" timeOffset="45">20535 8274 6295,'10'0'59,"-2"0"1,-6 0-17,4 0 2,-5 0 0,9 0 5,-4 0 0,-2 1 4,7 5 1,-7-2 12,2 8 0,2-6-59,-2 5 0,5 1 31,-5 5 1,2 0-33,-3 1 1,-3 5-13,4 0 0,-2 6-15,2-6 1,-4 2-13,3-1 0,-3-3-6,-2 8 1,-2-8-11,-3 2 0,1-3-3,-8-3 0,6 6-92,-5 0 0,5-1 72,-5-11 0,5 3-170,-6-9 146,8 9 95,-11-12 0,13 6 0,-6-8 0</inkml:trace>
  <inkml:trace contextRef="#ctx0" brushRef="#br0" timeOffset="46">20535 8604 8196,'-9'0'-1523,"1"0"1350,8 8 420,-8-7-269,6 7 97,-5 0-29,7 2-16,0 7 1,0 0-1,0 1 0,0-7 80,0 1-4,0-1-107,7 7 0,-3-3 6,8-3 1,-6 1-49,5-7 0,-5 0 89,6-6-166,-1 0 0,7 0-104,-1 0 141,0 0 1,1 0-4,-1 0 1,-2-2-267,-3-4 352,4 4 0,-7-5 0,9-1 0,-1-2 0</inkml:trace>
  <inkml:trace contextRef="#ctx0" brushRef="#br0" timeOffset="47">4118 5684 5749,'0'9'5,"0"-1"34,0-8 37,0 0-63,0 8-11,0-6 48,0 5 1,0-7 275,0 0-301,0 8 6,0-6-1,0 6 17,0 0-34,0-6 1,0 7 49,0-3-15,0-4 1,0 13-21,0-5 0,0 7 5,0 1-15,0-1 1,0 1-25,0-1 1,0-6 20,0 1 0,0-6-62,0 5 49,0 1 0,0 5-3,0 1 0,0-7 27,0 1 0,0-6 28,0 5-41,0 1-4,0 5 1,0 1-1,0-1 1,0-5 4,0-1 0,0-5-18,0 6 1,0-7 1,0 7 1,0-6-9,0 5 10,0 1-8,0 5 11,0 1 1,0-1 27,-8 1-24,6-1 18,-6 0-3,8 1 2,0-1-6,0 0 1,-2-1 21,-4-5-21,4 5 3,-5-6-13,7 7 0,0 0 4,0 1 0,0-7-22,0 1 0,0-6 10,0 5-3,0 1 0,-2 3 39,-4-3-1,4 3-30,-6-5 3,8 7-1,0 1 10,0-1-26,0 1 12,0-1-5,0 0-1,0 1 1,0-1-3,0 0 0,0-5 3,0 0 0,0-7 0,0 7 1,0-6 63,0 5-61,0 1 1,0 5 59,0 1 1,0-7-61,0 1 0,0-6 3,0 5 0,0-5-3,0 6-3,0-1 1,0 7-2,0-1 1,0-5-11,0-1 5,0 1 0,0 5 4,0 1 0,0-7 111,0 1-87,0-1-6,0 7 0,0-1-14,0 0 1,0-5 1,0 0-3,0-1 0,0 7-5,0-1 13,0 0 1,0 1-6,0-1 37,0 1 0,0-1-30,0 0 0,0-5 18,0-1-26,0 1 1,0 5-1,0 1 1,0-7 5,0 1 1,0 0-2,0 5 0,0-5-8,0-1 0,0 1 6,0 5 0,0-5-9,0-1 0,0 1 2,0 5 0,0-5 1,0-1 0,0 1 1,0 5 0,-2-5-2,-3 0 0,3-1 1,-4 7 0,4-1-6,2 0 6,0 1 1,0-1 0,0 0 0,0 1-1,0-1 1,0 1 0,0-1 0,0 0 0,0 1 0,0-1 0,0-5 0,0-1 0,0 1 0,0 5 0,0 1 0,0-1 0,0 0 0,0 1 0,0-1 0,0-5-1,0-1 1,0 1-3,0 5 1,0 1 0,0-1-14,0 0 1,0 1-3,0-1 1,0-5-6,0-1 0,0 1-29,0 5 50,0 1 1,0-1-11,0 0 0,0 1-5,0-1 1,0-5 15,0-1 1,0 1 4,0 5-2,0 1 0,0-1 1,0 1 0,0-7-2,0 1 1,0-1 2,0 7 0,0-1 1,0 0-7,0 1 1,0-1 3,0 1 0,0-7 5,0 1 1,0-1 10,0 7-11,0-1 1,0 0 1,0 1 1,0-1-6,0 1-3,0-1 0,0 0-6,0 1 1,0-1 8,0 1 0,0-1-12,0 0 1,0-5 4,0-1 1,0 1-2,0 5 0,0 1 2,0-1 1,0 1 1,0-1 0,0 0 10,0 1 1,0-1-11,0 1 0,0-1 11,0 0 0,0 1-6,0-1-1,0 8-4,0 2 1,0 6-1,0-4 0,0-4 0,0-8 0,0 1-2,0-1 1,0 1-2,0-1 1,0 0 0,0 1 1,0-1 0,0 1 0,0-7 1,0 1 0,0-1 0,0 7 0,0-1 0,0 0 0,0-5 0,0 0 0,0-1 0,0 7 0,0-1 0,0 0 0,0 1 0,0-1 0,0-3 32,0 3 0,0-9-30,0 9 0,0 2 35,0 5 0,0-7-8,0-5 0,0-1 5,0 7 0,0-1-24,0 0 1,-2 1 0,-4-1 0,4 0 0,-3 1 1,3-1 5,2 1 0,0-7-28,0 1 0,0-1 21,0 7 0,0-1-29,0 0 0,0 1 20,0-1 1,0-5-2,0-1 0,0 1-2,0 5 0,0-5-8,0 0 42,0-1 0,0 7-22,0-1 0,0-5 46,0-1 0,0 1-31,0 5 30,0 0 0,0 1-34,0-1 0,0 1-8,0-1 0,0 0-12,0 1 1,0-1-6,0 0 0,0 1-23,0-1 0,0 1 36,0-1 0,0 0-50,0 1 1,0-1 40,0 1 1,0-1-6,0 0 1,0-5 6,0-1 0,0 1 2,0 5 1,0 1 6,0-1 0,0 1 3,0-1 1,0 0-14,0 1 1,0-1 3,0 1 1,0 1-9,0 4 0,0-4 8,0 4 0,0-1-11,0 1 0,0-4 16,0 4 1,0-3 0,0-3 1,0 0 10,0 1-7,0-1 1,0 1-15,0-1 0,0-5 1,0-1 1,-6-5-39,0 6 1,0-7 43,6 7-86,0-8 62,0 4-5,0-8-985,0 0 656,0-8 350,0-2 0,-7-15 0,-3-2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60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21786 6622 6228,'-9'0'-22,"1"0"7,8 0-190,0 0 210,8 0-38,-6 0 0,7 0 33,-3 0 0,-4 0 0,6 0 0</inkml:trace>
  <inkml:trace contextRef="#ctx0" brushRef="#br0" timeOffset="1">22151 6640 8485,'0'11'-2039,"0"1"1647,0-8 424,0 3 1,0-5-81,0 4-35,0-4-22,0 6 105,0-8 0,8 0 0,2 0 0</inkml:trace>
  <inkml:trace contextRef="#ctx0" brushRef="#br0" timeOffset="2">22568 6622 5763,'-17'18'0</inkml:trace>
  <inkml:trace contextRef="#ctx0" brushRef="#br0" timeOffset="3">22916 6205 6034,'9'0'-22,"-1"0"39,-8 0 230,0 0-258,8 0 48,-6 0-71,5 0 58,-7 0-44,8 0 1,-4 0 26,8 0 11,-9 0-18,13 0 2,-7 0-2,9 0 0,-1 0-2,1 0 1,-7 0-4,1 0 0,-6 0 9,5 0-8,1 0 1,5 0 2,0 0 0,-5 0-2,0 0 3,-1 0 0,7 0 0,-1 0 0,-5 0-4,-1 0 1,-5 0-1,5 0 0,-5 2-45,6 4 0,-6-4 41,5 4 1,-5-4 0,6-2 1,-7 0 4,7 0 1,-6 0-1,5 0 0,-5 0-6,6 0 3,-8 0 8,11 0 10,-13 0 0,13 0-14,-13 0 4,6 0-3,-8 0 15,0 0 14,0 7-24,0-5-7,0 6 5,0-8 1,-2 2-11,-4 4 6,4-4-1,-5 5-4,7-7-3,0 0 6,0 8 0,0-6 4,0 6-3,0-1 4,0-5 13,0 14 1,0-12 19,0 7-15,0-7-8,0 12 0,0-7 1,0 9 0,0-7 2,0 1 0,0-6 0,0 5 0,5 1-3,1 5 1,0-5 9,-6-1-13,0 1 1,0 5-2,0 1 1,0-1-10,0 0 1,0-5-1,0 0 1,0-1-3,0 7 0,2-7 13,4 1-21,-4-1 0,5 7 13,-7-1 1,0-5-6,0-1 0,0-5 13,0 6-6,0-1 0,0 7-4,0-1 0,0-5 1,0-1 1,0-5 6,0 6 1,0-1 3,0 7-5,0-1 23,0 0 1,0-5-30,0-1 1,0-7-3,0 12 1,0-14 0,0 7-3,0-3-4,0-4-9,0 6 14,0-8 563,0 0-547,0-8 1,-2 6-22,-3-4 0,3 4 2,-14 2 0,12 0 2,-7 0 1,5 0-8,-5 0 1,5 0 4,-6 0 0,6 0-1,-5 0 1,-1 0 3,-5 0 0,-2 0 1,-5 0 1,5 0 0,-4 0 0,-2 6 0,2 0 0,-6 6 0,5-7 0,-4 3-4,4-2 0,1-4-1,6 4 1,-1-4-43,1-2 1,0 0-98,-1 0 1,7 0-87,-1 0 1,6 0 38,-5 0 191,7 0 0,-11-8 0,5-2 0</inkml:trace>
  <inkml:trace contextRef="#ctx0" brushRef="#br0" timeOffset="4">22811 5353 5840,'0'-9'74,"0"1"21,0 8 70,0 0-155,-7 0 0,5 0 1,-8 0 29,4 0-34,4 8 1,-11 1 5,7 9 1,-2-3 5,3-3 0,1 3 3,-8-3 0,8 3 6,-2 3-14,-3-1 0,7 1-13,-4-1 0,-2-6 12,3 1 0,-1-6 30,6 5 3,0-7 3,0 12-11,0-14 7,7 5-25,3-7-10,7 0 0,1 0-33,-1 0 1,-5 0 35,-1 0 1,-5 0-28,6 0 1,-6 0 27,5 0 0,-5 0 11,6 0-28,-9 0 4,13 8 1,-12-6 0,7 4-1,-7 4-1,4-1 5,-8 9 1,0-1-102,0 0 0,-2-5 88,-4 0 0,2-1-95,-7 6 1,5-5 43,-6 0 0,7-3-13,-7 3 1,2 3-82,-1-3 154,-5-4 0,7-1 0,-1-7 0,-5 8 0,5 2 0</inkml:trace>
  <inkml:trace contextRef="#ctx0" brushRef="#br0" timeOffset="5">22881 5319 6588,'8'-10'-395,"-6"2"270,5 1-24,1 5 149,-6-6 0,6 0 0,-8-1 0</inkml:trace>
  <inkml:trace contextRef="#ctx0" brushRef="#br0" timeOffset="6">22933 5614 8459,'0'18'0,"-2"-7"-769,-4 1 1,4-6-28,-3 5 778,3 1 0,2 5-18,0 0 0,0-5-7,0 0 1,0-7 15,0 7 0,0-6-34,0 5 61,0-7 0,0 12 0,0-7 0</inkml:trace>
  <inkml:trace contextRef="#ctx0" brushRef="#br0" timeOffset="7">23020 5527 8459,'0'-9'-2237,"0"-1"2231,0 4 0,2 4 46,4-4-34,-5 5-17,7-7-11,-8 6 52,8-6-16,-6 8 1,8 0 68,-5 0-72,-3 0 1,6 2 19,-8 4-27,0 4 1,0 7 3,0 0 0,0-5-6,0-1 0,0 1-7,0 5 0,0 1-5,0-1 0,0 1 1,0-1-4,0 0 1,0-5 11,0 0 0,-6-7-3,0 7 1,1-6 19,5 5-7,0-7 0,0 6-6,0-4 0,0-4-117,0 5 47,7-7 1,-3 0 66,8 0 0,-1-7 0,7-3 0</inkml:trace>
  <inkml:trace contextRef="#ctx0" brushRef="#br0" timeOffset="8">23246 5614 8459,'11'-6'-1901,"1"1"1633,-8-1 225,11 6-6,-5-8 0,1 4 26,1-7 5,-8 7 0,9-6-6,-7 4 0,2 2 42,-2-7-11,-4 7 14,5-11-2,1 5 1,-6-2 0,4 1-9,-4 7 1,-2-6 63,0 4-32,-8 4 1,4-5-25,-7 7 0,5 0 20,-6 0 21,8 0-62,-11 0 1,11 2-3,-8 3 11,9-3 1,-11 14-5,8-5 0,0-1 5,6 2 0,-5-1 4,-1 7 0,0-7 45,6 1-48,0-1 1,0 7-33,0-1-44,0 1-5,0-1 5,8 0 0,0-5-80,3 0 147,5-9 0,-7 13 0,9-7 0</inkml:trace>
  <inkml:trace contextRef="#ctx0" brushRef="#br0" timeOffset="9">23141 6431 5919,'10'0'83,"-2"0"-54,-8 0 1,2 0 21,4 0 3,-5 0-23,7 0-12,0 0 1,-4 6-10,7 0 0,-5 1 9,6-1-60,-8 4 53,11 7 1,-5 1-34,7-1 0,-5 0 16,-1 1 1,-1-1-1,1 1 1,3 1 1,-8 4 1,5-4-2,-5 5 1,8 3 1,-3 2 1,-1-4 1,1-2 0,-5 2 0,6-2 0,-6 6 0,5-6 0,-5 6-26,6-6 1,-7 1-5,7-7 1,-6 0-5,5 1 1,-1-1 22,2 0 0,-3 7-9,-3-1 1,-4 6 0,4-6 0,-4 2-9,-2-2 1,0 2 27,0 4 0,7 12 0,3-4 0</inkml:trace>
  <inkml:trace contextRef="#ctx0" brushRef="#br0" timeOffset="10">23385 7422 8290,'0'11'-915,"0"1"0,0-6 719,0 5 0,5-5 227,1 6 0,0-6-41,-6 5 1,0-5 23,0 6 0,0-7-27,0 7 1,6-6 42,0 5-4,-1-7 0,-5 12 0,2-14 21,4 3-34,-4-3 4,14-2-18,-7 0 0,9-2 17,-1-3 0,-2 1-66,-3-8 1,3 2-7,-3-1 1,1-5-81,-1 5 79,4-5 1,-9-1-58,5 0 114,3-1 0,-5 1 0,7-1 0</inkml:trace>
  <inkml:trace contextRef="#ctx0" brushRef="#br0" timeOffset="11">22620 8360 6953,'-9'-1'-879,"3"-5"869,4 4-20,2-6 26,0 8 1,-2-6-4,-4 0 1,4-1 64,-4 1-56,5 4 53,1-13 0,0 5-51,0-7 0,0 5 2,0 0 1,0 1 8,0-7 1,0-5-2,0 0 1,0-8 15,0 2 1,0-4 1,0-1 1,-6-3-36,0-4 1,0-3 14,6-8 0,0 0 39,0-1 1,0-4-36,0-1 1,0 0 2,0 6 1,0-3 43,0-2 0,0 2 0,0-3 0,0 6-9,0 6 0,2-2 9,4 7 1,-4-5 10,4 5 1,1 1-31,-1 5 1,8 2 74,-3 4 0,3-8-111,-3 8 1,3 1-89,-8 10 0,7 1 44,-1-1 1,-3 3-356,3 3 276,-8 5 0,5 7-333,-3 0 219,-4 0 1,6 2 228,-8 3 0,0 5 0,0 7 0,0 1 0</inkml:trace>
  <inkml:trace contextRef="#ctx0" brushRef="#br0" timeOffset="12">22638 6640 8272,'0'9'-2281,"0"-1"2290,0-8 124,0 0-124,7 0 0,-3 0 18,8 0 1,-6 0 50,5 0-34,1 0 0,5 0 2,0 0 0,-5 0 50,0 0-85,-1 0 0,7 0-7,-1 0 1,0 0-42,1 0 1,-7 6 56,1 0 0,-6 5-31,5-5 1,-1 8-2,2-3 0,1 5-2,-7 1 1,2 0-68,-3 1 0,-3-1-87,4 1 168,-4 7 0,-2 2 0,0 7 0</inkml:trace>
  <inkml:trace contextRef="#ctx0" brushRef="#br0" timeOffset="13">23524 8082 7626,'0'10'-1745,"0"5"1730,0-13 22,0 14 1,-2-14-17,-4 4 13,4 3 1,-6-5 75,8 8 1,-2-8 25,-3 1 14,3 5-118,-14 0 1,12 5 6,-7-3 0,5 1 6,-6-7 1,7 8-2,-7-3 0,0-1-123,-5 1 1,0 1 68,-1 5 0,1-5-114,0-1 1,-9-1 153,-2 2 0,0 1 0,0-7 0,-1 8 0,-6-5 0</inkml:trace>
  <inkml:trace contextRef="#ctx0" brushRef="#br0" timeOffset="14">23263 8152 8177,'0'10'-1963,"0"-1"2234,0-3 1,0-2 203,0 7-897,0-7 261,-8 12 1,6-12 61,-3 7 1,3-5 49,2 6 15,0-1 0,-6 7 27,0-1 1,0 0-6,6 1 1,0-1-4,0 0 0,0 1-2,0-1 1,0 1 30,0-1 0,0 0 1,0 1 0,0-7 25,0 1-35,0-1 0,2 1 2,4 0 1,-2-8-62,7 1 1,-5-3-66,6-2 119,-1 0 0,15 0 0,1 0 0</inkml:trace>
  <inkml:trace contextRef="#ctx0" brushRef="#br0" timeOffset="15">23402 6257 6740,'-10'-9'-750,"3"1"928,7 8 67,0 0-215,7 0 7,3 0-36,7 0 0,1 0-1,-1 0 0,-5 0 8,-1 0 1,1 0-5,5 0 0,1 0-15,-1 0 1,0 0 15,1 0 1,-1 0-18,1 0 0,-7 2 10,1 4 0,-1-4-1,7 3 0,-1-3 10,0-2 1,1 0 0,-1 0 0,-5 0 5,-1 0 0,1 0-6,5 0 8,1 0 1,-1 0-11,0 0 0,-5 0 8,0 0-13,-1 0 1,7 0-4,-1 0-1,0 0 1,-5 0-4,-1 0 0,-5 0 9,6 0-13,-8 0 9,11 0 1,-11 0-1,8 0 1,-9 0 2,5 0-1,-8 0 1,8 0 0,-6 0-1,5 0 0,-7 0 0,0 8 0,0-4 0,0 7 0,0-7 0,0 12 0,0-7 0,0 9 0,0-7 0,0 1 0,0 0-31,0 5 1,-5 0 28,-1 1 1,0 1-25,6 4 0,0-2 20,0 8 0,-6-5-86,1 5 1,-1-6 26,6 6 1,-6-6-10,0 6 0,-2-8 30,3 2 44,3-3 0,-14 5 0,7 2 0</inkml:trace>
  <inkml:trace contextRef="#ctx0" brushRef="#br0" timeOffset="16">23489 6883 6539,'0'-10'148,"2"3"-112,4 7 0,3 0-2,9 0 0,-1 0-9,0 0 0,1 0-18,-1 0 1,6-6-13,0 0 0,8 0-7,-2 6 0,10 0-75,1 0 1,3 0 93,-3 0 0,-3 0-143,4 0 0,-5 0 89,-1 0 1,-6 0-12,0 0 0,-8-6-31,2 1 0,-9-1 89,-2 6 0,-9-8 0,5-1 0</inkml:trace>
  <inkml:trace contextRef="#ctx0" brushRef="#br0" timeOffset="17">23854 5718 6194,'-10'10'203,"2"-2"-182,1 0 2,5-6-25,-14 13-10,14-5 4,-13 7 1,13-5 31,-4-1-86,4-7 65,2 11-4,0-13 58,0 14 9,0-14-38,0 13-6,0-13-11,8 14 0,-6-13 19,4 9-32,3-8-1,-7 11-11,6-5-129,-8 7-31,0 1 40,0-1-192,0 1 326,0-1 0,-8 0 0,-1 1 0</inkml:trace>
  <inkml:trace contextRef="#ctx0" brushRef="#br0" timeOffset="18">23836 5632 8414,'10'-8'0,"-4"-4"0,-4 3-1180,-2-3 576,0 0 664,0-5 1,2 2-140,3 3-16,-3-3-20,14 13-263,-14-6 196,13 8 182,-13 0 0,14 8 0,-7 1 0</inkml:trace>
  <inkml:trace contextRef="#ctx0" brushRef="#br0" timeOffset="19">23889 5892 8414,'0'18'-602,"0"-1"-77,0 0 1,0 1 452,0-1 0,0-5 226,0-1 0,0-5-260,0 6 260,0-8 0,0 3 0,0-7 0,0 0 0,0 0 0</inkml:trace>
  <inkml:trace contextRef="#ctx0" brushRef="#br0" timeOffset="20">23993 5805 7983,'7'-9'-1176,"-5"1"840,6 8 212,-8-8 91,8 6 1,-4-5-64,7 7 130,-7 0-63,4 0 1,-6 0 44,4 0-41,-4 7 21,5 3 0,-7 7 0,0 1 1,0-7-94,0 1 43,0 0 1,0 5-3,0 0 1,-2-5 19,-3-1 56,3 1-44,-6 5 1,8-5 70,0 0-58,0-9 11,8 5 0,1-8 0,9 0 0</inkml:trace>
  <inkml:trace contextRef="#ctx0" brushRef="#br0" timeOffset="21">24166 5858 8370,'12'-6'-2103,"0"0"1860,-8 0 1,9 4 242,-7-4 2,0 4 1,-4-5 3,3 7 25,-3-8-28,6 6 0,-8-8 78,0 5-35,0 3 0,0-8 54,0 4-47,0 4 5,0-13-76,-8 13 0,4-6 71,-7 8-115,7 0 76,-11 0 1,11 0-70,-8 0 91,8 8 1,-5 0-1,3 3 1,4-1 16,-4-4-20,4 3 1,2 3 39,0 0-15,0-9-81,0 13 0,2-14 48,4 4 0,-2-4-129,7-2 1,-5 0 45,6 0 0,-7 0-361,7 0 419,0 0 0,5-8 0,0-2 0</inkml:trace>
  <inkml:trace contextRef="#ctx0" brushRef="#br0" timeOffset="22">24358 5701 6470,'9'0'-54,"7"0"0,-9-2-166,5-4 164,3 4 1,-11-11-25,8 7 1,-8-2 79,2 3 0,-3 3 0,3-4 0,-4-4 0,6 1 0</inkml:trace>
  <inkml:trace contextRef="#ctx0" brushRef="#br0" timeOffset="23">24410 5579 6334,'0'10'-13,"0"6"1,0-7 70,0 9-87,0-1 0,0 0 51,0 1 1,0 1-125,0 4 1,0-3 56,0 3 0,6-10-224,-1-1 269,1-1 0,2 7 0,1-1 0</inkml:trace>
  <inkml:trace contextRef="#ctx0" brushRef="#br0" timeOffset="24">24670 5440 8370,'0'12'-761,"0"0"1,0-7 380,0 7 0,0-6 304,0 5 0,0-5 76,0 6 0,2-1 0,4 7 0,-4-5 0,4 5 0,-4-5 0,-2 10 0,0-1 0,0 1 0,0-2 0,0 8 0,0 0 0,0 6 0</inkml:trace>
  <inkml:trace contextRef="#ctx0" brushRef="#br0" timeOffset="25">23819 6483 6098,'10'0'-83,"-3"0"101,-7 0 1,0-2 3,0-3 153,0 3-149,0-6 22,0 8 250,0 0-224,8 0 9,-6 0-21,6 0-6,-8 0 0,2 0 9,3 0 0,-1 0 71,8 0-104,-8 0 1,11 0-3,-3 0 0,-3 2-7,3 4 0,-6-3-7,5 9 0,1-6-20,5 5 1,-1 1 36,-5 5 0,5 1-46,-5-1 1,5 6-2,1 1 1,1 1-5,-1-2 1,0 2 19,1 4 1,-1 2-1,0-8 0,1 8 57,-1-2 1,-5 4-39,-1 1 1,-1-5-1,2 0 0,1 0-3,-7 6 0,6 2-15,-7 3 1,3-9-25,-2 4 1,-2-6-98,7 0 0,-7 4 66,2-4 1,2-4-118,-3-2 1,1 2-14,-6-2 0,0 2 68,0-1 1,0-5-68,0 4 1,0-4-4,0-1 184,0-1 0,0 1 0,0-1 0</inkml:trace>
  <inkml:trace contextRef="#ctx0" brushRef="#br0" timeOffset="26">24201 7352 7176,'-7'10'-705,"5"-2"550,-6-8 233,8 0-40,0 7 0,0-3 12,0 8 1,0-6 5,0 5 0,6-5-1,-1 6 1,7-1-7,-6 7 0,5-1-67,-5 0 1,6 1 58,-6-1 0,7-5-92,-1-1 0,-3-1 84,3 2 0,-2 3-135,1-3 100,5-5 1,-7 1-16,9-8-22,-1 0 0,0-8 4,1-3 0,-1-5-150,0-1 0,-1 0 102,-5-1 1,5 1 82,-4-1 0,-5 1 0,1 0 0</inkml:trace>
  <inkml:trace contextRef="#ctx0" brushRef="#br0" timeOffset="27">23107 7909 8285,'0'-18'-2368,"0"7"2409,0-1 0,5 6 18,1-5 9,0-1 1,-6-5-50,0-1 0,0 7-4,0-1 0,0 0-7,0-5 1,0-2-4,0-4 1,0 3 13,0-3 0,0 4-2,0 1 1,6-7 27,0-4 1,-1 4-24,-5 2 1,2-4 26,4-2 0,-4 2 11,4-2 0,2 2 3,-3-2 0,9-4-8,-2 4 1,-3-2-2,3 2 0,-1-3-15,7 3 0,-1 2 4,0-2 1,1 2-100,-1-2 1,2-4 89,5 4 1,-5 2-50,4-2 1,2 2 32,-2-2 1,1-4-12,-7 4 0,6 4-37,0 2 1,0-2-14,-5 1 1,-7 7-48,1 5 0,-6 7-132,5-7 0,-7 6-100,2-5 129,-4 7 193,6-4 0,-6 8 0,5 0 0,-7 0 0</inkml:trace>
  <inkml:trace contextRef="#ctx0" brushRef="#br0" timeOffset="28">23524 6553 8285,'0'9'-1015,"0"-1"993,0-8 1,2 0-326,3 0 245,-3 0 141,14 0 1,-7 0-51,9 0 1,-7 0 53,1 0 0,-2-2-94,1-4 0,5 5 39,-5-5 0,-1 4 22,1 2 1,-5 6-16,6-1 0,-6 9-13,5-3 1,-7 7-13,2 5 0,-4-2-3,-2 8 1,0-6-75,0 6 0,0-2 88,0 2 0,0 4-144,0-4 1,-2-2 162,-4 2 0,-4-8 0,-7 5 0</inkml:trace>
  <inkml:trace contextRef="#ctx0" brushRef="#br0" timeOffset="29">24358 8065 7667,'0'10'-1915,"-8"5"1915,6-13 0,-6 6 0,8-8 0,0 0 0,0-8 0,0-2 0</inkml:trace>
  <inkml:trace contextRef="#ctx0" brushRef="#br0" timeOffset="30">24340 7943 7729,'0'10'-675,"0"-2"0,0-6 565,0 3 101,0-3-17,0 6 54,0-8-5,0 8 48,0-6-44,0 13 0,0-11-2,0 8 0,-2-7-6,-4 7 1,5-6-18,-5 5 0,-2-5 3,2 6 0,-5-1-4,5 7 1,-8-1-7,3 0 1,-5 1-7,-1-1 1,0 1-49,-1-1 0,1-2-11,-1-3 1,-1 4-32,-4-5 0,2-1 78,-8 1 1,8-7 22,-3 2 0,-3 4 0,0-1 0</inkml:trace>
  <inkml:trace contextRef="#ctx0" brushRef="#br0" timeOffset="31">24027 8152 8230,'-9'8'-1241,"-5"-5"939,9 9 0,-1-6 255,6 5 0,0-5 24,0 6 1,0-6 29,0 5 0,0-5-18,0 6 1,0-7 14,0 7 1,0-6 12,0 5 7,0 1 1,0 5-1,0 1 1,0-7 12,0 1-10,0-1 1,0 7-9,0-1 1,0-5 0,0-1 1,2-7-53,3 2 47,-3 4 1,8-8-9,-4 3 0,-2-3-12,7-2 0,-5 0-13,6 0-38,-1 0 1,7 0-298,-1 0 353,0 0 0,8-7 0,2-3 0</inkml:trace>
  <inkml:trace contextRef="#ctx0" brushRef="#br0" timeOffset="32">23819 8604 5761,'-10'0'146,"1"6"-125,3-1-2,4 1 1,-8 0-5,5 0 0,3 1-26,-4-1 0,2-2 20,-2 8 0,4-6 0,-4 5 1,5-5 20,1 5 0,0 1-2,0 5 1,0-5-11,0 0 0,0-1 1,0 7 0,0-1 19,0 0 0,0-5-15,0 0 1,5-7-41,1 7 1,8-8 25,-3 2 0,-1-4-2,1-2 1,-5 0-5,6 0-8,-1 0 1,7-2 4,-1-4 1,-5-2-3,-1-4 1,-7-3 38,2 3 1,-2 3-31,2-3 1,-4 6 5,3-5-14,-3-1 0,-2-5-22,0-1 1,-6 1-33,1 0 30,-9 7 17,5-5-4,-9 13-10,1-6 39,-1 8-16,1 0 0,5 6 2,1 0 0,7 7 7,-2-1 1,4 3 3,2 2 0,0-5 22,0 0 0,0-1-32,0 7 1,0-7 11,0 1 0,2-8-6,4 1 0,-2 3 28,7-2 0,-5 0-37,6-6 0,-6 0 1,5 0 1,-5-2-5,6-4 1,-7-2-4,7-3 0,-8-5-13,2 5 0,1 1 21,-1-2 0,0 1-34,-6-7 1,0 7 21,0-1-78,0 1 0,-2-5 143,-4 5-29,4-5 1,-7 14 33,3-4 14,4 5-44,-6 1 0,2 1-21,1 5 1,-1-2 0,6 8 0,0-6 24,0 5 0,0-5 21,0 5-46,0-7 1,0 6-7,0-4 0,2-4-8,3 4-6,-3-5-268,6-1 173,-8 0-102,0 0 123,8 0 84,-6 0 0,6 8 0,-8 2 0</inkml:trace>
  <inkml:trace contextRef="#ctx0" brushRef="#br0" timeOffset="33">23871 6379 6778,'-10'0'-1004,"1"2"1004,3 4 0,4-4 0,-8 5 0,5-7 0,3 8 0,-6 2 0</inkml:trace>
  <inkml:trace contextRef="#ctx0" brushRef="#br0" timeOffset="34">23767 6466 8452,'10'0'-2552,"-3"0"2569,1 0 1,-6-2 93,4-4-77,-4 4-1,-2-6-13,7 8 1,-5-1 14,4-5 13,-4 4 5,-2-6 27,0 8-35,0-8 152,0 6-136,0-5-13,0 7 0,0-2-1,0-4-10,0 4-52,-8-6-15,6 8-65,-5 0 104,-1 8 0,6-4-45,-4 8 1,-2-7 33,3 7-2,-1-8 1,6 11 31,0-3 0,-6-3 3,0 3 1,1-6-22,5 5 9,0 1-23,0 5 0,1-5 24,5 0 87,-4-9-74,6 5-16,0-8 0,-5 0-9,9 0 0,-8-8-2,2-3 0,-2 1 3,1-1 0,-3-1-1,4-5 1,-4 5-75,-2 0 0,0 7 69,0-7 1,0 6-168,0-5 150,0 7 0,0-6-25,0 4 49,-8 4 1,4-5 16,-7 7-19,7 0 1,-10 2 5,9 3 1,-3-1 27,2 8 23,4-1-61,-5 7-2,7-1-4,0 1 45,0-1-5,0-7-1,0-3 6,0-7-16,0 0 5,7 0-57,-5 0-27,6 0 0,-8-2-70,0-3 53,0 3-29,0-14 62,0 14-10,0-5 23,0 7-48,0 0 0,-8 0 1,-1 0-1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6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2154 13366 8124,'10'0'-2239,"0"0"2464,-5 0-123,-3 0-134,6 8 17,-8-6-16,8 6-1,-6-8 1,5 2 60,-7 3-69,8-3 48,-6 6 1,8-2 16,-4 0 8,-5-1 1,9-5 49,-4 0 19,-4 0 16,6 8-76,-1-6 20,-5 6-17,14-8 0,-12 0 21,7 0-91,-7 0 33,11 0 0,-11 0-3,8 0 1,-6 0 2,5 0 1,-5 0 15,6 0-6,-9 0 0,13 0-5,-5 0 1,-1 2 5,2 4 0,-7-5-3,7 5 1,-6-4-1,5-2 0,-5 0 8,6 0-12,-1 0 0,7 0 15,-1 0 0,1 0-1,-1 0 1,-6 0 13,1 0 0,0 0-21,5 0 0,0 0-3,1 0 1,5 0 7,0 0 0,0 0 0,-5 0 1,1 0-26,4 0 1,-4 0-9,5 0 0,-3 0 21,2 0 0,-2 0-7,8 0 0,-6 0 46,6 0 0,-6 0-35,6 0 0,-2 0 20,2 0 0,4 0-20,-4 0 1,-2 0-37,2 0 1,0 0 33,6 0 0,-6 0-2,0 0 1,0-2-2,5-4 0,-1 3 0,-4-9 0,2 6 34,-8-5 0,0 1-30,-5-2 1,-1 3 35,1 3-17,-9 4-30,7-6 5,-7 8 1,3 0-4,-1 0 1,-5 0 62,6 0 0,-6 0 107,5 0-78,1 0 1,5 2 30,1 4 0,1-4 73,4 4 0,-4-4 230,4-2 0,5 5-13,0 1 0,5 2-65,2-2 0,9-2 9,9 7 1,12 1-40,10 5 1,-1-1-304,-10-5 1,-5-1-203,-7-4 1,-5-4-25,-1 3 0,-1-3-170,1-2 1,-4 0 31,-7 0 0,0-2-10,0-3 1,-3 3 25,-3-4 0,4-2 37,-4 2 0,-2-1 139,2 1 0,0 4 158,6-4 1,0 2-20,-1-2 1,3 5 25,4-5 0,-3 4-31,8 2 1,-7 0 33,2 0 0,1-6-1,-1 0 0,-1 0-2,-5 6 0,0 0-3,-1 0 0,1 0-7,0 0 1,3-5-2,-3-1 0,4 0-7,-10 6 1,4 0 13,1 0 0,1 0 13,0 0 1,0 0-2,-1 0 1,1 0 0,0 0 0,0 0-18,-1 0 1,1 0 3,0 0 0,-6 0-1,0 0 0,0-6-1,5 0 1,-5 1-25,0 5 0,-5 0 25,4 0 1,1 0-20,6 0 1,-6 0 26,0 0 0,-6 0 1,6 0 0,0 0-17,6 0 0,2 0 0,3 0 1,-3 0 2,3 0 1,-3 0-1,-2 0 1,0 0-13,-1 0 1,-5 5 11,0 1 1,-2 0-27,2-6 1,2 0 18,-8 0 0,2 0-2,-2 0 1,-3 0 4,3 0 0,-2 0-1,2 0 1,-3 0 0,3 0 1,-4 0 0,-2 0 0,7 0 57,-1 0 0,2 2-52,-2 4 0,-4-4 0,5 4 0,1-3-5,-2 3 1,0-4-2,-6 4 0,1 2-63,-1-3-52,0 1 1,-1-4 3,-5 4-32,5-4-304,-14 6 200,6-8-242,-8 0-7,0 0 134,-8 0 0,-2 5 363,-7 1 0,-6 0 0,0-6 0,-16 8 0,2 1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64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15132 6466 6135,'0'10'-69,"0"-3"103,0-7 465,0 0-460,-7 0 4,5 0-39,-6 0 0,6 0 7,-4 0 6,4 0 0,-7 0 14,3 0-2,4 0 0,-8 0-7,4 0 1,3 0 27,-9 0 30,8 0 9,-11 0-19,5 8-35,-7-6 1,1 8 10,5-5-14,-5-3 1,8 8 23,-3-4-28,-5-4 0,13 7-67,-9-3 1,6-4 21,-5 4 1,7 4 1,-10-7 14,8 9 1,-5-6-5,5 5 1,-2-5 26,3 6 0,3-6-16,-4 5 0,-2-5 29,2 5 0,-1-5-22,1 6 1,4-6 3,-4 5 0,-2-5-6,3 6 1,-3-3 8,2 3-19,4 3 0,-11-5-8,7 7 1,-2-5-12,2 0 0,4-1 23,-3 7 0,1-3-17,-2-3 1,4 3 10,-4-3 1,4 3-3,2 2 29,0 1 0,-5-1 5,-1 1 0,0-7-24,6 1 2,0-1 0,2 7-17,4-1 1,-4-5 16,3-1 1,-1-5-21,2 6 0,-2-7 25,7 7 1,-5-6-1,6 5 0,-6-7-9,5 2 0,1 2 18,5-2-57,1-1 1,-1-5-5,0 0 1,1 0-97,-1 0 1,6 0 71,0 0 0,1-5-92,-7-1 0,0-8 86,1 3 0,-1 1-19,0-2 1,7 1-15,-1-7 1,0 7 4,-6-1 1,-5 1 23,-1-7 1,1 7 71,5-1 0,1 1 0,-1-7 0,1 1 0</inkml:trace>
  <inkml:trace contextRef="#ctx0" brushRef="#br0" timeOffset="1">14924 6848 7090,'8'10'-934,"-7"-2"921,7-8 108,-8 0 705,0 0-761,8 0 1,-6-8 0,11 4-96,-7-8 56,8 9 1,-5-11-13,9 8 1,-7-5 3,1 5 0,-1-2-4,7 2 0,-7 3 12,1-9 0,0 8-6,5-2 0,0 4-27,1 2 30,-1 0 53,0 0 1,1 0-33,-1 0 0,-5 6 3,-1 0 1,-7 7-36,2-1 1,2 4 0,-3 1 1,1 2-28,-6 4 0,0-3-7,0 3 0,0 2-127,0-2 0,0 6 87,0-6 1,0 0-303,0-5 289,-7 7 1,3-6 99,-8 4 0,8-11 0,-3-4 0</inkml:trace>
  <inkml:trace contextRef="#ctx0" brushRef="#br0" timeOffset="2">15445 6953 7917,'10'0'-1166,"-3"0"738,-7 0 194,0 0 262,8 0-28,-6 0 0,8 0 41,-5 0 0,-3 0 119,6 0-89,0 0 1,-4 1-26,7 5 1,-5-4-1,6 4 1,-7 4-34,7 1 25,0 5 1,5 1-24,0 0 1,1 7-25,-1-1 1,-5 0-12,-1-6 1,1 7 6,5-1 0,1 8-4,-1-2 1,-2-2-19,-3 2 0,2-6-76,-9 6 0,1-8-86,-6 2 1,6-4 196,0-1 0,-1-1 0,-5 1 0</inkml:trace>
  <inkml:trace contextRef="#ctx0" brushRef="#br0" timeOffset="3">15549 7318 7811,'10'0'-437,"-2"0"0,-8 1 174,0 5 251,0-4 1,5 8-39,1-4 0,2-4 117,-2 3 114,-4-3-72,13 6-66,-5-6 1,5 8 11,-3-5 1,3-3 56,-3 4-126,3-4 1,3-2 103,-1 0-233,0 0 132,1 0 0,-1 0-161,0 0 0,-5 0 58,0 0 0,-3-8 18,3-3 0,1-5 7,-7-1 1,8 0-1,-3-1 0,-1 1 89,2-1 0,-9 1 0,13 0 0,-7-1 0</inkml:trace>
  <inkml:trace contextRef="#ctx0" brushRef="#br0" timeOffset="4">12300 10151 5740,'-9'0'0,"1"0"0,0 0 0,-1 0 0</inkml:trace>
  <inkml:trace contextRef="#ctx0" brushRef="#br0" timeOffset="5">12231 10151 8037,'0'9'-2052,"0"-1"2076,0-8 3,0 8 25,0-6-2,0 5-7,0-7-1,0 0-70,-8 0 0,6 2 70,-4 4-73,5-4 26,1 6-2,0-8 394,0 0-351,0 8-19,0-6 1,0 7 18,0-3-13,0-4 13,0 13 9,0-5 24,0 7 0,0 1-19,0-1 14,0 1 0,0-1-43,0 0 0,0 1 4,0-1 1,1-5-19,5-1 0,-4 1-5,4 5 0,-4-5-10,-2-1 1,0-5 26,0 6 0,0-6-98,0 5 84,0-7 0,0 6-10,0-5 23,0-3 5,0 6 17,0-8 22,0 0-45,0-8-8,0-1 17,0-9-59,0 1 27,-8 0-3,6-1 6,-5 1 0,7-1-1,0 1 1,0 5 1,0 1 3,0-1-5,0-5 1,0 0 2,0-1 1,0 7 0,0-1 0,0 6 0,0-5 0,5 5 0,1-6 0,2 8 0,-2-1 0,-4-5 0,13 8 0,-11-6 0,7 8 0,-5 0 157,6 0-149,-8 0 0,9 2 40,-7 4 1,6-2-27,-7 7-7,9 1 1,-6 5-16,3 1 0,-1-1-3,-4 1 1,-4-1-4,3 0 13,5 1 1,-8-1-33,4 0 1,-4-5 24,-2 0 0,0-7-19,0 7 17,0-8 0,0 4-30,0-8 0,0-2-5,0-4 1,0 2 31,0-8 1,0 1 1,0-7 2,0 1 0,0 0-11,0-1 1,-6 7 24,0-1 1,0 1-10,6-7 1,0 1 1,0-1-3,0 1 1,0 0 1,0-1 0,6 1-5,0-1 0,2 7 0,-3-1 0,-3 7 0,4-7 0,4 0 0,-3 1 0,5-1 45,3 8 0,-11-3 4,8 7 1,-6 2 4,5 3 1,-5 5 11,6 7 0,-7 1-44,7-1 1,-2 6 6,1 0 1,3 6-25,-8-5 0,5 1 5,-5-2 0,2-4-165,-3 4 0,-3-3 51,4-3 1,2 0-521,-2 1 401,0-1 0,-5-1-226,5-5 449,-4-3 0,6-8 0,0 0 0,1 0 0</inkml:trace>
  <inkml:trace contextRef="#ctx0" brushRef="#br0" timeOffset="6">12804 10185 6620,'10'0'-380,"-2"0"253,-8 0 253,0 0-58,0 8-31,0-6 15,0 6 1,-6-6-5,0 4-17,0-4 0,6 7 2,0-3 0,0-2-1,0 7 0,0-5-6,0 6 1,0-1 1,0 7 0,0-7-19,0 1 0,0 0-6,0 5 1,0 0 8,0 1 1,2-3 31,4-3 0,-2 1 5,7-7 1,-5 8-17,6-3 1,-6-3 41,5-2-71,1 3 0,5-7 1,0 4-41,1-4 0,-1-10 57,1-3 1,-7-5-65,1-1 0,-3-2 40,3-5 1,-2 3-10,-5-8 0,-3 8 11,4-2 0,-4-2 6,-2 1 0,0 1-5,0 6 1,-2-1 0,-4 1 1,3 0-5,-9-1 0,0 7 5,-5-1 0,5 8-4,1-1 1,-1-3 2,-5 2 1,-1 0-25,1 6 1,6 2-36,-1 4 1,2 4-119,-1 7 1,-3 0-258,8 1 433,1-1 0,-3 0 0,-2 1 0</inkml:trace>
  <inkml:trace contextRef="#ctx0" brushRef="#br0" timeOffset="7">13065 10081 6490,'0'10'-4,"0"-2"0,0-6 63,0 3-48,0-3 1,2 14 23,4-5 1,-3-1 20,9 2 1,-6-1-65,5 6 0,-5 7 37,6-1 1,-3 0-66,3-6 0,2 7 31,-9-1 0,7-6-13,-6-5 25,7-1-9,-3 7 0,1-9 56,1-3-24,-8-4 0,6-2 61,-5 0 1,-3-8-69,4-3 1,-4-5-37,-2-1 1,0-2-6,0-5 1,6 5-3,0-4 0,-1 4-59,-5 1 25,0 1 1,2 1-64,4 5 41,-4-5 0,11 13-94,-7-9 1,2 8 115,-2-2 1,-2 4-79,7 2 0,-5 0 132,6 0 0,-7 2 0,7 4 0,-8-4 0,11 13 0,-5-5 0</inkml:trace>
  <inkml:trace contextRef="#ctx0" brushRef="#br0" timeOffset="8">13378 10272 7900,'9'8'0,"1"-6"-924,-4 4 581,-4 4 230,5-9 1,-5 7 87,4-8 1,-4 2-119,4 4 124,-4-4-15,5 6 64,-5-8-19,6 0 0,-2-2 118,0-4-124,-1 4 87,3-14 1,-6 13-64,4-9 1,-2 8-38,2-2 8,-5-3-2,7-1 0,-8-2-2,0 1 0,0 5-12,0-6 0,0 7 2,0-7 1,0 6 10,0-5 0,0 5 40,0-6 0,-6 7 36,1-7 18,-1 8-107,-2-4 0,4 3-12,-7-1 0,7 0 1,-6 8-44,4 4 62,4 3 0,-7 9 1,3-1 1,4 0 20,-4 1 1,4-1-5,2 1 0,0 1 6,0 4 0,0-4 2,0 5-1,0-5 0,0-2-5,0 1-8,0-1 0,2-5-12,4-1 1,-2-7 17,7 2-99,-7-4 0,12-2 37,-5 0 1,-1 0-251,2 0 283,-1-8 1,7-2 19,-1-7 0,0 0 0,1-1 0</inkml:trace>
  <inkml:trace contextRef="#ctx0" brushRef="#br0" timeOffset="9">13795 10099 7900,'-12'5'-870,"0"1"1,7 2 777,-7-2 0,6-4 415,-5 3 0,5 3-204,-6-2-253,1 7 1,-1-5 169,0 4 0,7 3 43,-7-3-52,8 3 0,-3 3 10,7-1 1,0 0-7,0 1 1,0-1-27,0 1 1,0-7 31,0 1 0,1-1-36,5 7 0,-2-7-11,8 1 0,-7-8-72,7 2 95,0-5 1,5-1-26,0 0 1,-5 0 2,0 0 1,-3-1-4,3-5 0,3-2-14,-3-4 1,-3-9-1,3 4 1,-6-6-9,5-1 1,-5 3-7,6-8 1,-8 2 44,1-2 0,3-4-20,-2 4 0,0-1 14,-6 1 0,6-4 0,-1 4 1,1-4 7,-6-2 0,0 0-1,0 1 0,0 5 5,0 0 0,-2 2 28,-4-2 0,4-2-1,-3 8 1,1 5-17,-2 7 1,4-1 0,-4-5-19,-3 7 0,5-4 0,-8 9-6,8-1 0,-5 6 4,3 0-6,4 0 1,-6 2-5,8 4 1,-6-3-2,1 9 1,-1 0 4,6 5 1,0 6 4,0 0 0,0 3 51,0-3 1,0-2-15,0 8 1,0 0 5,0 6 0,6-1-17,-1 1 1,7 2 4,-6 3 1,7-3-152,-1 4 0,3 1 88,3-1 0,-1 5-171,1-5 1,-1-3 52,0-9 0,1-4-15,-1-7 0,0-7 164,1 1 0,-1-8 0,1 3 0,-1-7 0</inkml:trace>
  <inkml:trace contextRef="#ctx0" brushRef="#br0" timeOffset="10">14177 10342 6501,'9'0'-43,"-1"0"1,0 0 30,3 0 0,-1 0-1,2 0 0,-1 0 0,7 0 0,-1 0-45,0 0 0,1 0-10,-1 0 0,0 0-37,1 0 1,-1 0 58,1 0 46,-1 0 0,0 0 0,1 0 0</inkml:trace>
  <inkml:trace contextRef="#ctx0" brushRef="#br0" timeOffset="11">14559 10046 7830,'-10'0'13,"1"0"-679,3 0 330,4 0 337,-6 0 24,0 0-11,7 0 79,-7 0-16,8 8-139,0-6 93,0 14 1,2-7-52,4 9 0,-3-1 20,9 0 0,-6 1-8,5-1 0,1 0 43,5 1 1,-5 5 4,-1 0 0,1 0-26,5-5 0,-5 3 3,0-4 0,-3 5-60,3-11 81,3-3-86,-5 0 44,7-8 1,-5-10-5,-1-7 1,-5-1 44,6-5 0,-6-2 0,5 2 0,-1-6-73,1 6 0,5-6 45,-5 6 0,3-1-94,-2 7 1,3-2 88,-3-5 1,1 5-139,-1-4 0,1 4 14,-7 1 0,6 1-83,-7 0 37,9-1-24,-4 1 130,7 7 0,-5-3 60,-1 7 0,-7 0 0,4 6 0</inkml:trace>
  <inkml:trace contextRef="#ctx0" brushRef="#br0" timeOffset="12">16036 8986 5980,'0'10'49,"0"-2"-6,0-8 422,0 0-387,0 7-25,0-5 42,0 6-65,0 0 0,5-4 0,1 7 0,0-5-13,-6 5 1,6-5-6,0 6 1,-1-6-22,-5 5 1,6-5 56,0 6-4,0-1 0,0 7-22,-1-1 0,3 0 20,-2 1 1,-4-1-29,4 1 0,1-1 1,-1 0 0,2-1 0,-2-5 1,-4 5-4,3-5 0,-3 5-13,-2 1 1,0 1-9,0-1 0,6 0-9,0 1 1,0-1 25,-6 0 1,0 1-19,0-1 0,0 1 7,0-1 1,-2 0 0,-4 1 0,4-1-62,-4 1 0,2-3-7,-1-3 0,1 3-28,-8-3 1,6-3 48,-5 3-41,-1-1 0,-3 7 42,3-1 1,-3-5 37,3-1 0,4-5-192,3 6 22,-5-8 181,0 3 0,1-7 0,1 0 0</inkml:trace>
  <inkml:trace contextRef="#ctx0" brushRef="#br0" timeOffset="13">16001 9490 6611,'-10'0'-181,"3"0"1,7 2 224,0 4-49,0-4 60,0 6 15,0-8 123,0 0-142,0 7-24,0-5 0,0 8-17,0-4 1,0-2-6,0 7 1,0-5-13,0 6 0,0-7 24,0 7 1,2 0 24,3 5-21,-3 0 0,12 1 1,-8-1 0,5 0-2,-5 1 7,0-1-33,1 1 0,-3-3 23,8-3 0,-8-3 23,2-3 0,-3-4-3,3 4-22,-4-4 0,8-2-21,-4 0 3,-5 0 1,13-2-48,-8-4 0,5 2-130,-5-7 0,6 5-45,-6-6 1,1 3 115,-1-3 1,-2-2 108,7 9 0,-7-9 0,4 4 0</inkml:trace>
  <inkml:trace contextRef="#ctx0" brushRef="#br0" timeOffset="14">15758 10029 8083,'0'10'-1244,"0"5"953,0-13 281,0 14 0,0-13 76,0 9-35,0 0 0,0 5 38,0 0 1,0 1-36,0-1 0,6 0-38,-1 1 1,7 1 32,-6 4 1,1-3-11,-1 3 0,-4-4-25,4-1 0,2-1-96,-3 0 0,1 1-9,-6-1-35,8 0-138,-6 1 121,6-1-5,-8-7 81,0-2 87,0-24 0,0 5 0,0-15 0</inkml:trace>
  <inkml:trace contextRef="#ctx0" brushRef="#br0" timeOffset="15">15792 10029 8019,'10'0'-1248,"-2"0"978,-8 0 69,0 0 390,8 0-139,-6 0 118,5 0-138,-7 0 7,8 0-29,-6 0-9,13 0 0,-7-2 13,4-4 1,3 4-13,-3-3 1,3 3-42,2 2 0,1-6 37,-1 0 0,1-5-15,-1 5 1,6-6 41,0 6 1,0-1 1,-5 1 1,1 4 11,4-4 0,-9 4 6,3 2 1,-3 0-10,3 0 1,-5 6 6,-1 0 0,-7 7-36,2-1 0,-4-2 24,-2 1 1,0 1-53,0 5 0,0 0 19,0 1 0,-8-7-7,-3 1 1,1 0 20,-2 5 1,1-5-4,-7-1 1,1-5-7,0 6 0,-1-3-1,1 3 1,5 1-8,1-7 1,-1 6 11,-5-7 0,-1 7-19,1-6 0,5 5 6,1-5 2,-1 0 0,-5-6-6,-1 0-5,9 0 74,-7 0 8,7 0 73,-1-8 1,2 4-94,8-7 40,-7 7-12,5-4-167,-6 8 88,8 0-6,8 0 0,-4 0 12,7 0 0,-5 0-16,6 0 0,-7 0 47,7 0 1,-1 0-33,7 0 1,-7 0 43,1 0 0,0 0-25,5 0 1,0 0 4,1 0 0,-1 0-17,0 0 0,1 2 0,-1 4 0,1-4-6,-1 4-7,0 3 1,-1-5 37,-5 8 1,3-6-18,-8 5 6,-1 1 1,-5 5-16,0 1 0,0-1 2,0 0 1,-1 1-33,-5-1 1,2 0-3,-8 1 0,1-1-16,-7 1 1,1-3-112,0-3 1,-3 3 49,-3-3 0,2 1 60,-8-1 1,6 3-105,-6-3 1,8-3 25,-3 3 1,-1-8-22,2 2 1,0 1 25,6-1 117,-1 0 0,-7 2 0,-2 1 0</inkml:trace>
  <inkml:trace contextRef="#ctx0" brushRef="#br0" timeOffset="16">16192 8291 6164,'0'10'208,"0"-3"-72,0-7 21,0 0-133,0 8 224,0-6-219,0 13 1,-6-11 7,0 8 1,1-6-11,5 5-26,-8 1 1,0 5 41,-3 1 0,-3-1-7,8 0 1,-7 1 13,1-1 0,-1 0-27,1 1 1,-7 5 0,7 0 1,-7 0-29,7-5 1,-1-1 3,1 1 0,-3 5-21,3 0 1,3-6-111,-3-5 1,8-6 20,-2 5-182,-3-7-57,7 4 193,-6-8 6,8 0 0,2 0 150,4 0 0,-4-8 0,5-2 0</inkml:trace>
  <inkml:trace contextRef="#ctx0" brushRef="#br0" timeOffset="17">15810 8378 6791,'10'0'-332,"-1"0"335,-3 0 23,-4 8 0,11-5 75,-7 9-17,8 0 1,-5 5-16,9 0 0,-3-5 17,-3 0 0,9-1-6,-4 6 0,7 7-119,-1-1 1,-2 0 86,8-6 1,-6 7-110,6-1 0,-6 0 97,6-6 1,-2 1-196,2-1 0,-4-1 24,-7-5 0,-1 3 38,0-9 0,-5 1 97,-1-6 0,-7 0 0,4 0 0</inkml:trace>
  <inkml:trace contextRef="#ctx0" brushRef="#br0" timeOffset="18">16487 7909 7988,'0'9'-1811,"0"1"1645,0-4 508,0-4 0,0 7-399,0-3 79,0-4 1,0 8-84,0-5 165,-7-3-180,5 6 1,-8-8 115,4 0 1,4 2 21,-3 4-20,-5-4 0,6 5 0,-7-7 1,7 2 31,-2 4-37,-4-4 0,6 12-34,-7-9 1,5 3 32,-6-2 1,7-2-11,-7 7 0,6 1-28,-5 5 0,5-5-11,-6 0 0,8-1 17,-1 6 0,-3 3-5,2 3 1,0-4 17,6 4 0,0-3-8,0-3 1,0 2 61,0 5 1,0-5-54,0 4 1,8-9-13,4-3-5,3 1 0,2-1-2,1 1 1,-1-8 8,1 2 1,-1-4-6,0-2 1,1 0-35,-1 0 1,0-6 28,1 0 1,1-8-127,4 3 1,-9 1 12,3-1 1,-3-1-104,3-5 0,-5 5 111,-1 1 1,-5 5-122,6-6 1,-9 6 227,3-5 0,-4 7 0,6-12 0,2 7 0</inkml:trace>
  <inkml:trace contextRef="#ctx0" brushRef="#br0" timeOffset="19">16453 8187 6861,'9'2'-667,"-3"3"811,-4-3 30,-2 6-56,0-8 11,0 0-23,8 0-29,-6 0-63,13 0 1,-11 0 33,8 0 1,-7-2-158,7-4 73,0 4 6,5-13 0,0 11 13,1-8 1,-7 7-11,1-7 0,-6 8 19,5-2 1,-1 3-18,1-3 40,5 4 1,-12-6 30,7 8-18,-7 0 0,6 2-2,-4 4 1,-4 3 6,3 9 0,-3-1-27,-2 1 0,0 5 1,0 0 0,0 6-99,0-6 1,0 10 99,0 2 1,0-2-493,0 1 484,0 1 0,-7-8 0,-3 8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66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16974 6761 5873,'0'10'67,"8"-2"-56,-6-8 0,5 2 3,-7 3 3,0-3 18,0 6 1,0-6 38,0 4-5,0-4-33,0 6-30,8-1-6,-6-5-6,6 14 0,-8-13 6,0 9 1,0-6-6,0 5 1,0-5 34,0 6-11,0-1 1,0 7 7,0-1 1,0 2-18,0 5 0,0-5-6,0 4 0,0 2-30,0-2 1,0 6-9,0-5 1,-2-1-18,-4-6 0,4 1-310,-4-1 361,4 0 0,-5 1 0,-3-1 0</inkml:trace>
  <inkml:trace contextRef="#ctx0" brushRef="#br0" timeOffset="1">17078 7022 6115,'10'-2'175,"-4"-4"-431,-5 4 177,-1-5 101,0 7-57,0 0 47,8 0 0,-6 0 8,6 0-13,-8 0 217,0 0-96,8 0-80,-6 0-72,5 0 48,-7 0-4,0 0 125,8 0-125,-6 7 121,6-5-92,-8 6-30,7-8 25,-5 0-21,14 0 0,-12 0 13,7 0-30,-7 0 1,6 0 44,-5 0 1,-1 0-17,8 0 5,-8 0 13,11 0-93,-5 0 61,7 0-14,1 0 0,-7 0-11,1 0 0,-6 0-11,5 0 1,-5 0 210,6 0-173,-9 0 184,13 0-174,-7 0 1,3 0-34,0 0 0,-7 0 30,7 0-4,-8 0 0,11 0 1,-11 0 11,8 0-65,-8 0 43,11 0 1,-11 0-51,7 0 56,-7 0-39,12 0 1,-12 0 15,7 0-8,-7 0 25,12 0 1,-13 0 15,9 0 94,-8 0-114,11 0 0,-11 0 91,8 0-57,-8 0-38,11 0 2,-5 0-1,7 0 15,0 0-18,1 0 1,-3 2-29,-3 4 1,3-4 26,-3 4 1,-2-5-22,1-1 1,-5 0 22,5 0-16,1 0 1,5 0 28,1 0-10,-1 8 0,1-6-9,-1 4 0,0-4 1,1-2 0,-7 0-1,1 0 1,-1 0 2,7 0 4,-1 0 0,1 0-3,-1 0 0,0 0 89,1 0-94,-1 0 1,0 0 1,1 0 1,-7 0 5,1 0 5,0 0-13,5 8-5,0-7 1,1 7-22,-1-8 27,-7 0 24,5 0 10,-5 0 9,7 0-33,1 0-3,-1 0 1,-6 0-4,1 0-4,0 0 0,-1 0 23,1 0 0,-6 0-10,5 0-4,1 0-12,5 0 1,0 0-1,1 0 1,-7 0 0,1 0 1,-6 0-4,5 0 2,1 0 1,5 0 3,1 0 0,-7 0-11,1 0 1,-1 0 13,7 0 1,-3-2 35,-3-4 1,3 5-15,-3-5 0,3 4 6,3 2 0,-1 0-31,0 0 1,1 0 1,-1 0 0,1 0-16,-1 0 1,0 0 25,1 0 0,5 0-49,0 0 0,0 0 33,-5 0 1,-1 2-12,0 4 1,1-5 14,-1 5 0,2-4 0,5-2 1,-5 0 36,4 0 0,-4 0 7,-1 0 0,-1 2-15,0 4 0,3-4-15,3 4 1,-4-4 8,4-2 0,-3 2-2,-3 3 1,0-3-60,1 4 0,-1-4 21,1-2 1,-1 0-8,0 0 0,1 0 25,-1 0 1,0 0-6,1 0 1,-1 0 17,1 0 0,-1 0 1,0 0 1,1 0 28,-1 0 1,0 0-35,1 0 1,-1 0-16,1 0 1,-3-2 4,-3-4 0,3 4-3,-3-3 1,3 3 8,2 2 1,1 0-4,-1 0 0,1-6-3,-1 0-3,0 0 1,1 6 3,-1 0 1,0-6 3,1 1 1,-7-1 0,1 6 1,-1-2-8,7-4 1,-7 4-1,1-4 0,0 4 27,5 2-14,0 0 0,1 0-13,-1 0 0,0 0 11,1 0-2,-1 0 0,1 0-10,-1 0 0,0 0-2,1 0 1,-1 0-5,0 0 0,-5 0-3,0 0 0,-1 0 6,7 0 1,-1 2-3,0 4 1,1-4 24,-1 4 1,0-4-21,1-2 0,-7 0 1,1 0 1,0 2 0,5 4 0,0-5-1,1 5 0,-1-4 0,0-2 0,1 0-1,-1 0 1,1 0-2,-1 0 0,-5 0-1,-1 0 0,1 0-1,5 0 1,0 0 1,1 0 1,-7 0-1,1 0 1,0 2 0,5 4 0,0-4 0,1 6 8,-1-8-4,0 0 0,1 0 30,-1 0-15,1 0 1,-1 5-22,0 1 7,1 0 0,-1-6-3,0 0 0,1 0-1,-1 0-3,1 0 0,-1 0 18,0 0 0,1 0-1,-1 0 0,0 0 7,1 0 1,-7 2 33,1 4-55,7-4 0,1 5 11,3-7 1,-4 0-2,-2 0 1,1 0 3,-1 0 0,1 0-14,-1 0 0,0 0-1,1 0 1,-1 0-4,0 0 1,3 0-3,3 0 1,-4 0 3,4 0 0,-3 0-38,-3 0 0,0 0 40,1 0 0,-1 0-7,0 0 0,7 0 2,-1 0 0,0 0 2,-6 0 0,1 0 0,-1 0 0,0 0 2,1 0 0,1-5 1,4-1 0,-3 0 1,3 6 1,-4 0 0,-2 0 0,1 0 0,-1 0 1,6 0-4,1 0 0,-1 0 0,-6 0 0,0 0-13,1 0 0,-1 0 12,1 0 0,1 0 0,4 0 0,-9 0 1,3 0 0,-4 0 0,5 0 0,-1 0 2,1 0 0,-1 0-3,0 0 0,1 0 2,-1 0 0,0 0-6,1 0 0,-1 0-2,1 0 0,-7 0-7,1 0 1,-1 0-20,7 0 30,-1 0 1,0 0-3,1 0 11,-1-8 0,1 6-17,-1-3 18,0 3 0,1 2-8,-1 0 1,-5 0 4,-1 0-1,1 0 0,5 0-2,1 0 0,-7 0-1,1 0 0,-1 0 0,7 0 0,-1 0 0,-5 0 0,-1 0 0,1 0 0,5 0 1,1 0 1,-7 0-1,1 0 1,-7 0-2,7 0 0,0 0 1,5 0-1,0 0 0,-5 0 0,0 0 0,-1 0 0,6 0 0,1 0 0,-7 0 56,1 0-54,0 0 0,5 0 3,0 0-9,1 0 0,-1 0-2,0 0 1,-5 0-27,0 0 0,-1 0-7,7 0 0,-7 0-8,1 0 34,-1 0 1,7 0 18,-1 0 1,-5 0-20,-1 0 7,1-8 1,5 6 8,1-4 0,-7 4 6,1 2 1,-6 0 18,5 0-15,1 0 1,5 0-12,0 0 1,-5 0 1,0 0-15,-1 0 0,7 0 11,-1 0 0,-5 0-1,-1 0 1,1 0-3,5 0 0,-5 0-2,-1 0 1,-5 0 0,6 0 2,-1 0 0,7 0 22,-1 0 0,-5 0-20,-1 0 1,-5 0 15,5 0-37,1 0 0,0 0-3,-1 0 1,-5 0 16,6 0 0,-7 0-13,7 0-12,-8 0 1,5 6-45,-3 0-89,-4 0 115,6-6-197,-8 0 0,0 2-119,0 3-117,0-3 0,0 8 483,0-4 0,0 3 0,0 9 0</inkml:trace>
  <inkml:trace contextRef="#ctx0" brushRef="#br0" timeOffset="2">23506 6692 6144,'0'9'35,"0"-1"-39,0-8 0,0 2 27,0 4-6,0-4 46,0 6-37,0-1 35,0 3 1,0 7-16,0 1 1,0-5 6,0 5 0,0-5-30,0 10 1,0 2 7,0-1 1,0 7-16,0-3 0,0 5-3,0 2 0,0 0-97,0 0 1,0-1 96,0 1 0,0-8-146,0-4 0,0-3 110,0-3 23,0 0 0,-7 1 0,-3-1 0</inkml:trace>
  <inkml:trace contextRef="#ctx0" brushRef="#br0" timeOffset="3">19180 5997 8069,'0'17'-1877,"2"-5"1745,4-1 0,-4-5 405,4 6 1,-4-7-261,-2 7 0,2-6-137,3 5 1,-3-5 99,4 6 1,-4-7 45,-2 7 1,0 0 17,0 5 1,2-2-29,4-3 1,-4 9 0,3-3 1,-3 3-29,-2-4 1,6 1 16,0-1 1,0 0-126,-6 1 0,0-1 80,0 1 1,0-1 42,0 0 0,0-7 0,8 5 0,1-5 0</inkml:trace>
  <inkml:trace contextRef="#ctx0" brushRef="#br0" timeOffset="4">19232 6240 8069,'10'0'-1375,"6"8"1036,-15-6 309,7 5 7,0-7 100,-6 0-34,13 0 0,-11 0-32,8 0 0,-8-2-11,1-3-57,5 3 97,0-6-279,7 8 148,0-8-138,1 6 125,-1-5 104,1-1 0,-1-2 0,0-7 0</inkml:trace>
  <inkml:trace contextRef="#ctx0" brushRef="#br0" timeOffset="5">19406 6031 8069,'10'0'-502,"-2"2"-601,-8 4 958,0-4 0,0 8 261,0-5-142,7-3 0,-5 8 58,4-4 1,-4-2-63,-2 7 0,0-5 57,0 6 1,2-7-28,4 7 1,-4 0-12,3 5 0,-3 0-7,-2 1 0,0-1-15,0 1 0,0-1-95,0 0 0,0 1 128,0-1 0,8 0 0,2 1 0</inkml:trace>
  <inkml:trace contextRef="#ctx0" brushRef="#br0" timeOffset="6">19250 6396 6726,'9'0'-403,"-1"0"390,0 0-13,2-7 2,7 5 0,-2-8-16,-3 4 1,3 4-40,-3-3 0,3 1 67,3-2 0,-7 4 12,1-4 0,7-4 0,8 1 0</inkml:trace>
  <inkml:trace contextRef="#ctx0" brushRef="#br0" timeOffset="7">19563 6066 8069,'0'10'-988,"0"5"623,0-13 105,0 14 307,0-14 0,0 7-65,0-3 1,0-2 6,0 7 0,0-5-29,0 6 39,0-1 1,0 7-21,0-1 1,5 1 1,1-1 0,0 0-22,-6 1-67,8-1-217,-6 0 325,5 1 0,1-1 0,2 1 0</inkml:trace>
  <inkml:trace contextRef="#ctx0" brushRef="#br0" timeOffset="8">19632 6257 8069,'10'-7'-2166,"-3"5"2355,1-14-8,-6 14-121,6-5 0,-6 7-45,3 0-23,-3 0-26,6 0 7,-8 0 1,2 0-155,4 0 190,-4 0 0,7 0-102,-3 0 0,-4 1 51,4 5 42,-4-4 0,6 14 0,1-7 0</inkml:trace>
  <inkml:trace contextRef="#ctx0" brushRef="#br0" timeOffset="9">19389 6518 8069,'9'17'-451,"-1"1"-563,-8-1 825,0 1 0,0-1 177,0 0 34,0 1-18,0-1 1,0 0 28,0-7 1,0 0 42,0-4-67,0-5 1,6 9 0,0-4 1,1-4-24,-1 4 25,-4-4 1,14-2-27,-5 0 0,-1 0 29,1 0 1,-5 0-2,6 0 0,-3-2 1,3-4 1,3 2 5,-3-8 0,2 7-61,-3-7 1,5 6-6,-5-5 1,3 5-109,-3-6 0,5 6 21,-5-5 132,-3 7 0,15-11 0,-3 5 0</inkml:trace>
  <inkml:trace contextRef="#ctx0" brushRef="#br0" timeOffset="10">19840 5979 8069,'0'10'-1812,"0"5"1798,0-13 36,0 14 1,0-12 5,0 7 0,0-5-30,0 6 0,0-7-3,0 7 0,0-6 2,0 5 0,0-5 14,0 6 0,0-1 67,0 7 1,0-1-52,0 0 1,2 1 1,4-1 0,-4 1-52,4-1 1,-4 6-79,-2 0 0,6 0 70,-1-5 0,1-7-238,-6 1 269,0 0 0,8 5 0,2 0 0</inkml:trace>
  <inkml:trace contextRef="#ctx0" brushRef="#br0" timeOffset="11">19910 6205 6670,'10'0'-223,"-3"0"241,-7 0 1,2 0-159,4 0 194,-4 0-152,6 8 94,-8-6-10,7 6 1,-3-8-28,8 0-6,-8 0-6,11 0 24,-5 0 0,1 0 29,1 0 0,0 7 0,5 3 0</inkml:trace>
  <inkml:trace contextRef="#ctx0" brushRef="#br0" timeOffset="12">20101 6136 8069,'0'17'-2297,"0"0"2297,0 1 0,0-1 0,0 1 0,0-1 0,0-7 0,0 5 0,0-5 0,0 7 0,0 0 0</inkml:trace>
  <inkml:trace contextRef="#ctx0" brushRef="#br0" timeOffset="13">19927 6362 6248,'8'9'73,"-6"-1"-23,6-8 0,-6 0-58,3 0 1,-3 0 0,14 0 4,-7 0-155,9 0 165,-1 0 0,1-2-132,-1-4 1,-5 4-13,-1-3 137,1 3 0,5 2 0,0-8 0,1-2 0</inkml:trace>
  <inkml:trace contextRef="#ctx0" brushRef="#br0" timeOffset="14">20066 6379 8069,'10'10'-902,"-2"5"1,-8-11 798,0 8 0,0-7 80,0 7-19,0-8-19,0 11-17,0-5 34,0 7-8,0 1 52,0-1 0,0-7 0,0-3 0</inkml:trace>
  <inkml:trace contextRef="#ctx0" brushRef="#br0" timeOffset="15">19788 6588 6984,'0'9'-664,"2"-1"697,4-8 0,-2 0-4,8 0 1,-1-6-20,6 0 1,1-1-3,-1 1 1,1 2 2,-1-8 1,6 3-24,0-3 1,6-1-4,-6 7 0,3-6 31,-3 6 1,-2-5-63,8 5 0,-8-6 50,2 7 1,-1-3-91,1 2 0,-4 4 34,4-4 0,-4 4-12,-1 2 0,-7 0 64,1 0 0,0 0 0,5 0 0</inkml:trace>
  <inkml:trace contextRef="#ctx0" brushRef="#br0" timeOffset="16">19979 6727 8069,'0'9'-1145,"0"-1"1051,8-8 219,-6 0-94,6 0-26,-8 0-33,8 0 1,-5 0 62,9 0-45,-8 0 1,11 0 23,-3 0 1,-2-6 0,1 0 1,1-1 4,5 1 1,0 2-2,1-8 0,-1 9 9,1-3 1,-7-2 1,1 2 1,-1 0 51,7 6 1,-1 0-53,0 0 0,1 0-50,-1 0 54,1 0 1,-1 0-120,0 0 1,-5 6 74,-1 0 1,-7 8-11,2-3 0,-2 5-16,2 1 0,-4 2-4,4 4 1,-5-1-184,-1 7 0,0 5 223,0 7 0,8 7 0,2-3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6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13656 10968 6038,'0'9'62,"0"-1"37,0-8 73,0 0-132,0 8-13,0-6 0,0 13 2,0-3 0,0-3 39,0 3 1,1 0-28,5 5 0,-4 2 23,4 4 0,-4 4-22,-2 8 0,0 0 1,0 0 1,2 0-13,4-1 1,-4 1 1,3 0 0,-3-2-65,-2-4 0,0 2-12,0-8 1,0 0-150,0-6 1,0 1-94,0-1-117,8-7 216,-6-3 187,6-7 0,-8-2 0,0-3 0,0 1 0,0-8 0,7 1 0,3-7 0</inkml:trace>
  <inkml:trace contextRef="#ctx0" brushRef="#br0" timeOffset="1">13482 11333 8144,'11'0'-307,"1"0"388,-8 0-652,4 0 423,-1 0 1,-3 0 20,8 0 0,-6 0 121,5 0 1,-5-2-22,5-4 1,-5 4 10,6-4 1,-1 4 51,7 2 0,-1-2-113,1-3 0,-7 3 73,1-4 0,-1 4-138,7 2 0,5-2 29,0-4-56,0 4 1,-5-7 109,-1 3 59,0 4 0,1-14 0,-1 7 0</inkml:trace>
  <inkml:trace contextRef="#ctx0" brushRef="#br0" timeOffset="2">13951 11350 8117,'10'8'-512,"-3"-6"-640,1 13 768,-6-13 384,6 14 42,-8-7 1,2 7-37,3-5 0,-3 5 8,4-5 1,-4-1-6,-2 2-19,0-1 7,0 6 2,0 1 0,0-7 0,0 1-8,0-8-4,0 4 9,0-8 15,0 0 0,0-8-10,0-4 0,-6-3 60,0-3 0,1 1-34,5 0 0,0-1 4,0 1 1,0 0 14,0-1 1,2 1 3,3-1 0,-3 1 1,4 0 0,2-1-20,-2 1 1,1 0 2,-1-1 1,-2 7-36,8-1 1,-7 6-5,7-5 0,-6 7 81,5-2-39,1 4 1,5 8-19,1 0 1,-7 9-6,1 2 1,-6 1 52,5 5 1,-5 2-34,6-2 0,-9 0 8,3-5 1,2 5-3,-2 0 1,-1 0-120,-5-5 61,0-1 1,0 0 0,0-5 9,0 0-9,0-8-45,0 3 59,0-14 1,-1-3 103,-5-8 1,4 7-91,-4-1 1,4 1 1,2-7 1,0 1-10,0 0 1,0-1-1,0 1 0,6-1-16,0 1 1,5 0-7,-5-1 0,6 7-9,-7-1 0,7 6 25,-6-5 0,7 7-26,-1-2 26,3 4 0,3 4 5,-1 4 1,-5 4-28,-1 7 0,-1 2-1,2 4 0,3-1-64,-3 7 0,-5-8-148,-1 2 1,2 2-87,-2-2 0,5 0 323,-5-5 0,0-1 0,1 1 0,3-1 0</inkml:trace>
  <inkml:trace contextRef="#ctx0" brushRef="#br0" timeOffset="3">14594 11281 7391,'-10'0'-1006,"2"0"930,8 0 284,0 0-158,0 7 0,0-3 12,0 8 1,6-7-26,0 7 0,0 0 1,-6 5 0,5 0-22,1 1 1,2 7 26,-2 4 1,-2-2-6,7 2 0,-7-2-7,2 2 0,2 6 1,-3-1 1,3-5-7,-2 6 0,-4-4 4,4 4 1,1 0-64,-1-1 1,6-5 58,-6 0 1,1-7-68,-1 1 0,-4-4 53,4-2-15,-4 1 0,-2-7 28,0 1-14,0-8 0,0 2-20,0-12 1,0 2 4,0-8 1,-2-5-130,-4-6 1,2-2 125,-7 2 1,5-3-164,-6-3 0,6-3 140,-5 3 0,5-4-11,-6-2 0,9 6 15,-3 0 0,-2 0 3,2-6 1,-5 6 20,5 0 0,0 6 108,6-6 1,0 2 17,0-2 0,0 2-108,0 4 1,0 4 20,0-4 0,2-3-9,4 3 0,2 0-37,3 6 1,5-1 16,-5 1 1,5 0-9,1-1 0,0 7-32,1-1 0,-1 8-8,0-2 0,1 4 24,-1 2 1,1 0 7,-1 0 0,-5 6 87,-1 0 0,-1 8-40,1-3 0,-3 5 88,-8 1 1,2 0-107,4 1 1,-4 5 8,4 0 1,-6 6-9,-6-6 1,2 6 7,-8-6 0,1 6-146,-7-5 0,1 1 135,0-2 0,-1-4-193,1 4 1,-8 2 37,-4-1 1,2-1-87,-2-6 0,6-1 86,-6-5 1,5 3-108,-4-9 243,6 1 0,-11-6 0,6 0 0</inkml:trace>
  <inkml:trace contextRef="#ctx0" brushRef="#br0" timeOffset="4">17825 8882 8126,'10'0'-1087,"-2"8"861,-8-6 1,1 5-66,5-7 209,-4 8 73,6-6 5,-8 6 0,0-6-15,0 3 53,0-3-29,0 6 27,0-8 1,2 0-10,4 0 129,-4 0-89,5 0-25,-7 8 1,2-6-11,4 3 0,-4-3 59,6 6-32,-8-6-66,7 14 30,-5-15-13,6 15 1,-2-12 31,0 7 4,-1-7 19,-5 12-32,8-7 1,-6 3 12,4-1 0,-2-5-21,2 6 1,-5-6-21,5 5 0,-2-5 1,2 6-5,-4-1 1,7 7-3,-3-1 1,-4-5-6,4-1 0,2 1 0,-3 5-3,1 1 1,0-1 6,0 0 0,2 1-1,-3-1 0,-3 0 36,4 1 0,-2-1-1,2 1 1,-4-1 3,3 0 1,3 7-9,-2-1 1,0 0 5,-6-6 1,6 3-17,-1 3 0,7-4-6,-6 4 1,1-3-29,-1-3 1,-2 0 34,8 1 1,-8 1-54,1 4 0,3-4 31,-2 5 0,0-5-6,-6-2 0,2 3 7,3 3 1,-3-4-2,4 4 0,-2-3 23,2-3 0,-4 6 9,3 0 0,-3 1-52,-2-7 0,6 0 30,0 1 1,0-1-58,-6 0 0,2 1 53,3-1 0,-3 1-80,4-1 1,-4 0 72,-2 1 1,0-1-4,0 0 1,6 1-33,0-1 1,0 1 7,-6-1 1,0-5-46,0-1 0,0 1-84,0 5 123,0 1 0,0-1 13,0 0 1,0 1 2,0-1 0,-6 2 18,0 5 1,0-5 7,6 4 1,0-4-19,0-1 1,-6 1 11,1 4 0,-1-9-128,6 3 1,-2-3 110,-4 3 1,4-5 21,-4-1 0,4-7 0,-5 12 0,-3-7 0</inkml:trace>
  <inkml:trace contextRef="#ctx0" brushRef="#br0" timeOffset="5">18068 10481 8024,'0'10'-1561,"0"-1"1312,0-3 316,8-4-5,-6 13-36,6-5 1,-2 8-2,-1-1 1,3 0-13,-2 1 1,-4-5 20,4 5 0,1-9-40,-1 14 1,6-13 6,-7 7 1,3-3-3,-2 3 1,-4-5 36,4-1 1,1-5 2,-1 6 0,2-8 5,-2 2 12,-4-5-79,13-1 1,-7-1 41,3-5 0,3-4-121,-8-7 1,5-1 49,-5 1 1,6-6-131,-7 0 0,7-3 105,-6 3 0,5 4-117,-5-4 194,8 4 0,-7 1 0,5 1 0,3 7 0,-5-5 0,7 5 0</inkml:trace>
  <inkml:trace contextRef="#ctx0" brushRef="#br0" timeOffset="6">18433 11315 6480,'-9'0'194,"-1"0"-106,4 0 23,4 0-49,-13 0 1,11 0-16,-8 0 1,7 0-37,-7 0 1,6 0 6,-5 0 0,5 2 20,-6 4-31,1-4 0,-7 11-8,1-7 1,5 6 19,1-6 1,-1 7-8,-5-1 1,-1-3 34,1 3 0,0 2-26,-1 9 1,1-4 96,0 4 1,-1 2-90,1-2 1,1 3 10,5-3 0,-5-2-40,5 8 0,3-6-4,2 6 1,4-8 0,2 3 1,0-5-15,0-2 1,0 1 0,0-1 1,0 0 19,0 1 1,0-1 61,0 0 1,8-1-22,4-4 0,3 3 10,2-3 1,-1-3-52,-5 3 0,11-6 4,-5 5 1,4-7-6,-3 2 0,-1 2-7,0-3 0,7 1-47,-1-6 1,0 0 60,-6 0 0,6 0-145,1 0 1,-1-6 22,-6 1 1,0-3 34,1 2 0,5 2-8,0-7 0,0 7-5,-5-2 0,-1-2-42,0 2 1,-1-1-134,-4 1 1,3 4 264,-3-4 0,-5-11 0,1-3 0</inkml:trace>
  <inkml:trace contextRef="#ctx0" brushRef="#br0" timeOffset="7">18086 8308 6450,'-10'8'72,"2"-6"0,3 8-41,-1-5 0,-6-1-15,6 8 0,-7-6 6,1 5 0,-1 1 3,1 5 1,-9 1 4,4-1 0,-5 2 120,5 4 0,-2-3-130,-4 3 0,3 2 2,-3-2 0,4 6-1,1-6 0,-5 6-3,0-5 0,0 4-40,6-4 0,-1 5-12,1-6 1,-1 0-98,1-6 1,5 1 75,1-1 0,7-5-293,-2-1 146,-3-7-104,7 4 306,-6-8 0,8 0 0,0 0 0</inkml:trace>
  <inkml:trace contextRef="#ctx0" brushRef="#br0" timeOffset="8">17582 8395 8008,'-2'-11'-289,"-4"-1"27,4 8 1,-7-4 144,3 8-59,4 0-82,-6 0 121,8 0-19,0 0 139,8 0 1,-4 2-15,7 4 1,-5-2 145,6 8 0,-6-1 208,5 7 1,1-5-76,5 4 0,0-3-153,1 9 0,1-2-121,4 3 1,-3 1-25,3 4 0,2 2-112,-2-8 1,6 8 48,-6-2 0,0-4-170,-5-2 1,-1-4 124,0-1 158,1-1 0,-1 8 0,1 2 0</inkml:trace>
  <inkml:trace contextRef="#ctx0" brushRef="#br0" timeOffset="9">16679 9994 5761,'0'0'0</inkml:trace>
  <inkml:trace contextRef="#ctx0" brushRef="#br0" timeOffset="10">16609 10029 8012,'0'10'-2251,"0"-3"2251,0-7 0,-2 6 61,-4 0-52,4 0 2,-5-6 16,7 0 37,0 0-29,0 8 5,0-7-13,0 7-21,0-8 306,0 0-303,0-8-25,0 7-7,0-15 77,0 6-38,0-7 0,0 0 5,0-1 1,0 7-14,0-1 1,0 1 32,0-7 0,5-5-31,1 0 0,6-6 0,-6 6 0,5-8 2,-5 2 1,8-4-4,-3-2 0,-1 0-13,1 1 0,1-1-1,5 0 0,1 6-11,-1 0 1,-2 0 20,-3-6 0,3 8-87,-3 4 0,4-2 71,1 2 0,0-6-4,1 6 1,-3 0 4,-3 5 0,3-1 2,-3-4 0,3 3 1,3-3 1,-7 4-8,1 2 0,-3-1-32,3 1 0,3 5 22,-3 1-152,-4 7 125,7-12 0,-11 14-8,8-3 0,-9 5 59,3 5 0,-4 5 0,-2 7 0</inkml:trace>
  <inkml:trace contextRef="#ctx0" brushRef="#br0" timeOffset="11">16939 9004 7282,'-10'0'-773,"3"0"594,7 0 431,0 0-212,7 0-6,3 0 0,8 0-25,-1 0 26,0 0 0,1 0-72,-1 0 1,-5 0 57,-1 0 1,-1 1-17,1 5 1,5-2 0,-5 8 1,-1-3-2,2 3 1,-8 9-8,1-3 0,3 3 0,-2-4 0,0 6-120,-6 1 1,0 6 126,0-1-5,0-3 0,-8 6 0,-2-5 0</inkml:trace>
  <inkml:trace contextRef="#ctx0" brushRef="#br0" timeOffset="12">17321 8865 6150,'-9'0'78,"1"1"-22,8 5 13,0-4 1,0 8 41,0-4 14,0-4-75,0 13 1,0-5 0,0 7 1,0 0 14,0 1 1,6 1-21,0 4 1,1-1-2,-1 6 0,-4 1 7,4 6 1,2 0 17,-3 0 0,7 0-12,-6-1 0,1 7 10,-1-1 0,-4 3-58,4-3 1,2-9-7,-3 4 1,1-12-238,-6 0 178,8-3-33,-6-3 0,6-9 12,-8-8 1,0-8-13,0-9 0,0-3 64,0-3 0,-6 2 3,0-8 0,-2 6 9,2-6 0,5 6 15,-5-6 1,2 2-56,-2-2 1,4-4 35,-4 4 1,4 2-24,2-2 1,0 2 17,0-2 0,0-2-29,0 8 0,0-6 68,0 6 0,0 0 5,0 5 1,0-5 6,0 0 80,0 0 0,0 5-35,0 1 1,6 0-44,0-1 0,2 7-24,-2-1 1,-3 2 29,9-1-11,0-5-11,5 7 1,0-1-2,1 4 23,-1 4 0,0 8 11,1 0 0,-7 7-5,1-1 1,-2 3-21,1 3 1,-1-3 29,-4-3 0,-4 3-42,3-3 0,-3 3-8,-2 3 1,0-1-9,0 0 1,0 1-13,0-1 1,-5 1-12,-1-1 13,-8 0 1,5 1-6,-9-1 0,3-5 18,3-1 0,-3-7 25,3 2 1,-1-2-22,1 2 92,-3-4-89,5 5 1,-2-7 11,1 0-111,7 0-21,-4 0 102,8 0 1,2-2 4,4-3 1,-2 3-3,7-4 0,-5-2 0,6 2 0,-1 0 7,7 6 7,-1 0 0,0-5 6,1-1 1,-1 0 25,1 6 1,-1 0-4,0 0 1,-5 0 42,-1 0 1,1 2-64,5 4 0,-5 2 55,0 3 1,-7 5-45,7-5 1,-8 5 2,2 1 0,-4 0-24,-2 1 1,0-1-8,0 1 0,-8-1-14,-4 0 1,-3 6-8,-3 1 0,-1-1-93,-4-6 0,4 6 110,-4 1 1,-3-1-210,3-6 1,-2 0 52,2 1 1,4-1 27,-4 1 0,3-3-22,3-3 0,-1 3-14,1-3 1,6 1 74,-1-1 0,6-3 96,-5-3 0,-1-4 0,-5 6 0</inkml:trace>
  <inkml:trace contextRef="#ctx0" brushRef="#br0" timeOffset="13">16296 9994 6445,'0'10'43,"0"0"-72,0-5 92,0-3 82,0 14-130,-7-7 1,5 9 74,-4-1 0,-2 1-47,2-1 0,-7 2 2,1 4 1,3-1 8,-3 7 0,0 0 4,-5 5 0,-6 1 26,0 0 0,0 0-32,5-1 1,-5-1-117,0-4 0,0 2 12,5-8 0,1 1-150,0-7 0,5-6 72,0 1 0,3-6-380,-3 5 347,4-7 163,8 4 0,-7-8 0,-3 0 0</inkml:trace>
  <inkml:trace contextRef="#ctx0" brushRef="#br0" timeOffset="14">15706 10064 6804,'0'9'-300,"0"-1"352,0-8 0,2 0-72,3 0 0,-1 6 127,8 0 0,-6 2 11,5-3 0,1-1-5,5 8 1,6-1 12,0 7 0,10-1-85,2 0 1,2 7-1,9-1 0,0 8-47,6-2 0,1-2 92,-1 2 0,0-8-206,0 2 1,-8-4-52,-3-1 0,-4-7-75,-3 1 1,-1-6 71,-4 5 0,-4-7 174,-7 2 0,-1-4 0,0-2 0</inkml:trace>
  <inkml:trace contextRef="#ctx0" brushRef="#br0" timeOffset="15">17704 11593 8033,'0'-9'-801,"0"1"0,-6 6 585,0-4 232,0 4 55,6-5-2,0-1-34,-8 6-18,7-6 0,-7 6-14,8-3 1,-2 3 25,-4-4-37,4 4 0,-6 0 68,8-4-33,-7 4 0,3-7 5,-8 3 1,6 2 2,-5-8 1,7 7-10,-2-7 0,-1 6 2,1-5 1,-8 5-22,3-6 1,1 1 19,-2-7 0,1 7-31,-7-1 0,1 0-31,0-5 0,5 0-10,1-1 0,-1 1-49,-5 0 35,-1-1 0,3 1-73,3-1 1,-1 7 55,7-1 1,-6 6-134,7-5 209,-1-1 0,-2-5 0,-2-1 0</inkml:trace>
  <inkml:trace contextRef="#ctx0" brushRef="#br0" timeOffset="16">17148 11211 6938,'-10'0'-313,"2"0"0,6 0 315,-3 0-2,3 0 0,-6 0 1,10-2-2,4-4 1,-4 4 0,7-11 11,-3 7 1,-2-6 1,7 7 0,-5-3 19,6 2 0,-6-2-25,5-3 1,-1-5-12,1 5 0,3-7 4,-8-5 0,7 4-1,-1-4 1,-3-2-1,3 1 0,0 1-3,5 6 0,-5 0-5,-1-1 1,1 7-17,5-1 12,0 8 1,1-4 9,-1 8 0,-1 2-53,-5 4 1,5 4 45,-5 7 1,-1 2-188,1 5 197,-7-5 0,12 6 0,-7-8 0</inkml:trace>
  <inkml:trace contextRef="#ctx0" brushRef="#br0" timeOffset="17">17148 10133 6703,'-10'-7'-30,"2"5"107,1-6-37,-3 8 35,-8 0 0,1 0-48,0 0 0,5 0-27,1 0 1,-1 2 46,-5 4 1,-1-2 8,1 7 0,5-1 4,1 1 1,-1 5-1,-5-5 0,-1 7-69,1 5 0,5-2 45,1 8 1,5-6-45,-6 6 0,9-5 42,-3 4 1,4-4-132,2 5 0,0-8 131,0 2 1,0-4-3,0-1 0,8-1 19,3 1 0,5-1 124,1 0 0,2-5-133,4-1 0,3-7 6,3 2 0,3-4-191,-3-2 0,-2 0 70,2 0 1,0 0-70,6 0 0,-6-8 28,0-3 1,-8-5-183,2-1 0,0-2 296,-5-5 0,11 5 0,-10-6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6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18607 11263 6523,'-10'0'-255,"3"0"242,7 0-9,-8 0 28,6 0 0,-8 6-16,5 0 16,3 0 2,-6-6 26,0 0 0,6 1-14,-4 5 34,-3-4 0,5 12-38,-8-9 1,7 3 43,-7-2 0,6 4-9,-5 7 1,1 0 4,-2 1 1,-3 5-8,3 0 0,-3 8 1,-3-2 1,1-2 34,0 2 0,-1 0-35,1 6 1,-6 0-13,0-1 0,0-1-41,5-4 0,3 2-2,3-8 1,-3 6-5,3-6 0,-3-5-10,-3-7 0,7-1 23,-1 2 0,2 3-24,-1-3-33,-5-5 1,13 1 40,-9-8-440,8 0-28,-4 0 480,8 0 0,0 0 0,-7 0 0,-3 0 0</inkml:trace>
  <inkml:trace contextRef="#ctx0" brushRef="#br0" timeOffset="1">18016 11437 6191,'0'-10'48,"0"3"1,2 7 4,4 0 0,-2 0-4,7 0 0,-5 2-30,6 3 0,-1-1 114,7 8 0,-1-1-37,1 7 0,7 7-21,4 4 1,3 4-49,3 1 1,6 1 14,-1 0 1,7 5-30,-7 1 1,1 0-87,-7-7 0,-5-5-35,0 0 0,-2-6 59,2 6 1,-4-9-324,-7-3 372,-9 1 0,7-9 0,-7 9 0</inkml:trace>
  <inkml:trace contextRef="#ctx0" brushRef="#br0" timeOffset="2">19649 8812 5858,'0'10'317,"0"-2"-370,0-8 59,0 0 33,0 7-5,0-5 53,0 6-58,0-8 4,0 8 1,2-6-11,4 4 0,-4-3 19,4 3 8,-4-4-21,5 14 0,-3-13-2,8 9 1,-8-6-1,2 5 0,1-5-3,-1 6 0,6-6-4,-7 5 1,7 1 14,-6 5 0,5 1-8,-5-1 1,6 0-22,-6 1-2,7-1 0,-9 0-2,8 1 1,-7-1 25,7 1 1,-8-1 24,2 0 17,3 1 0,-5-1-49,8 1 1,-8-1 8,1 0 1,3 1 0,-2-1 1,0-5-58,-6-1 0,5 1 18,1 5 0,0 1-7,-6-1 0,6-5 6,0-1 1,-1 1-4,-5 5 1,6 0 54,0 1 1,0-1-43,-6 1 1,2-5 30,3 5 1,-3-5-19,4 10 0,-2-3 3,2-3 0,-4 0-13,4 1 0,-5 1-3,-1 4 0,0-4-6,0 5-4,8-5 1,-6-2-9,4 1 0,-4-1 17,-2 0 0,0 1-2,0-1 1,0 1-1,0-1 0,0 0 5,0 1 1,0-1-4,0 1 1,0-1-1,0 0-8,0 1 0,0-1-2,0 0 1,0 1 7,0-1 1,0 1-1,0-1 0,-2-2 0,-4-3 1,4 5-3,-4 1 1,4-7 3,2 7 1,0-5-35,0 5 0,0-7-40,0 1-79,0-1 65,0 7 1,-1-3-365,-5-3 215,4 3-149,-6-5 386,8 7 0,0-5 0,0-1 0,-2-7 0,-4 2 0,4 4 0,-5-1 0</inkml:trace>
  <inkml:trace contextRef="#ctx0" brushRef="#br0" timeOffset="3">19806 10255 7935,'-10'10'-865,"0"-3"342,5-7 264,3 0 258,-6 0 0,8 2 38,0 4-17,0-4 14,0 6 2,0 0 119,0-7-139,0 15 0,2-8-2,4 3 0,-2 5 17,7-5 0,-5 5 9,6 1 0,-7 0-1,7 1 0,-1-1-3,7 1 1,-7-3-25,1-3 1,-2 3-2,1-3 0,5-3-37,-5 3 1,-1-8 29,2 2 1,-7-4-34,7-2 0,-6 0 25,5 0 0,-5 0-6,6 0 1,-7 0 4,7 0 1,-6-6-2,5 0 0,-5-8-52,6 3 0,-6 3-279,5 2-3,1-3 340,-3-1 0,7 0 0,-7 3 0</inkml:trace>
  <inkml:trace contextRef="#ctx0" brushRef="#br0" timeOffset="4">19806 11228 6136,'9'2'11,"-3"4"2,-4-4 19,-2 6-5,0-8-7,0 7 1,0-3 9,0 8 32,0-8 1,2 9-23,4-7 1,-4 8 51,4-3-49,-5 5 0,-1 1 6,0 0 1,0 3-50,0 3 1,2-4-6,4 4 1,-4-1-14,4 1 1,-4-4 38,-2 4 1,2-3-148,4-3 1,-4 0 29,3 1 1,-3-7-41,-2 1 7,0-8-152,0 4 281,0-8 0,0 0 0,0-8 0,-7-2 0,-3-7 0</inkml:trace>
  <inkml:trace contextRef="#ctx0" brushRef="#br0" timeOffset="5">19840 11141 8027,'10'0'-331,"-2"0"-314,0 0 222,-6 0 329,5 0 0,-1-1 27,0-5 50,0 4-6,1-6 1,-3 8 61,8 0-20,-8 0 0,9-2-49,-7-4 67,7 4 1,-3-5 0,7 5-24,1-4 1,-7 4 26,1-4 1,0 4-20,5 2 0,-5 0-3,-1 0 1,1 0 12,5 0 1,0 0 42,1 0-28,-1 0 0,1 6 2,-1 0 0,-5 7-32,-1-1 1,-5 3 11,6 3 1,-7 1-27,7 4 0,-8-1 14,2 7 1,-5-8-10,-1 2 1,0 2-10,0-2 1,-5 6-2,-1-6 0,-8 1-6,3-7 1,-3 2 0,3 4 1,-5-3-9,5 3 0,-5-4 21,-1-1 1,-1-1-21,1 0 0,2 1-23,3-1 0,-3-1-47,3-5-67,-3 5-291,-3-14 335,1 5 0,5-7 107,1 0 0,-1 0 0,-5 0 0</inkml:trace>
  <inkml:trace contextRef="#ctx0" brushRef="#br0" timeOffset="6">19632 8291 6471,'-10'10'167,"1"3"-155,3-7 1,4 2 21,-4-3 1,-2 5-71,3 7 1,-9-5 82,3 0 1,1 5-3,-2 6 1,1 8-21,-7-2 0,-1-2-3,-4 2 1,4 6-5,-5 5 1,3 1 3,-2-6 0,4-1-43,-4 1 1,3 0 47,3 0 1,0 0-109,-1-1 0,7-7 34,-1-4 1,6-5-18,-5-7 0,7-1-64,-2-4-30,4-4 96,2 6 62,0-16 0,0-10 0,0-9 0</inkml:trace>
  <inkml:trace contextRef="#ctx0" brushRef="#br0" timeOffset="7">19180 8308 7928,'10'-11'0,"-4"-1"-793,3 8 421,-7-3 51,14 7 288,-14 0 67,13 0 11,-5 0-28,7 7 0,1 3 44,-1 7 0,0 1-42,1-1 1,1 0-15,4 1 0,-2-1 27,8 1 0,-2-1-72,2 0 0,4 3 25,-4 3 1,-2-4-86,2 4 1,-6-9 63,6-3 1,-8 1-17,3 5 1,-5-1-136,-2-5 0,-5-1 187,-1-4 0,1 4 0,5 7 0</inkml:trace>
  <inkml:trace contextRef="#ctx0" brushRef="#br0" timeOffset="8">18034 10064 6026,'0'9'89,"0"-1"-44,0-8 155,0 0-190,7 0 12,-5 0-19,6-8 1,-8 5-22,0-9 4,0 0 1,6-5 21,0 0-6,-1-1 1,1 1 79,0 0 0,2-1-78,-3 1 1,-3-6 3,4-1 1,4 1 14,1 6 1,-1-6 1,2 0 0,-7-6-17,7 5 0,0-5-1,5 6 0,-5-6 37,-1 6 0,1-2-30,5 2 0,1 3-33,-1-3 0,0-2 16,1 2 1,-1 0-1,0 5 0,1 1 1,-1 0 1,0-6-6,1-1 1,-1 1 1,1 6 0,-3-1 3,-3 1 1,3 2-12,-3 3 1,-3-2 10,3 9 1,-2-3-32,1 2 32,5 4-1,-7-5 1,3 7-2,-1 0 1,-5 0-1,6 0 0,-6 0-64,5 0-7,-7 0-317,11 0 391,-13 0 0,6 7 0,-8 3 0</inkml:trace>
  <inkml:trace contextRef="#ctx0" brushRef="#br0" timeOffset="9">18590 9108 8024,'9'2'-246,"-3"4"-172,-4-4 165,-2 5 243,0-7 1,0 2-293,0 4 216,0-4 1,2 6 32,4-8 81,-4 0-11,5 0 53,1 0 0,-4 0-56,8 0 6,-1 0 0,6 0 13,1 0 0,-7 0 55,1 0 0,0 0-59,5 0-8,0 0 1,1 0-16,-1 0-9,0 7 1,-1 3-33,-5 7 1,3 1-8,-8-1 1,0-3-92,-6 3 0,0-3 109,0 9 1,0-2-186,0 2 0,-2-4 61,-4 5 1,-2-3 147,-3 2 0,-3-4 0,8 5 0,-7-5 0,3-2 0</inkml:trace>
  <inkml:trace contextRef="#ctx0" brushRef="#br0" timeOffset="10">19215 8882 5856,'0'-10'444,"0"3"-306,0 7 434,0 0-496,-8 0-29,6 0 0,-7 0-3,3 0 35,4 0-40,-13 0 1,11 0-1,-8 0 1,6 0-15,-5 0 1,1 1 18,-1 5 0,-3-2-5,8 8 1,-7-7-6,1 7 0,-1 0 6,1 5 1,-3 0-13,3 1 0,2-1 8,-1 1 0,1 5-55,-1 0 0,-3 0 50,8-6 0,-5 7-55,5-1 0,-6 0 45,6-6 1,1 1 7,5-1-29,0 1 0,0-1 1,0 0 1,0-5 42,0-1 1,2-5-33,3 6 0,-1-8-1,8 1 1,-6 3 7,5-2 0,1 0-40,5-6 1,1 0 29,-1 0-9,0 0 0,1-2-22,-1-4 0,0 2-37,1-7 46,-1 7 1,1-10 2,-1 8 0,-5-5 30,-1 5-20,1-7 1,5 9 1,0-8 0,-7 6-28,-4-5 14,4 7 1,-3-6-27,5 4 1,-3 4-62,-3-3-55,-4 3 110,6-6-7,-8 6-88,0-6-4,0 8-53,0 0-5,0 8 129,0-6 72,-8 13 0,-1-5 0,-9 8 0</inkml:trace>
  <inkml:trace contextRef="#ctx0" brushRef="#br0" timeOffset="11">17287 10081 6752,'0'-9'-307,"0"1"0,0 6 358,0-4-28,0 4-13,0-6 38,0 8 133,0 0-157,0 8 0,-2-4 33,-4 8 1,4-1-51,-4 7 1,-2-7 0,3 1 0,-7 1 35,6 10 0,-7-3-3,1 3 1,-3 2-23,-3-2 1,5 8 9,-5-2 0,5 4-47,-10 2 0,5-1 39,7 1 1,-5 0-66,5 0 0,-5-8 7,-1-4 1,7-4-264,5-1 168,-5-1-265,8-7 398,-6-3 0,8-7 0,-7-7 0,-3-3 0</inkml:trace>
  <inkml:trace contextRef="#ctx0" brushRef="#br0" timeOffset="12">16870 10081 7419,'0'-11'-1498,"0"-1"1749,0 8 1,0-5-218,0 3-274,0 4 237,0-6 0,2 8 28,3 0 0,1 2 135,12 4 1,-5 3-127,10 9 1,-2-1 5,3 1 1,1-1-72,4 0 0,3 7-6,-3-1 1,4 8-35,2-2 1,2-2 70,3 2 0,-3 0 0,5 5 0</inkml:trace>
  <inkml:trace contextRef="#ctx0" brushRef="#br0" timeOffset="13">19667 11385 7977,'-12'0'-1261,"1"0"976,7 0 0,-6 0 42,4 0 278,4 0-1,-13 0 63,13 0-46,-13 0 0,11 0-8,-8 0 0,8-2 9,-2-4-25,-3 4 0,5-8 22,-8 5 11,8 3-22,-11-14-24,5 7 1,-5-9 45,3 1 1,-3 0-3,3-1 0,3 1 48,-3-1 0,1-5-66,-7 0 1,1-6-36,-1 6 0,3-6 30,3 6 0,-3-8-7,3 2 1,-3 2-46,-2-2 0,5 2-9,0-2 0,7 2-34,-7 4 0,6 3-390,-5-3 288,7 4 0,-4 7 56,8 1 106,0 7 0,0-12 0,0 7 0</inkml:trace>
  <inkml:trace contextRef="#ctx0" brushRef="#br0" timeOffset="14">19146 10829 6979,'-10'0'-222,"-6"0"281,15 0-33,-7 0-5,8 0 53,0 0-39,0-8 0,0 4 51,0-8-53,0 1 1,0-7-42,0 1 0,6 0 6,-1-1 0,9 1-9,-3 0 0,-1-1-18,2 1 1,-3 5-11,3 1 1,3 1 4,-3-2 0,3-1-5,3 7 1,-7 0 17,1 6 1,0 0 5,5 0 0,-2 2-43,-3 4 1,3-2-12,-3 7 1,-2 1-251,1 5 319,-7 1 0,12-1 0,-7 1 0</inkml:trace>
  <inkml:trace contextRef="#ctx0" brushRef="#br0" timeOffset="15">19024 9925 6174,'0'-12'-205,"0"1"1,-2 7 219,-4-2 1,4 2-11,-3-2 109,3 4-99,2-5 243,0-1-218,0 6 15,0-6-2,0 8 1,0-7-19,0 5-7,0-6 13,0 8-25,0 8 1,0-5 23,0 9-3,0-8 4,0 11-26,0-5 1,0 7-4,0 1 0,0-1-1,0 1 0,0-1-1,0 0 0,5 1-6,1-1 0,0 2 10,-6 5 0,0-3-32,0 8 0,2-8-23,4 2 1,-4 2-6,3-2 0,-3 1-10,-2-7 1,0 0-11,0 1 0,0-7-26,0 1-30,0-8-101,0 4 223,0-8 0,0 0 0,0 0 0</inkml:trace>
  <inkml:trace contextRef="#ctx0" brushRef="#br0" timeOffset="16">19041 9855 7944,'0'-9'-162,"0"-7"1,0 12-141,0-7 70,0 7 1,6-6 97,0 4 4,0 4 130,1-5 0,1 5-12,4-4 1,3 4 17,-3-4 1,-3 4 54,3 2-109,0 0 1,5 0 60,0 0 0,-5 0 34,-1 0-9,1 0 1,5 6 3,1 0 0,-7 2 26,1-3 1,-6-1 7,5 8 1,-5-6-9,6 5 1,-7-1-23,7 2 0,-8 3-50,2-3 1,1 3 3,-1 2 1,0 1-6,-6-1 1,0-3-6,0 3 0,0-9-13,0 9 0,-2-3-2,-4 3 0,-1-5 18,-5-1 0,-3 1-4,3 5 0,-3 1 6,-3-1 1,1 0-30,-1 1 0,1-1-12,0 0 0,1 1-92,5-1 1,-7 3 76,1 3 0,1-4-94,-1 4 1,0-5 54,5-7 1,-3 5 99,-3-5 0,1 5 0,0 1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7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20310 11072 8047,'-10'8'-449,"2"-6"1,6 11 0,-2-5-107,-1 2 555,-9-7 65,12 13-61,-13-7 1,7 3-9,-4 0 0,3-7 16,3 7 0,2-6 0,-7 5 0,5-7 13,-6 2 1,6 4 3,-5 1 1,1-1 12,-1 2 1,-5-1 5,5 7 1,1-7-19,-2 1 0,1-1-29,-7 7 1,3-1-1,3 0 0,-3 3 5,3 3 1,-3-4-9,-3 4 1,1-3 5,0-3-8,-1 8 1,1-5-58,0 3 1,5-6 57,0-5 1,9-3-255,-3-3 141,-4-4-239,8 6 355,-6-8 0,8 0 0,-7 7 0,-3 3 0</inkml:trace>
  <inkml:trace contextRef="#ctx0" brushRef="#br0" timeOffset="1">19840 11107 7966,'12'11'-287,"0"1"0,-7-2 83,7 1 1,-2 5 139,1-5 1,5-1-57,-5 1 0,-1 1 107,2 5 0,-1-5-46,6 0 0,1-1 60,-1 7 0,1-1-9,-1 0 0,0 1 42,1-1 0,-1 0-11,0 1 1,3 5-23,3 0 1,-4 6 16,4-6 1,3 8-106,-3-2 0,2-4 96,-2-2 1,-4-3-165,4-3 0,-3 1 155,-3-1 0,0 0 0,1 1 0</inkml:trace>
  <inkml:trace contextRef="#ctx0" brushRef="#br0" timeOffset="2">21300 8760 6124,'2'10'-22,"4"-4"21,-4-4 39,5-2-17,-7 7 132,0-5-123,0 6 64,0-8-20,0 8 9,0-6-59,8 13 0,-6-11 23,4 8-22,-4-9 0,0 11-2,3-8 1,-3 7 6,4-1 1,-2-3-7,2 3 1,-4 0 2,3 5 0,3 0-1,-2 1 1,2-7-17,-3 1 0,-3 0 24,4 5 1,2 2 0,-2 4 0,1-3-7,-1 3 1,-4-4 1,4-1 1,2-1-14,-3 0 0,3 3 9,-2 3 1,-4-4-60,4 4 0,1-3 37,-1-3 0,0 0-8,-6 1 1,6-1 21,0 1 1,-1 1-4,-5 4 1,6-4-15,0 5 1,0-5-1,-6-2 1,2 1-14,3-1 0,-3 0 21,4 1 0,-4-1-21,-2 1 0,0 1 10,0 4 1,0-4-5,0 5 1,0-5 6,0-2-1,0 1 0,0-1 0,0 0 0,0 1 1,0-1-9,0 0 1,0-5 7,0 0 1,0-7-46,0 7 1,0 0 43,0 5 0,0-5-2,0-1 0,0 1 1,0 5 2,-8 1 0,6-1-43,-3 0 1,3-5-49,2-1-69,0 1 145,0 5 0,-6-5-285,0 0 235,0-9 1,6 7-86,0-4 62,0-4 1,-2 6-88,-3-8 80,3 0 95,-6 0 0,0 7 0,-1 3 0</inkml:trace>
  <inkml:trace contextRef="#ctx0" brushRef="#br0" timeOffset="3">21300 10046 6588,'-10'0'-177,"2"0"215,8 0-12,0 8 1,6-4 17,0 8 1,2-3-2,-2 3 1,-3 3-1,9-3 1,-6 3 11,5 3 0,-5-1 0,6 0 0,-3 1-26,3-1 0,-2 1-1,-5-1 1,3 0-71,4 1 0,-3-7 74,-3 1 0,-2-8-33,8 2 0,-7 1 16,7-1 1,-6 0-1,5-6 1,-5 0-12,6 0 0,-6-6 1,5 0 0,1-5-24,5 5 0,0-8-3,1 3 1,-1 1-156,1-1 1,-1 1 102,0-2 1,1-3-65,-1 3 1,-5-1-30,-1 1 1,1-1 166,5 7 0,1-8 0,7 5 0,2-9 0</inkml:trace>
  <inkml:trace contextRef="#ctx0" brushRef="#br0" timeOffset="4">21352 11037 7304,'-10'2'-886,"5"4"801,3-4 104,2 6 45,0-8-10,0 7-64,-8-5 68,6 6 38,-6-8 1,8 0 33,0 0-80,8 0 0,-4 0 8,7 0 1,-5 0-12,6 0-24,-1 0 0,7 6-75,-1 0 1,0-1 115,1-5-240,7 0 1,-6 0 36,4 0 1,-3 0 46,-3 0 0,0 0 65,1 0 0,-1 0-35,1 0 1,-7 0-16,1 0 1,-6 0-22,5 0 98,-7 0 0,11 0 0,-13 8 0,6 2 0</inkml:trace>
  <inkml:trace contextRef="#ctx0" brushRef="#br0" timeOffset="5">21404 11315 8104,'10'0'-1498,"-3"0"1150,-7 0 613,0 0-239,8 0-24,-6 0 0,8 0 0,-4 0 7,-4 0 0,13 0-10,-3 0 1,-3 2-158,3 4 1,-6-4 95,5 4 1,-5-4-150,6-2 211,-9 0 0,13 0 0,-7 0 0</inkml:trace>
  <inkml:trace contextRef="#ctx0" brushRef="#br0" timeOffset="6">21300 11072 6152,'0'10'-38,"-8"5"66,6-13 4,-6 13-9,8-13-12,0 14 0,0-12 12,0 7 1,0-5-11,0 6 0,0-7 7,0 7 0,0-6-6,0 5 1,0-5 33,0 6 1,0-1-34,0 7 1,0-7 1,0 1 0,6 0 2,0 5 0,0 0-2,-6 1 0,0-1 40,0 0 0,2 1-28,4-1 1,-4 1-29,3-1 1,3 0 41,-2 1-102,0-1 54,1 0-13,-5 1 26,14-8 0,-12-3 0,7-7 221,-7 0-203,11 0 17,-5 0 1,7 0-18,1 0 1,-7 0-35,1 0 1,0-6-16,5 1 0,-5-7-3,-1 6 0,1-1 2,5 1 1,0 2-98,1-8 1,-1 8 45,1-1 1,-7-3-29,1 2 1,-1-5-11,7 5 1,-7-2 45,1 2 67,-8 4 0,11-13 0,-5 5 0</inkml:trace>
  <inkml:trace contextRef="#ctx0" brushRef="#br0" timeOffset="7">21300 8239 6315,'-10'0'52,"2"0"1,7 0-33,-5 0 0,4 2-1,-4 4 0,2-3-10,-2 9 1,3-6-6,-9 5 1,6 1-26,-5 5 1,5 1 18,-6-1 1,3 6-5,-3 0 1,-3 8 2,3-2 0,-3 6-2,-3 6 1,-1 1 19,-4 4 0,3 3-2,-3-9 1,2 3 86,-2-3 1,3-3-85,-3 4 0,4-11-15,2-1 0,1-7-45,5 1 1,-5-10-59,5-1 52,3-8 1,-2 2-131,4-12 0,5 2 89,-5-8 0,4-1 91,2-10 0,0-4 0,0-8 0</inkml:trace>
  <inkml:trace contextRef="#ctx0" brushRef="#br0" timeOffset="8">20727 8326 8079,'0'-12'-439,"0"1"-20,0 7 1,0-6 125,0 4 316,0 4 23,0-5 5,0 7 1,0-2-60,0-4 63,7 4 0,-3-6-7,8 8 0,-7 0 123,7 0-62,0 0 0,5 6-5,0 0 0,7 7-35,-1-1 1,6 5 115,-6 6 0,8-1-123,-2 7 0,4-2 3,1 2 1,1-2-24,0-4 1,-2-4-17,-4 4 0,3-3 10,-3-3 0,2-2-95,-2-3 0,2 2-15,-8-9 1,0 1 97,-5-6 0,-7 0-460,1 0 476,-8 0 0,11-8 0,-5-1 0</inkml:trace>
  <inkml:trace contextRef="#ctx0" brushRef="#br0" timeOffset="9">19736 9873 6142,'0'-18'6,"6"7"-35,0-1 35,0 0 0,-1-5-18,1 0 1,6 5 31,-6 1 0,1-1 2,-1-5 1,2-7-18,3 1 1,5 0 2,-5 6 1,3-1-4,-2 1 0,3-6 0,-3 0 1,5-1-14,6 7 0,-4-6 16,5 0 1,-5-2-20,-2 1 0,6 5 10,1-4 1,1-2-3,-2 2 1,-4-1 9,4 7 1,2 0 3,-1-1 0,1 1 18,-2 0 0,-4 1 5,4 4 0,-3-1 5,-3 7 1,0-2-24,1 3 1,-1 3-30,0-4 1,1 4-1,-1 2 0,-5-2-25,-1-4-10,1 4 10,5-5 0,-5 7-15,-1 0 1,-7-2 52,2-4 0,4 4 0,-1-6 0</inkml:trace>
  <inkml:trace contextRef="#ctx0" brushRef="#br0" timeOffset="10">20344 9073 6226,'10'0'126,"5"0"-62,-5 0-68,7 8 1,1-6 39,-1 4 0,-5 1 21,-1-1-30,1 8-8,5-5 1,-1 9-10,-5-1 1,-3-5-2,-8-1 0,2 1-112,4 5 0,-4 1 112,4-1 0,-5 0-191,-1 1 0,-1-1 38,-5 0 144,4 1 0,-14-1 0,7 1 0</inkml:trace>
  <inkml:trace contextRef="#ctx0" brushRef="#br0" timeOffset="11">20570 8917 6723,'0'9'-363,"2"-1"324,4-8 151,-4 8-67,6 1 0,-7 9 35,5-1 0,-4 1-69,4-1 1,2 0 62,-2 1 1,5 7-69,-5 4 1,2-2-2,-3 2 0,-1-6-30,8 6 0,-8-8-136,1 2 0,-3-3 1,-2-3 0,6-5 0,0-1 160,0-7 0,-6 4 0,-8-24 0,-2-3 0</inkml:trace>
  <inkml:trace contextRef="#ctx0" brushRef="#br0" timeOffset="12">20588 8917 6506,'9'0'-104,"-1"0"1,-6 0 141,4 0 0,-4-2 67,3-4 5,5 4-89,0-6 0,7 2 28,0 1 0,-5-1-19,0 6 1,-1-6 10,7 0 1,-1 1-59,0 5 1,1 0 46,-1 0 0,0 0-21,1 0 0,-3 1 43,-3 5 0,3-2 5,-3 8 0,1-7-21,-1 7 1,3-2 2,-3 1 1,-4 5-22,-3-5 1,3 5 10,-2 1 1,0 2-49,-6 5 1,0-5 47,0 4 0,0-4-34,0-1 1,-6-1-12,0 1 1,-7 1-2,1 4 1,-3-4-49,-3 5 1,1-5-8,0-2 0,-1 1 47,1-1 1,-1 0-4,1 1 0,0-3-108,-1-3 0,1 3 102,0-3 0,5-2-242,0 1 183,1-7 0,-1 10-243,1-9 336,7 1 0,-12-6 0,7 0 0</inkml:trace>
  <inkml:trace contextRef="#ctx0" brushRef="#br0" timeOffset="13">19285 9786 6665,'0'9'21,"0"1"-22,0-4 0,-2-2 38,-4 7-19,4 1 0,-12 5-3,9 1 0,-7-1-2,6 0 0,-5 7-28,5-1 1,-8 6-1,3-6 0,1 6 1,-1-6 0,-1 6 18,-5-6 1,5 6-11,0-6 1,3 0-7,-3-5 0,3-1-23,3 1-95,4-1-217,-6 0 209,8-7 138,0-2 0,0-8 0,0-8 0,0-4 0,0-3 0,0-2 0,0-1 0</inkml:trace>
  <inkml:trace contextRef="#ctx0" brushRef="#br0" timeOffset="14">18885 9942 6884,'-10'-8'-540,"3"6"650,7-5-51,0 7 0,2 0 32,3 0 0,-1 2 4,8 3 1,-1 3-65,7 4 1,5 3 27,0-3 0,6 3-89,-6 3 1,8 5 83,-2 0 1,4 2-69,2-2 1,1-3-59,5 3 0,-5 2-320,5-2 392,-4 0 0,5 2 0,3 2 0</inkml:trace>
  <inkml:trace contextRef="#ctx0" brushRef="#br0" timeOffset="15">21126 11124 5973,'-8'10'139,"6"-3"-6,-5-7-97,7 0 67,-8 0-91,6 0 0,-6 0 0,6 0 11,-3 0-3,3 0-31,-6 0 22,0 0 1,4 0-3,-7 0 1,5-5 15,-6-1 0,7-8 0,-7 3 0,1 1 47,-7-1 0,1-1 13,-1-5 0,1-7-27,0 1 1,-1-2 8,1 2 1,0 2 28,-1-8 0,1 6-41,-1-6 1,1 5-113,0-5 1,5 8 19,0-2 1,3 4-158,-3 1 1,-1 1 88,7 0 1,-6-1-127,7 1 0,-1-1 148,6 1 1,0 5-222,0 1 304,0 7 0,-8-11 0,-2 5 0</inkml:trace>
  <inkml:trace contextRef="#ctx0" brushRef="#br0" timeOffset="16">20588 10724 7781,'-10'0'-963,"2"0"722,0 0 80,7 0 166,-7 0 23,8 0 0,0-2-29,0-3 41,0 3-29,0-14-20,0 7 25,0-9-17,8 1 1,-1-1-4,5 1-1,3 0 0,-11-1 11,8 1 0,-3 0-25,3-1 0,1 7-2,-7-1 9,8 0 0,-5-3 8,9 3 1,-7 5-1,1 7 1,0 0 6,5 0-5,0 0 0,1 7-30,-1 5 0,0 1-14,1-1 0,-7 3-214,1-3 260,-8 4 0,11 1 0,-5 0 0</inkml:trace>
  <inkml:trace contextRef="#ctx0" brushRef="#br0" timeOffset="17">20431 9734 6853,'12'0'78,"-1"0"0,-5 0-174,6 0 137,-1 0 1,7 0-372,-1 0 217,0 0 1,1 0-26,-1 0 23,1 0 1,-1-6-11,0 0 1,-5 0 124,-1 6 0,-7 0 0,12-8 0,-7-1 0</inkml:trace>
  <inkml:trace contextRef="#ctx0" brushRef="#br0" timeOffset="18">20518 9960 8029,'10'0'-1008,"-3"-2"831,-7-4 1,2 4-76,4-4 256,-4 4 0,8 2 102,-4 0-34,-5 0-4,15 0-204,-6 0 213,7 0-172,0 0 1,1 0 7,-1 0 1,-5 0-248,-1 0 308,1 0 26,-3 0 0,7-8 0,-6-1 0</inkml:trace>
  <inkml:trace contextRef="#ctx0" brushRef="#br0" timeOffset="19">20396 9768 8029,'-9'0'-1711,"-7"0"1609,14 0 316,-5 0-197,7 0 2,0 8-21,0 2 1,0 7-2,0 0 1,5 1 0,1-1 0,6 1 11,-6-1 0,1 0 78,-1 1 1,-4 1-78,4 4 1,2-3 2,-3 3 0,3 2-4,-2-2 1,-4 0 0,4-5 1,-3 5 42,3 0 0,-4 0 4,4-6 1,-4 1-57,-2-1 0,6-5 38,0-1-159,-1-7 136,-5 4 1,2-8-74,4 0 127,-4 0 1,8-2 72,-5-4-45,-3 4-39,14-13 0,-7 11-18,9-8 1,-7 9-1,1-3 1,0-2-29,5 2 1,0 0 8,1 6 1,-1-1-55,0-5 1,-5 4 4,0-4 0,1 2-124,10-2 1,-9 4 97,3-3 1,-3-3-120,3 2 1,0-2 53,1 3 0,-3 1 59,-3-8 0,3 6-141,-3-5 0,3 5-5,3-6 205,-9 9 0,7-13 0,-7 6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7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21682 11072 5886,'10'0'39,"-3"0"-76,-7 0 887,0 0-786,-7 8-34,5-6 0,-8 7 0,4-3 0,3-2-3,-9 8 1,6-1 5,-5 6 1,1-5 10,-2 0 1,-3 5-7,3 6 1,-3 2 2,-3-2 0,1-1 4,0 7 0,-1-2-36,1 2 0,0 2-2,-1-8 1,3 0-93,3-6 1,-3 1 64,3-1 0,3-5-193,-3-1 30,8-7-250,-11 4 307,13-8 0,-6-8 126,8-3 0,0 1 0,0-2 0,0 1 0,8-14 0,1-2 0</inkml:trace>
  <inkml:trace contextRef="#ctx0" brushRef="#br0" timeOffset="1">21265 10985 7978,'0'17'-308,"0"-5"0,0 0 0,2-7 198,4 7 1,-4-6-25,4 5 1,3-5 178,3 6 1,3-1 0,3 7 1,-1-1 10,0 0 0,8 1-30,4-1 0,-2 3-4,2 3 0,0-4-45,6 4 0,0-2-62,0 3 1,-3-5 23,-3 4 1,4-4-278,-4-1 337,-4-1 0,8 1 0,-6-1 0</inkml:trace>
  <inkml:trace contextRef="#ctx0" brushRef="#br0" timeOffset="2">23333 8569 6474,'0'10'135,"0"-3"-95,0-7 47,0 0-45,7 0-43,-5 8 53,6-6-7,-8 6-1,8 0-22,-6-7 1,7 9 34,-3-4-30,-4-4 0,8 11 71,-5-7-74,-3 8 0,12-5 63,-8 9-52,7-1 0,-9 0-3,8 1 1,-7-1-14,7 1 1,-8-1-4,2 0 1,1 1-20,-1-1 1,6-5-6,-6-1 0,1 1 21,-1 5 1,-2 1 0,7-1 0,-7 0 18,2 1 1,2-1-11,-2 1 0,1-1 2,-1 0 0,-4 1 8,4-1 1,-2 0 3,2 1 1,-5-1-28,5 1 1,-2-1 18,2 0 0,-4 3-64,4 3 55,3-4 0,-7 6-48,4-7 0,-4-1 30,-2 0 1,6 1-4,-1-1 0,1-5-6,-6-1 1,0 1-3,0 5 0,2-5 66,4 0 1,-4-1-45,4 6 25,-4 1 1,-2-1-15,0 1-31,0-1 1,0 0 10,0 1-5,0-1 0,0 1 6,0-1 1,2 0-4,3 1 0,-3-1-18,4 0 0,-4 1 16,-2-1 0,0 1 10,0-1 1,0 0 13,0 1 0,0-1 4,0 0 1,0 1-18,0-1 1,-2 1 13,-4-1-14,4 0 1,-5 1-2,7-1 1,0 1-17,0-1 1,-6 0 17,0 1 0,0-7 6,6 1 1,-2-1-12,-3 7 1,3-1-16,-4 1 0,4-1-33,2 0 19,0 1 0,-2-3-51,-4-3-14,4 3-291,-5-5 167,7 0-254,-8-3 218,6-7-140,-6 0 256,0-7 1,7 3-83,-5-8 214,4 8 0,2-5 0,0 3 0,0 4 0,0-14 0,0 7 0</inkml:trace>
  <inkml:trace contextRef="#ctx0" brushRef="#br0" timeOffset="3">23350 10081 7632,'-10'2'-391,"4"4"146,-3-4-15,7 6 268,-6-8-41,8 7 85,0-5 28,0 14-9,0-7-56,0 9 0,6-1 114,0 0 0,7-1-112,-1-4 1,-2 3 4,1-3 1,-1-3 1,1 3 1,5-3-10,-5 3 0,-1 2 10,2-9 1,-7 3 9,7-2-8,0-4-10,5 6 1,0-8 94,1 0-79,-1 0 0,0-2 8,1-4 1,-7 2-68,1-8 1,0 3-9,5-3 0,-6-3-70,1 3 0,-2 2 112,1-1 0,5-1-174,-5-5 0,-1 5 15,2 1 0,-7-1-87,7-5 1,-2-1 83,1 1 1,3 0 153,-9-1 0,9 1 0,-4-1 0</inkml:trace>
  <inkml:trace contextRef="#ctx0" brushRef="#br0" timeOffset="4">23367 10950 7587,'0'10'-454,"0"0"351,0-5-7,0-3-90,0 6 182,0-8-550,0 0 310,8 0 258,-6 0 0,6 0 0,-8 0 0</inkml:trace>
  <inkml:trace contextRef="#ctx0" brushRef="#br0" timeOffset="5">22968 8048 6354,'-10'0'36,"0"0"37,5 0-112,3 7 0,-8-3 50,4 8 0,2-6-8,-7 5 1,5 1-3,-6 5 0,1 0 3,-7 1 1,1 1 15,0 4 1,-1-1-2,1 7 0,-2 0 1,-4 5 0,3 1-4,-3 0 1,-2 0-33,2-1 1,-2 1-10,2 0 0,3 0-5,-3-1 1,4-1-9,1-4 1,1-4-94,0-7 0,5-9-32,0-3 81,9 4 0,-11-10 82,8 0 0,1-8 0,5-9 0,0-1 0</inkml:trace>
  <inkml:trace contextRef="#ctx0" brushRef="#br0" timeOffset="6">22568 8048 6099,'10'7'63,"-1"-5"-27,-3 4-17,4 4 1,7-3 18,1 5 1,1 3-23,4-3 0,-2 9 0,8 2 0,-6 3-14,6-3 1,0-2-5,6 8 1,-6-2-24,0 2 0,-8-2-81,2-4 0,-3-4 95,-3 5 11,0-5 0,1-2 0,-1 1 0</inkml:trace>
  <inkml:trace contextRef="#ctx0" brushRef="#br0" timeOffset="7">21126 9907 5853,'-10'0'78,"3"0"-55,7 0 93,0 0-77,-8 0 7,6 0-35,-6 0 8,8 0 117,0 0-124,0-7 0,2 5 53,4-4-11,-4 4-24,6 2 0,-6-2 59,3-4 9,-3 4-84,14-13 0,-12 7 12,7-3-7,-7-5 0,10 6 9,-9-7 1,7 6-19,-6-1 1,7 0 10,-1-5 0,-2 0-38,1-1 0,1 1 12,5-1 0,0 3-6,1 3 0,-3-3-4,-3 3 1,5-3-4,1-2 1,-5-1 14,10 1 1,-7-1-6,7 1 1,-4 0-1,-1-1 1,-1 3 21,0 3 0,3-3 13,3 3 1,-4-3-27,4-3 1,-1 1 2,1 0 1,-4 5-11,4 0 0,2 1-1,-2-7 1,1 7 1,-7-1 1,6 1-4,0-7 1,6 3-2,-6 3 0,2-3 2,-1 3 1,-3-3 6,8-3 1,-8 1-1,2 0 0,2-1 1,-1 1 1,6-1-1,-1 1 0,-2 2 2,2 3 0,-6-3-38,6 3 0,-5 2 33,5-1 0,-8 5-13,2-6 1,-4 7 7,-1-7 1,-1 6-89,0-5 1,1 5 35,-1-6 1,-1 6-254,-5-5 284,5 7 0,-13-10 28,9 9 0,-8-9 0,4 5 0</inkml:trace>
  <inkml:trace contextRef="#ctx0" brushRef="#br0" timeOffset="8">22134 8934 7969,'9'0'-1778,"-1"0"1659,-8 0 119,8 0 0,-6 0 0,13 0 0,-11 0 0,8 0 0,-7 0 52,7 0 0,0 0-46,5 0 109,0 0 1,1 0-99,-1 0 1,1 0 38,-1 0 0,0 0-30,1 0 0,-1 0 4,0 0 1,1 8-17,-1 3 1,-5-1-8,-1 2 0,-7-1-115,2 7 0,2-1 120,-3 0 1,1 1-120,-6-1 1,0 0 87,0 1 1,-6 5-156,1 0 1,-3-5 80,2-7 1,2 1 92,-7 5 0,-1 1 0,-5-1 0</inkml:trace>
  <inkml:trace contextRef="#ctx0" brushRef="#br0" timeOffset="9">22968 8795 7969,'-10'2'-752,"4"4"0,2-4 699,-1 3 50,3-3 0,-8 4 27,4 0-11,4 0-6,-13-6 0,11 0 13,-8 0-9,9 0 0,-11 2 17,8 3 0,-1-3 44,1 4-95,4-4 48,-14-2-48,7 0 1,-9 0 25,1 0 0,5 0-12,1 0 1,5 0 6,-6 0 1,7 2-4,-7 4 0,6-4 10,-5 4 1,5-4 8,-6-2 0,8 1-11,-1 5 0,-5-4 1,8 8-31,-4-4 27,4-4 0,2 7-3,0-3 2,0-4 1,0 13-3,0-3 1,0-2 68,0 1-24,8 1 1,0 5 23,3 1 1,3-1-51,-8 0 1,5 1-3,-5-1 1,6 0-14,-7 1 1,1-1-4,-6 1 0,6-1 21,0 0-16,0 1 0,-4-3-15,3-3 1,-3-3-14,4-3-2,-4-4 26,-2 6 7,0-8-7,8 0 2,-6 0-1,5 0 1,1 0-1,2 0 1,1-6-1,1 0 1,-6 1 62,5 5-56,-7 0-8,12 0 0,-7 0-50,9 0 1,-7 0-6,1 0 1,-6 0-57,5 0-224,1-8 257,5 6 0,0-6-39,1 8 1,-7-2 117,1-4 0,-8 4 0,4-5 0</inkml:trace>
  <inkml:trace contextRef="#ctx0" brushRef="#br0" timeOffset="10">22794 9021 5905,'10'0'328,"-3"0"-386,-7 0 109,0 0 108,8 0-69,-6 0 3,6 0-61,-8 0 0,2 0 35,3 0-67,-3 0 0,8 0 39,-4 0 1,-2 0-140,7 0 68,-7 0 0,12 0-11,-5 0 0,-1 0-25,1 0-59,1 0 0,5-6 55,1 0 1,-7-5-16,1 5 1,-2-2 86,1 2 0,5-3 0,-7-9 0,9 1 0</inkml:trace>
  <inkml:trace contextRef="#ctx0" brushRef="#br0" timeOffset="11">20744 9838 6554,'0'-10'-470,"0"2"412,0 1 24,0 5 49,0-6 153,0 0-146,0 6 63,0-5-62,0-1 10,0 6-35,-8-6 2,6 8-24,-5 0 1,5 2 34,-4 4 1,4-2 124,-4 8-130,-4-1 0,3 8 47,-5 5 0,-3-5-47,3 4 0,-1 2-3,1-2 0,-3 6-47,3-5 0,-3 4-5,-3-4 1,1 5 19,-1-6 1,1 0 26,0-6 1,5 1-167,1-1 20,-1 0-7,2-7 127,-5-2 0,13-10 28,-4-4 0,4 0 0,2-11 0,-8 3 0,-1-11 0</inkml:trace>
  <inkml:trace contextRef="#ctx0" brushRef="#br0" timeOffset="12">20379 9838 6741,'17'11'107,"1"1"1,1 2-57,4 9 1,2-4-109,4 4 1,10 2 42,-4-1 0,3 4-105,-3-4 1,6-1 96,-1-6 0,3 1-110,-3-1 1,-1-5-207,7-1 338,-7-7 0,11 4 0,-6-8 0</inkml:trace>
  <inkml:trace contextRef="#ctx0" brushRef="#br0" timeOffset="13">22950 10672 6830,'0'10'-772,"0"-2"803,0-8 54,0 0-38,-7 0-18,5 0 10,-6 0 0,6 0-3,-4 0 104,4 0-98,-5 0-3,-1 0 21,6 0-29,-13 0 0,11-6-4,-8 0 1,6-6-2,-5 7 1,5-9 18,-6 2 0,7 3-21,-7-3 0,2 1-35,-1-7 1,-5 1-21,5 0 1,1-1-10,-2 1 0,3-1 26,-3 1 1,-1 0-38,7-1-23,-8 1 1,11-1-88,-9 1-25,8 0 0,-4-1 83,8 1 1,0 0 102,0-1 0,0-7 0,0-2 0</inkml:trace>
  <inkml:trace contextRef="#ctx0" brushRef="#br0" timeOffset="14">22481 10325 7971,'-7'9'0,"5"1"-184,-4-4 1,2-4-563,-2 3 421,4-3 317,-5-2 1,7 2-170,0 4 167,0-4-20,0 6 44,0-8-35,0 0 4,0-8 0,0 4 4,0-7 1,0 5 101,0-6 1,5 6-81,1-5 1,6 5 46,-7-6-51,9 1 1,-6-7 5,3 1-11,5 0 1,-7-1-4,9 1 0,-7-1 5,1 1 1,0 0-8,5-1 0,-6 7-22,1-1 0,0 8 25,5-1 1,0-3 14,1 2 0,-1 0-8,0 6 1,1 2 1,-1 4 1,-1-2-39,-5 7 0,5-1-2,-5 2 1,-1 1-71,2-7-7,-9 7 110,13-3 0,-14 0 0,5-3 0</inkml:trace>
  <inkml:trace contextRef="#ctx0" brushRef="#br0" timeOffset="15">22447 9786 7597,'0'-10'-792,"0"2"533,0 8 20,0 0 75,7 0 164,-5-7 0,14 5 0,-7-6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749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14264 13505 6133,'9'0'7,"-1"0"-33,-8 0 113,0 0 0,-2 6-73,-4 0 1,4 2 4,-3-3 1,3-1 15,2 8 0,-6-1 0,0 7 0,-6 1-14,7 4 0,-3-1 3,2 7 0,-2-6 1,-3 6 1,-3 0 5,9 5 0,-9 3-29,2 4 0,3-5-5,-3 5 0,6-4-34,-5-3 0,5 1 3,-6 0 1,7-8-53,-7-4 35,8 4 1,-9-8-69,7 5 6,0-13-23,6-3 136,0-8 0,-8-8 0,-1-1 0</inkml:trace>
  <inkml:trace contextRef="#ctx0" brushRef="#br0" timeOffset="1">14403 13384 6579,'-10'0'-258,"2"7"1,8-3 244,0 8 28,0-8-45,0 11 53,0-5 0,0 7-2,0 1 0,0-7 34,0 1 0,0-1 9,0 7 1,6-1 16,0 0 1,2 7 16,-3-1 0,-1 6-30,8-6 1,-6 8-17,5-2 1,1-2-105,5 2 0,-5 4 33,-1 1 1,1 5-137,5-10 1,-5 2 121,-1-2 1,1 4-122,5-4 0,-5-4 98,-1-2 0,-5-4-14,6-1 1,-8-1-32,2 0 101,3-7 0,-7 6 0,6-7 0</inkml:trace>
  <inkml:trace contextRef="#ctx0" brushRef="#br0" timeOffset="2">14211 13922 6188,'10'0'35,"6"0"-18,-7 0 1,9 0 0,-1 0 1,0 0-21,1 0 0,-7 0-3,1 0 1,-1 0-67,7 0 1,5 2-85,0 4 155,0-4 0,-5 6 0,-1-8 0</inkml:trace>
  <inkml:trace contextRef="#ctx0" brushRef="#br0" timeOffset="3">17617 13540 6120,'0'10'-59,"0"-1"53,0-3-2,0-4 0,0 8 5,0-4 1,0-3-32,0 9 71,0 0 0,0 5-34,0 0 1,0 1 87,0-1 1,0 2-67,0 5 1,0-3 3,0 8 0,2-2-22,3 2 0,-3 9-7,4-3 0,-4 4-16,-2-4 0,6-1-8,0 1 0,-1 0-43,-5 0 0,0-6 60,0 0 1,0-8-61,0 2 0,0-9 31,0-3 36,0-7 0,0-4 0,0-10 0</inkml:trace>
  <inkml:trace contextRef="#ctx0" brushRef="#br0" timeOffset="4">17651 13662 6522,'10'0'-270,"-2"0"159,0 0 158,-7 0-83,15 0 0,-12 0 34,7 0 1,-5-2-9,6-4 19,-8 4 0,11-6 5,-3 8 1,-3 0 70,3 0-31,-1-7 1,7 5 93,-1-4 1,1 4-116,-1 2 1,0 0-4,1 0 0,-7 6 61,1 0-131,-1 7 1,5-3 54,-5 7 1,-1-5-8,-4-1 0,-4 1-23,4 5 1,-4 1-16,-2-1 0,-6 0-1,0 1 0,-8-1 30,3 1 0,1-7-8,-1 1 1,-1-3 5,-5 3 1,-1 2 2,1-9 0,0 7 0,-1-6 0,1-1 0,-1-5 0,1 0 0,0 0-12,-1 0 1,7-1 10,-1-5 0,8 2 0,-2-8-1,5 8 0,1-5 72,0 3 44,0 4 16,0-6-54,0 8 19,7 0-81,3 0 0,7 0 21,1 0 0,-7 0-70,1 0 1,-1 2 65,7 4 1,-1-2-9,1 8 1,-1-7 17,0 7 0,-5-6-1,-1 5 1,1 1-21,5 5 0,1 1 8,-1-1 1,-5 0-47,-1 1 1,-5-1 45,6 1 1,-8-1-93,1 0 0,-3 1 80,-2-1 1,0 0-139,0 1 0,-7-3 79,-5-3 1,0 3-89,-5-3 1,4-2 31,-11 1 0,3-5-14,-2 6 0,2-9-74,-8 3 1,6 2 67,-6-2 0,7 0 119,-1-6 0,-4 0 0,0 0 0</inkml:trace>
  <inkml:trace contextRef="#ctx0" brushRef="#br0" timeOffset="5">19632 13505 6218,'-10'0'-191,"3"0"1,5 0 189,-4 0-1,4 0 2,-6 0 0,8 0 32,-7 0 3,5 0 119,-14 0-136,14 0 18,-13 0 1,11 0 4,-8 0 10,8 0-31,-11 0 0,11 6-9,-7 0 0,5 0 3,-6-6 0,6 0-3,-5 0 0,5 6 54,-6-1 1,7 3-48,-7-2 0,1 2 43,-7 3 0,3 5-19,3-5 0,-3 5 4,3 1 1,-3 6-40,-3 0 0,1 8-12,0-2 1,-1-2 17,1 2 1,5-2-8,1 2 1,1 4-44,-2-4 0,3 4 46,3 2 1,4-3-21,-4-3 1,4 4 7,2-4 1,0-4 5,0-1 0,2-5 39,4-2 0,-2 1 3,7-1 0,1-5-12,5-1 1,1-7 8,-1 2 0,1 2-71,-1-3 1,2 1 49,4-6 1,-1 0-66,7 0 1,-6 0 5,6 0 0,-2-8-120,2-3 0,3-5 59,-3-1 0,2 0-11,-2-1 1,2 1 7,-8-1 102,8 1 0,-4 0 0,8-1 0</inkml:trace>
  <inkml:trace contextRef="#ctx0" brushRef="#br0" timeOffset="6">20605 13627 6100,'10'0'3,"-3"0"-156,-7 0 333,0 0-114,8 0 15,-6 0 45,6 0 6,-8 0-81,0 8 1,0 1 0,0 9 0,0-1-85,0 1 0,0 1 24,0 4 0,0-2-12,0 8 1,0 0 19,0 6 1,0-2-3,0-4 1,0 4 16,0-4 0,0-2 4,0 2 1,0-8-26,0 2 0,0-4 16,0-1-98,0-1 120,0-7-3,0-3-68,0-7 0,0-1-8,0-5 1,0-4 29,0-7 0,0-1-3,0 1 0,0 0-51,0-1 1,0-5 50,0 0 0,0-6-87,0 6 1,0-8 61,0 2 0,0 2-10,0-2 1,0 0 87,0-6 1,5 0-28,1 1 0,6-3 8,-6-4 1,5 10 12,-5-3 1,8 10 72,-3 1 0,5 4-89,1 2 1,0 5 53,1 0 0,-1 9-23,0-3 1,3 4 1,3 2 0,-4 6 18,4-1 1,-3 9 2,-3-2 1,0 3-11,1 2 1,-1 7 4,1-1 1,-3 2-80,-3-2 0,3-2 63,-3 8 0,1-6-46,-1 6 0,1-2 50,-7 2 0,0 4-3,-6-4 1,0 2-44,0-2 0,0 4-4,0-4 0,-2-2-9,-4 2 0,-4-8-3,-7 2 0,0-3-78,-1-3 0,-1-2 53,-4-3 1,2 1-121,-8-7 0,5 2 17,-5-2 0,1-4-83,-7 4 0,6-5 226,0-1 0,0-7 0,-6-3 0</inkml:trace>
  <inkml:trace contextRef="#ctx0" brushRef="#br0" timeOffset="7">22429 13592 7183,'0'-9'-874,"0"1"752,0 8 46,0 0 82,8 0-6,-6 0 90,13 0 0,-11 0-106,8 0 54,-1 0 1,7 0-22,-1 0 0,-5 0 2,-1 0 0,1 0-30,5 0 1,1 0-14,-1 0 0,0 0-124,1 0 1,-1 0 84,0 0 1,-5 0 62,0 0 0,-1 0 0,6 0 0,-7 0 0,-2 0 0</inkml:trace>
  <inkml:trace contextRef="#ctx0" brushRef="#br0" timeOffset="8">22377 13888 7809,'12'0'0,"-1"0"0,-5 0-497,6 0 0,-7 0 248,7 0 1,-6 0 207,5 0 1,-5 0-84,6 0 48,-1 0 0,7 0 1,-1 0 33,0 0 1,1 0 64,-1 0 0,1 0-47,-1 0 0,-6-2 10,1-4-26,0 4 40,5-13 0,8 5 0,2-7 0</inkml:trace>
  <inkml:trace contextRef="#ctx0" brushRef="#br0" timeOffset="9">22342 13644 7859,'0'12'-508,"0"0"1,0-7 279,0 7 1,0-6 85,0 5 1,0-5 121,0 6 0,0-1 0,0 7 14,0-1 0,0-5 16,0-1 1,0 1 10,0 5 3,0 1 52,0 7 1,-6-6-18,1 4 1,-1 2 14,6-2 1,-2 1-46,-4-7 1,4 2 6,-4 5 1,5-3-13,1 8 1,0-8 17,0 2 0,0 2-96,0-2 0,0-5 107,0-7-237,0 1 222,0 5-24,7-7 1,3-2 20,7-8 0,-5-6 7,-1 0 1,1-7-35,5 1 1,7 2 9,-1-1 0,0 5-29,-6-6 1,6 9 36,1-3 0,1-2-176,-2 2 0,-4-1 37,4 1 0,-3 2-85,-3-8 1,6 6 166,0-5 1,0 5 30,-5-5 0,-1-1 0,1-5 0</inkml:trace>
  <inkml:trace contextRef="#ctx0" brushRef="#br0" timeOffset="10">16036 13453 8045,'-12'6'-272,"1"0"1,5 5-332,-6-5 0,6 6 396,-5-6 1,5 5 202,-6-5 0,3 7 2,-3-1 1,-1 3-5,7 3 1,-8-1-21,3 1 1,-5 1 28,-1 4 0,0-4-20,-1 5 0,1 1 12,-1-2 1,1 8 1,0-2 0,-1-4 17,1-2 1,5-2 1,1 2 1,5-3 15,-6 3 0,9-4 7,-3-1 1,-2-1-33,2 0 0,0 3 9,6 3 1,0-4 1,0 4 1,8-3 11,4-3 1,3 0 1,3 1 0,-1-3-32,0-3 1,7 1-2,-1-7 0,8 0-37,-2-6 0,1 0-5,-1 0 0,4-2-36,-4-4 1,-2 2 75,2-7 3,0-1 0,6-13 0,0-2 0</inkml:trace>
  <inkml:trace contextRef="#ctx0" brushRef="#br0" timeOffset="11">15949 13870 5900,'9'0'7,"5"2"138,-8 4-146,7-4 1,-9 6 51,8-8-15,-1 0 0,7 0 6,-1 0 0,-5 0-17,-1 0 1,1 0 25,5 0-40,1 0 1,-1 0-5,0 0 0,1 0-16,-1 0 0,0 0 22,1 0 1,-3 2-9,-3 3 1,3-3 69,-3 4-34,3 4 0,1-1-33,-5 9 1,3-1 4,-8 1 0,-1 1-28,-5 4 0,0-2-4,0 8 0,0 0-190,0 6 1,-7 0 42,-5 0 166,-3-1 0,-3 1 0,1 0 0</inkml:trace>
  <inkml:trace contextRef="#ctx0" brushRef="#br0" timeOffset="12">15584 14461 6665,'10'0'-42,"5"0"104,-5 0-50,7 0 1,0 0-16,1 0 0,1 0-18,4 0 1,-1 0-11,7 0 0,-6 0-29,6 0 1,2 0 85,9 0 1,-3 0-81,3 0 1,-1 0 48,1 0 1,-1 0-5,7 0 1,-7 0-26,2 0 1,-5 0 3,-1 0 1,-2 0 21,-4 0 8,-4 8 0,0 2 0,2 7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7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13517 3302 7927,'-10'0'-1782,"2"0"1782,8 8 0,-2-6 0,-4 4 0,5-4 0,-7-2 0,8 0-286,0 0 293,-8 0 0,6 0 0,-6 0 1,8 0 439,0 0-422,8 0 10,-6 0 1,6 0-7,-8 0 63,0 0-66,8 0 6,-7 0-24,7 0 1,-6 0 10,4 0 0,-4 0-8,6 0 0,-7 0 13,5 0 27,-4 0-39,6 0 1,-6 0 36,4 0-32,-4 0 0,7 2-19,-3 4 37,-4-4 3,6 5-21,-1-7 1,-3 0 16,8 0-18,-8 0 0,5 0 12,-3 0-43,-4 0 46,14 0-43,-15 0 10,15 0 1,-12 0-9,7 0 21,-7 0-2,12 0 16,-14 0-20,13 0 1,-11 0-4,7 0 1,-7-2 8,2-3 17,4 3 1,-6-6 24,7 8 9,-7 0-41,12 0 1,-13 0 2,9 0 1,-8-2 26,2-4-9,3 4-37,1-6 0,1 8 17,1 0 1,-6 0-5,5 0 1,-5 0 0,6 0 1,-8 0 21,11-7-21,-5 5 1,1-6 27,1 8-1,-8 0-36,11 0 0,-11 0 8,8 0 1,-7 0-13,7 0 2,-8 0-5,11 0 7,-5 0 1,2-6 7,-1 0-9,-7 1 5,11 5 7,-5 0 1,2 0-9,-1 0 0,-5 0 17,6 0-28,-8 0 1,9-2 0,-7-4-9,7 4 0,-3-6 0,2 8-8,-1 0 1,-5 0 14,6 0 1,-7 0 9,7 0 1,-6 0-17,5 0 24,-7 0 19,12 0 6,-7 0-14,9 0-15,-1 0 0,-5 0-15,-1 0 0,-5 0 10,6 0 0,-7 0 1,7 0 0,-6 0 11,5 0-17,-7 0 26,12 0 3,-7 0-32,9 0 0,-7 0 0,1 0 0,-6 0 75,5 0-53,-7 0-9,11 0 0,-11 0-3,8 0-9,-8 8 1,5-6 14,-3 4-1,-4-4-20,14-2-8,-15 0-19,15 0 32,-14 7 0,8-5-18,-5 4 15,-3-4 1,8-2-3,-4 0 24,-4 0 5,5 0-21,1 0 1,-6 0-11,13 0 13,-13 0-4,14 0 1,-12 6 2,7 0 2,-7-1 0,6-5 6,-4 0 0,-3 0 22,9 0 5,-8 0 9,11 0-62,-5 0 0,7 0 34,1 0-104,-1 0 0,0 0 78,1 0 1,-1 0-6,1 0 0,-1 0-3,0 0 1,1 0-1,-1 0 0,0-1 8,1-5 0,-1 4 7,1-4 0,-1 4 7,0 2 1,1-2-16,-1-4 1,0 4 11,1-3 1,-1 3-6,1 2 1,-1-6-5,0 0 1,1 0 10,-1 6 0,-5 0 13,-1 0 9,1 0-12,5 0 0,1 0 46,-1 0-44,-7 0-13,5 0-1,-5 0-7,7 0 0,-5 0 8,-1 0-9,-7 0 7,11 0-1,-5 0-7,8 0 0,-7 0 3,1 0 1,-7 0 17,7 0 0,-6 2-17,5 4 0,-5-4 0,6 4 1,-6-4 0,5-2 0,-5 0-2,6 0 0,-7 0 0,7 0 0,-6 0-2,5 0 22,1 0 1,5 0-20,1 0 1,-7 0-5,1 0 6,-1 0 0,7 5-13,-1 1 1,-5 0 8,-1-6 1,1 0-2,5 0 0,-5 0-4,-1 0 0,1 0-8,5 0 13,1 0 1,-1 0-3,0 0 0,1 0 29,-1 0 1,-5 0-26,-1 0 0,1 0 10,5 0-2,1 0 0,-1 0 12,0 0-12,1 0 1,-1 0 13,1 0-3,-1 0 0,0 0-1,1 0-34,-1 0 1,0 0 10,1 0 0,-7 0-2,1 0 1,-6 2-1,5 4-3,1-4 1,0 5 1,-1-7 0,-5 0 0,5 0 0,-7 0 4,12 8 0,-12-6 0,7 4 0,-7-4 0,12-2 0,-13 0 0,9 0 0,-8 2 0,2 4 0,-3-4 2,3 3 0,-4-3 8,14-2 0,-12 0-8,7 0-2,-7 0 4,11 0-6,-5 0 45,7 0-20,1 0 0,-1 0-18,1 0 1,-7 0 7,1 0-6,-1 0 1,7 0 10,-1 0-25,0 0 1,1-6 9,-1 1 1,1-1-2,-1 6 0,0 0 6,1 0 1,-3-2-2,-3-4 1,3 4 8,-3-4 0,3 4 2,3 2 0,-1 0-17,0 0 0,1-5 9,-1-1 0,2 0-19,4 6 0,-7 0 7,7 0 1,-7-2-2,7-4 0,-4 4 0,-2-3 1,1 3-2,-1 2 0,1 0 10,-1 0 0,6-6 0,0 0 0,0 0 17,-5 6 1,-1 0-20,0 0 0,3-2 34,3-3 1,-4 3-38,4-4 1,-3 4 2,-3 2 0,2 0-11,5 0 1,-5-6-4,4 0 1,-4 1 7,-1 5 1,-1-2-7,0-4 1,1 4 1,-1-4 1,1 4-10,-1 2 16,0 0 1,1-6-5,-1 1 7,0-1 0,1 6 14,-1 0-9,1 0 0,-1 0 15,0 0 3,1 0-16,-1 0 1,0 0-5,1 0 1,-7 0 3,1 0 0,-6 0-6,5 0 0,-5 0 9,6 0-17,-1 0-2,7 0 3,-1 0 0,0 0-2,1 0 1,-7 0-3,1 0 1,-6 0 5,5 0-2,1 0 0,5 0 1,1 0 0,-7 0 1,1 0 1,-1 0-1,7 0 0,-7 0 0,1 0 1,0 0 1,5 0 1,0 0 3,1 0 42,-1 0 0,0 0-43,1 0 1,-1 0 16,1 0 0,-1 0-19,0 0 0,1 0 1,-1 0 0,0 0-26,1 0 0,-7 0-6,1 0 0,0 0-23,5 0 1,0-2-122,1-4 0,-7 4-243,1-4 248,-1 4 0,1 0-469,0-3-42,-9 3 454,5-6 1,-8 6-70,0-4 293,0 4 0,-8-13 0,-1 5 0</inkml:trace>
  <inkml:trace contextRef="#ctx0" brushRef="#br0" timeOffset="1">13464 3407 6030,'0'-10'0,"0"2"0,0 8 0,0-2-294,0-3 294,0 3 0,0-6 0,0 8 0,0 0 0,0-8 0,0 6 28,0-5-27,0 7 1,0-2 11,0-4-7,0 4-5,0-6 50,0 8 52,0 0-47,0-7 8,0 5-26,0-6-22,0 8 321,0 0-313,0 8 0,0-6-2,0 5-13,0 1 1,0-4 52,0 7 5,0-7 2,0 12-33,0-7 13,0 9 1,0-1-25,0 1 1,0-7 32,0 1-32,0-1 0,0 7 17,0-1-25,0 0 0,0 1 32,0-1 0,0 1 0,0-1-1,0 0-4,8 1 0,-6-1-23,4 0 1,-4-5 29,-2 0-37,0-1 1,0 7-4,0-1 1,0-5-9,0-1-1,0-5 40,0 6-11,0-1 0,0 7-16,0-1 1,0-6 22,0 1 0,0 0-31,0 5 1,0-5 1,0-1 0,0 1 9,0 5 1,0-5 15,0-1-19,0 1 1,0 5-1,0 1 1,0-7 8,0 1 1,0-6-9,0 5 0,0-5 31,0 6-48,0-1 2,0 7 13,0-1-10,0 0-13,0 1 1,0-7 19,0 1 25,0-8-31,0 11 0,2-11 49,4 8-27,-5-8 8,7 3 0,-8 1 2,0-6-18,0 13 10,0-13-41,0 6 35,0 0-33,0-6 0,0 7 29,0-3-1,0-4-11,0 6-4,0 0 40,0-7-28,0 7 48,0 0-36,0-6-52,0 6 22,0-8-19,0 0 13,8 0 5,-6 7-7,6-5 9,-8 6 24,0-8 1,1 0 15,5 0 7,-4 0-16,6 0-13,-8 0 1,2 0 13,4 0-18,-4 8 1,7-6 9,-3 3 6,-4-3-35,6-2 19,-1 8 1,-5-6 14,14 6 2,-14-8-1,13 0-7,-13 7-15,14-5 21,-15 6-9,15-8 1,-12 0 0,7 0-9,-7 8 1,6-6 21,-4 4 1,-4-5-37,13-1 0,-11 0 27,7 0-8,-7 0 0,6 6-5,-4 0 0,-2 0 77,7-6-69,-7 0 1,6 0 3,-4 0 1,-3 0 7,9 0 1,-8 0-25,11 0 1,-11 6 29,8-1 5,-8 1-26,11-6 0,-11 0 1,7 0 1,-5 0 24,6 0 7,-8 0-34,11 0-5,-5 0 0,1 0-7,1 0 1,-6 0 11,5 0 0,-5 0-20,6 0 0,-7 0 16,7 0 1,-6 0-20,5 0 1,-5 0 31,6 0 1,-6 0 3,5 0 0,-5 0-6,6 0 0,-7 0 4,7 0 1,-6 0-44,5 0 49,1 0 8,5 0 1,1 0-23,-1 0 0,-5 0 9,-1 0-1,1 0 0,5 0 4,0 0 1,-5 0-20,0 0-5,-1 0 1,7 0 26,-1 0 0,-5 0-14,-1 0 0,-5 0-51,6 0 37,-1 0 1,6 0-4,1 0 1,-7 0 2,1 0-4,0 0 0,5 0 15,0 0 1,-5 0-2,0 0 1,-7 0 28,7 0-27,-1 0-16,7 0 0,-1 0 12,1 0 1,-7 0-16,1 0 0,-6-2 14,5-3-10,1 3 13,5-6 0,0 8 0,1 0 1,-7 0 14,1 0 0,-6-6-11,5 0 31,1 0-35,5 6 1,1 0 0,-1 0 1,-5 0 6,-1 0 1,-5-1 24,6-5-18,-1 4 8,7-6-4,-1 8 0,-2-2 4,-3-4-69,3 4 67,-5-5-85,7 7 52,1 0 1,-1-6-6,1 0 1,-7 0-14,1 6 6,-1 0 0,7-2-3,-1-3 1,0 3 8,1-4 0,-7 4 16,1 2 1,0-2 20,5-4-15,0 4 1,1-5-2,-1 7 0,0-2 2,1-4 0,-1 4-14,1-4 6,-1 4-28,8-6 1,-6 7 14,4-5 1,-3-2-5,-3 2 1,1 0 5,-1 6 0,-6 0 3,1 0 1,0-1-7,5-5 1,-5 4 2,-1-4 19,1 4 0,5 2 4,1 0 0,-7 0-4,1 0 0,-7 0 1,7 0 26,0 0-36,5 0-7,0 0 1,1 0-2,-1 0 0,-5 0-4,-1 0 0,-5 0 5,6 0 0,-7 0 9,7 0 0,0 0-3,5 0-14,0 0 1,1 0 1,-1 0 0,-5 0-1,-1 0 1,-5 0-1,6 0-4,-1 0 4,7 0-1,-1 0 1,0 0-1,1 0 1,-7 0 1,1 0 1,-6 0 49,5 0 0,-5 2-45,6 4 0,-7-4 37,7 4-38,0-5-2,5-1 1,0 0-4,1 0 0,-7 0-4,1 0-9,-1 8 0,7-6 15,-1 4 0,-5-4 11,-1-2-14,1 0 0,5 0 80,1 0 0,-1 0-63,0 0 0,-5 0 24,0 0-32,-1 0 0,7 0 1,-1 0 1,0 0-12,1 0 19,-1 0 0,0 0-66,1 0 58,-1 0 1,1 0-3,-1 0 0,-5 0 2,-1 0 5,1 0 10,5 0 0,0 0 2,1 0 1,-7 0-5,1 0 0,-6 2 4,5 4-34,1-5 0,5 7 8,1-8 1,-7 0-5,1 0 4,-1 0 0,7 0-4,-1 0 0,-5 2 2,-1 4 1,-5-4-3,6 4 0,-1-4-1,7-2 0,-7 0 6,1 0 0,-6 0-31,5 0 0,1 0 23,5 0 0,-5 0-3,-1 0 0,-5 0-6,6 0 8,-1 0 0,7 0 4,-1 0 1,-5 5 0,-1 1 0,-5 0 10,6-6 0,-7 0-17,7 0 14,0 0-1,5 0 2,0 0 0,1 0-2,-1 8-1,0-6 0,-5 5 2,0-7 0,-7 0-1,7 0-2,-8 8 1,11-6 0,-5 6-1,7-8-3,1 0 1,-7 0-2,1 0 1,-6 2-3,5 3 0,-5-3-1,6 4 0,-7-4 11,7-2-7,-8 0 1,11 0 3,-3 0 0,-4 0 1,7 0 1,-5 0 0,7 0 1,-7 0 0,5 0-20,-3 0 1,-3 0-4,3 0 0,-6 0-24,5 0 0,-5 0 34,6 0 1,-7 0-7,7 0 1,-6 0 11,5 0 0,-5 0 0,6 0 0,-6 0 4,5 0 10,1-8-7,5 6 1,0-5 4,1 7 1,-7 0 0,1 0 0,-6 0-9,5 0 1,-5 0 1,6 0 1,-6 0-3,5 0 1,-5 0-2,5 0 1,1-8 0,5 6 1,-5-6-1,0 8 0,-1 0 0,1 0 0,-1 0 0,-5 0 0,6 0 1,-6 0-1,5 0 0,-5 0 0,5 0 0,-7 0-1,12 0 1,-7 0 0,9 0 0,-1 0 0,1 0 0,-7 0 0,1 0 0,-1 0 1,1 0-1,-1 0 0,1 0 13,5 0 1,1-2 1,-1-3 0,-5 3 25,-1-4-16,1 4 1,5 2-25,1 0 1,-1 0 9,0 0 1,-1-2-20,-5-4 0,5 4 9,-5-3 0,5 3-2,1 2 0,1-6 2,-1 0 1,0-2-7,1 2 1,-1 5 3,1-5 1,-1-2-6,0 2 7,1-7 0,-1 11 0,0-4 0,1 2-1,-1-2 0,0 4 1,1-5-1,-1 7 1,1 0 0,-7 0 17,1 0-17,-8 0 1,3 0 0,-5 0 1,4 0-19,-4 0-46,6 7-7,-8-5 49,0 6 7,0-8 0,2 0-36,3 0-6,-3 0-105,6 0 110,-8 0-921,0 0 0,-8 0 0,-1 0 0</inkml:trace>
  <inkml:trace contextRef="#ctx0" brushRef="#br0" timeOffset="2">14038 3476 6197,'9'0'-314,"-1"0"328,-8 0 0,0 2-55,0 4 62,8-4-2,-6 6-22,6-8-1,-8 0 36,0 0-21,0-8 60,0 6-56,0-6 22,0 8 6,0 0-45,-8 0 1,4 0 6,-8 0 11,8 8 0,-9-4-2,7 7 1,-5-5 1,5 6 0,-6-6 14,6 5 0,-7 1 2,1 5 1,-3-5-11,-2-1 1,-1 7-7,1 5 1,-1 0 15,1-6 1,-6 7-11,0-1 0,-2 2-43,1-2 1,5-4 4,-4 5 1,4-5-6,1-2 1,7 1-19,-1-1 0,2 0-254,-1 1 159,-5-9 0,13 5 134,-9-8 0,8 0 0,-4 1 0,8 3 0</inkml:trace>
  <inkml:trace contextRef="#ctx0" brushRef="#br0" timeOffset="3">14594 3546 7537,'-10'8'-1771,"0"-7"1771,5 5 0,3-4 0,-8-2 0,4 0 0,4 2 0,-3 4 0,3-4 0,-6 6 0,6-8-1,-14 7 1,15-5 0,-15 14 0,12-14-1,-7 3 1,7 5 0,-10-6 132,9 8-125,-9-9 0,10 11-10,-7-8 1,5 5 12,-6-5 0,6 6-28,-5-7 26,7 9-5,-11-4 0,7 1-7,-4 1 0,-1-6-4,7 5 1,-2-5 34,2 6 1,3-7-25,-9 7 0,6-6-2,-5 5 0,5-1 9,-6 2-15,1 3 1,-7-5 17,1 7 1,5 0-1,1 1 1,-1-1-1,-5 1 1,-1-1 0,1 0 0,0 1 18,-1-1 1,3 0-24,3 1 0,-3-1 1,3 1 0,-3 1-3,-3 4 1,3-4-17,3 5 1,-3-7 12,3-5 1,3 3-5,-3-3 0,6-3-6,-5 3 0,7-6-11,-2 5-250,4-7 165,2 4 102,0-8 0,8 0 0,2 0 0</inkml:trace>
  <inkml:trace contextRef="#ctx0" brushRef="#br0" timeOffset="4">15132 3494 8103,'2'9'-239,"4"-3"1,-4-2-752,4 2 560,-4-4 372,-2 5-107,0 1 155,0-6-11,0 6 19,0-8 1,0 2-8,0 4 6,0-5-9,0 7 5,0-8 7,0 0 11,-8 0 0,4 6 13,-8 0 24,9 0 0,-7-5-12,4 5 1,2-4 5,-7 4 1,5 2-18,-6-2 0,7 1 5,-7-1 0,6 2-37,-5 3 1,5 3 29,-6-8 1,1 7-28,-7-1 1,1 3-3,0 3 1,-1-1-7,1 0 1,-1 7 5,1-1 0,0 2-5,-1-2 1,1-4 6,0 4 1,-7 3-2,1-3 1,0 6 1,6-6 1,-3 6 2,-3-6 0,4 2-1,-4-2 1,3-1-9,3 7 1,0-8-2,-1 2 1,3-4-46,3-1-7,-3-1 24,5 0 0,1-5-53,3 0-105,4-9 196,2 5 0,0-8 0,0-8 0,0-1 0</inkml:trace>
  <inkml:trace contextRef="#ctx0" brushRef="#br0" timeOffset="5">15636 3511 8103,'-2'10'-1901,"-4"-5"1462,4-3 439,-5-2 121,7 8-102,0-6-43,-8 6 26,6-8 1,-6 2 1,8 4 13,0-5-2,-7 7-15,5-8 2,-6 0 0,6 6-16,-4 0 14,4 0-1,-5-6 3,7 0-6,-8 0 9,6 7 2,-6-5 70,1 14-67,5-14 36,-14 13 0,12-7-42,-7 3 1,5 3 1,-6-8 0,7 7 4,-7-1 0,2 3 1,-1 3 0,-5-5-5,5 5 1,-5-9-6,-1 14 1,0-7-2,-1 7 1,1-4 4,-1-1 1,1-1-17,0 0 1,-3 3 15,-3 3 1,4-4-1,-4 4 1,3-3-7,3-3 1,0 0-2,-1 1 0,1 1-10,0 4 0,-1-3-3,1 3 1,-1-6-101,1-5 1,5 3 90,1-3 24,-1 3 0,-3-3 0,3-1 0,5-7 0,-1 4 0,-2-8 0</inkml:trace>
  <inkml:trace contextRef="#ctx0" brushRef="#br0" timeOffset="6">16123 3494 5906,'0'9'93,"0"-1"1,0-6-148,0 4 65,0-4-66,0 5 69,0-7 0,0 2-25,0 4 1,-2-4 1,-4 4-16,4-4 12,-6-2 1,6 0 12,-4 0 0,5 8 0,-7-7 0,6 7 22,-4-8-22,4 8 1,-7-6 49,3 4-24,4 3-11,-14-7 0,12 12 21,-7-8 1,5 1 3,-5-1 1,7-2-11,-2 8 1,-2-7 2,2 7 1,-5-6-16,5 5 0,-8-5 4,3 6 0,1-7-28,-1 7 0,5 0 16,-6 5 1,1-2-6,-7-3 0,7 3-13,-1-3 1,1 4-4,-7 1 1,1 0-3,-1 1 0,1 1 11,0 4 0,-1-4-7,1 5 1,0-3 7,-1 2 0,1-4-2,-1 5 1,-1 1 2,-4-2 0,4 0 0,-4-6 0,9 1-5,2-1 1,1 1-1,-6-1 1,5-2-92,0-3 1,7 1 75,-7-7-218,8 8 198,-11-5 40,13 1 0,-14-2 0,7-8 0</inkml:trace>
  <inkml:trace contextRef="#ctx0" brushRef="#br0" timeOffset="7">16383 3424 5757,'0'10'0,"0"-2"0,0-8 0,0 0 0,-8 0 0,7 0 0,-7 0 0,8 0 0,0 0 0</inkml:trace>
  <inkml:trace contextRef="#ctx0" brushRef="#br0" timeOffset="8">16383 3407 5757,'0'9'0,"0"-1"0,0-8 0,0 0 9,8 0 1,-6-2-8,4-4 47,-4 4-37,-2-5 0,5 5 15,1-4-11,0 4 0,-6-6-15,0 8 1,2 0-4,4 0 66,-4 0-50,5 0 60,-7 0-39,0 0-34,8 0 28,-6 0-18,6 8 0,-8-4 3,0 8-1,0-9-35,0 13 28,0-6 1,0 7-8,0 0 0,0 1-4,0-1 1,0-5 17,0-1 0,0-5 1,0 6 1,0-1-10,0 7 1,0-7 0,0 1 0,0-1 28,0 7-17,7-1 0,-5 0 1,4 1 1,-4-1 38,-2 1-27,0-1 1,0 0-17,0 1 1,0-1 2,0 1 1,0-1-35,0 0 0,0 1 35,0-1 0,2 0-56,4 1 0,-4-1 31,3 1 0,-3-1-2,-2 0 0,0 1 0,0-1 1,0 0 1,0 1 3,0-1 0,0 1 4,0-1 1,0-5-80,0-1 75,0 1 0,0 5-92,0 1 0,2-7 68,4 1-163,-4-8 191,6 3 0,-8 1 0,0 2 0</inkml:trace>
  <inkml:trace contextRef="#ctx0" brushRef="#br0" timeOffset="9">13951 2572 6403,'10'0'-418,"-3"0"363,-7 0 70,0 0-40,8 0 34,-6 0-25,6 0 11,-8 0 13,0 0-7,7 0 0,-5 0 0,6 0-74,-8 0 69,8 0 4,-6 0 0,13 0 0,-5 0 0</inkml:trace>
  <inkml:trace contextRef="#ctx0" brushRef="#br0" timeOffset="10">13951 2555 5766,'10'0'-2,"-3"0"45,-7 0 76,0 0-110,0 8 0,0-6-14,0 5 20,0-7 23,0 0-27,0 8 125,0-6-121,0 14 0,0-13 3,0 9 0,0-6-8,0 5 1,0-5-8,0 6 1,0-6 2,0 5 10,0 1 1,0 5 8,0 0 0,0-5-8,0 0 30,0-1 0,0 7-40,0-1-3,0 0 0,0 1-2,0-1 0,0-5-7,0-1 1,0-5-38,0 6 56,8-8-43,-6 11 28,13-13 0,-11 11-1,8-7 1,-8 0 2,11-6 12,-5 0-6,7 0 1,-5 0-10,-1 0 7,1 0-87,5-8 0,1 1 78,-1-5 1,-5 2-96,-1 5 1,-5 1 67,6-8 31,-9 1 0,13-7 0,-7 1 0</inkml:trace>
  <inkml:trace contextRef="#ctx0" brushRef="#br0" timeOffset="11">14125 2694 6639,'9'0'-874,"-1"0"874,0 0 0,-6 0 0,5 0 159,1 0-145,-6 0 24,6 0-9,-8 0-52,0 0 36,7 0-2,-5 0-14,6 0-5,-8 0 0,2 0 28,4 0 0,-4 0 25,5 0-36,1 0 1,-6 2-13,4 4 4,-4-4-2,6 5-19,-6-7-8,13 0-41,-13 0 0,8 0-75,-5 0 144,-3 0 0,6-1 0,-8-5 0,8 4 0,1-6 0</inkml:trace>
  <inkml:trace contextRef="#ctx0" brushRef="#br0" timeOffset="12">14281 2590 6138,'0'9'75,"0"-1"-58,0 0 1,0-4-3,0 7 1,0-5-5,0 6 1,0-6 46,0 5-49,0 1 0,0 5 1,0 0 1,0 1-6,0-1 1,6 1-3,0-1 0,-1 0-8,-5 1 1,0-1 21,0 1-71,0-1 0,0 0 56,0 1 0,0-7-151,0 1 0,2-8 25,4 2-6,-4 3 130,6-7 0,-8 6 0,7-16 0,3-2 0</inkml:trace>
  <inkml:trace contextRef="#ctx0" brushRef="#br0" timeOffset="13">14420 2590 8095,'0'9'-1456,"0"-1"777,0 0 593,0-6 103,0 13 1,0-11 23,0 8-40,0-8 22,0 11 26,0-5 1,0 7-34,0 0 1,0-5-2,0 0 0,0-1 1,0 7 1,0-1-2,0 0 1,0 1-19,0-1 0,0-5-1,0-1 1,0 1-175,0 5 181,0 1 1,0-1-62,0 0 1,2-5 22,4 0 35,-4-9 0,5 13 0,1-14 0,2 6 0</inkml:trace>
  <inkml:trace contextRef="#ctx0" brushRef="#br0" timeOffset="14">14611 2711 8095,'0'-9'-1992,"0"1"2099,0 0-119,0 6 6,0-5 0,0 5-33,0-4 88,0 4 10,0-6-13,-8 8-55,6 0 25,-5 0-20,7 8 0,0-4 4,0 8 1,0-7-5,0 7 1,-2-6-8,-4 5 15,4 1 0,-6 5 109,8 1-106,0-1 0,0 0 41,0 1 0,0-7-17,0 1-14,0 0 0,0-1 19,0 1-3,8-8-71,-6 3 52,13-7 0,-11 0-38,8 0 1,-8-7 28,2-5 1,1-3-71,-1-3 1,0 1 29,-6-1 1,0 1-7,0 0 0,0-1-23,0 1 1,0 5-89,0 1 121,0-1 1,0-5-47,0-1 77,0 9 0,0-7 0,-8 14 0,-2-5 0</inkml:trace>
  <inkml:trace contextRef="#ctx0" brushRef="#br0" timeOffset="15">14733 2538 5910,'0'9'-73,"7"-1"1,-5-6 72,4 4 0,-4-4 53,-2 5-45,0-7 1,0 2 46,0 4 1,0-4-24,0 6 0,0-6-14,0 4 2,0-5-19,0 7 16,0 0 0,6-4-12,0 7 0,-1-5 3,-5 6 1,0-6-1,0 5 0,0-5-7,0 6 0,0-1-3,0 6 1,0-5 2,0 0 0,2 1 0,4 10 1,-4-3-4,4 3 0,-4-4 7,-2-1 1,0-1-17,0 0 0,6 1 11,-1-1 1,1 0-194,-6 1 184,0-1 9,8 1 0,-6-9 0,6-1 0,-8-8 0</inkml:trace>
  <inkml:trace contextRef="#ctx0" brushRef="#br0" timeOffset="16">14976 2590 8095,'10'8'-1898,"-3"-7"1687,-7 7 247,0-8-68,0 8 48,0-6 1,0 6-15,0-8-9,0 0 0,8 0 7,-6 0 0,8 0-47,-5 0 47,-3 0 0,8 0-114,-4 0 86,-4 0 1,7 0-28,-3 0 55,-4 0 0,14-8 0,-7-2 0</inkml:trace>
  <inkml:trace contextRef="#ctx0" brushRef="#br0" timeOffset="17">14959 2746 8095,'17'10'-583,"-5"-2"-729,-1-8 1266,-7 0 133,11 0-248,-13 0 157,6 0 1,-6 0-24,4 0-36,-4 0 26,5 0 1,-5 0-31,4 0 35,-4 0-30,6 0 62,0 0 0,-7 0 0,7 0 0</inkml:trace>
  <inkml:trace contextRef="#ctx0" brushRef="#br0" timeOffset="18">14924 2625 8078,'0'9'-1450,"0"1"726,0-4 651,0-4 1,0 7 99,0-3-12,0-4 1,0 8 3,0-5 0,2-3 28,4 4-45,-5 4 1,7-6 13,-8 7 102,0-7-99,0 12 0,0-13 1,0 9 1,0-6-13,0 5 1,0-5 3,0 6-8,0-8 1,2 9 26,4-7-34,-4 8 1,6-11 10,-8 9 1,0-6-55,0 5 44,0-7 0,1 6-8,5-4 7,-4-4 1,6 7-4,-8-3 2,8-4 0,-6 6-66,13-8 68,-5 0 0,1 0-129,1 0 83,-1 0 0,5-2 48,-5-4 0,13-4 0,-5-7 0</inkml:trace>
  <inkml:trace contextRef="#ctx0" brushRef="#br0" timeOffset="19">15184 2677 6010,'0'9'-60,"0"-1"34,0-8 1,0 2 43,0 4 37,0-4-21,0 5 2,0-7-71,0 0 48,8 0-134,-6 0 77,14 0 17,-7 0 1,3-1-7,-1-5 33,-7 4 0,12-14 0,-7 7 0</inkml:trace>
  <inkml:trace contextRef="#ctx0" brushRef="#br0" timeOffset="20">15306 2555 8078,'10'-8'-2154,"-3"6"2030,-7-5 173,0 7 188,0 0-128,0 7-85,0 3 0,0 7 22,0 1 0,0-1-2,0 1 0,0-1 6,0 0 1,0 7-33,0-1 0,0 0-4,0-6 0,0 6-90,0 1 1,0 1 94,0-2 1,0-4-197,0 4 1,0-3 49,0-3 127,0-7 0,8 5 0,2-5 0</inkml:trace>
  <inkml:trace contextRef="#ctx0" brushRef="#br0" timeOffset="21">17095 2572 6655,'0'10'-899,"0"-2"899,0-8 0,0 0 0,0 8 0,0-7 0,8 7 0,-6-8 0,6 0 0,-8 0 33,0 8 2,0-6-20,0 13 0,6-11-1,-1 8 0,1-6 2,-6 5 0,0-5-5,0 6 0,0-1-13,0 6 0,0-5 1,0 0 1,6-1-1,0 7 1,0-7-26,-6 1 8,0-1 1,2 5-68,3-5 79,-3 5 1,6-12-5,-8 7 10,0-7 0,0 12 0,0-7 0</inkml:trace>
  <inkml:trace contextRef="#ctx0" brushRef="#br0" timeOffset="22">17148 2746 7556,'9'0'-1793,"-1"2"1793,-8 4 0,0-4 0,0 6 0,0-8 16,8 0 3,-6 0 1,5 0 2,-7 0 33,0 7-15,0-5-20,8 6 7,-6-8 42,6 0-62,-8 0 0,2 0 13,3 0-7,-3 0-9,6 0 1,-6 0-38,4 0 39,-4 0 1,7 0-185,-3 0 175,-4 0 0,8 0 3,-4 0 0,-4 0 0,5 0 0</inkml:trace>
  <inkml:trace contextRef="#ctx0" brushRef="#br0" timeOffset="23">17269 2590 5767,'0'-10'42,"0"2"-39,0 8 167,0 0-150,0 8 14,0-6 1,0 8-3,0-4-13,0-5 1,0 9 5,0-4-1,0-4-16,0 13 0,0-11-4,0 8 0,0-6-53,0 5 65,0-7-51,0 11 41,0-5-110,0 7 8,0 1-9,0-1 48,0 1 57,0-1 0,0-5 0,0-1 0,0-7 0,-7 12 0,-3-7 0</inkml:trace>
  <inkml:trace contextRef="#ctx0" brushRef="#br0" timeOffset="24">17217 2833 7560,'0'10'-1781,"-6"-1"1781,1-3-12,-1-4 11,6 6 0,0-6 294,0 4-286,0-4-4,-8 5 0,6-5 11,-4 4 7,4-4 35,2 6-20,0-8 42,0 0-80,8 0-8,-6 0 1,13 0 0,-11 0-20,8 0 1,-6 0-43,5 0-220,1 0 262,5-8 29,1 6 0,-1-13 0,0 5 0</inkml:trace>
  <inkml:trace contextRef="#ctx0" brushRef="#br0" timeOffset="25">17391 2642 8153,'0'10'-1196,"0"-3"0,0-5 1196,0 4 0,0-4 0,0 8 0,0-5 18,0-3 1,0 14-19,0-5 1,0-1 1,0 2-2,8-1 0,-7 7 0,5-1 1,-4 6-14,-2 0 1,0 1 13,0-7 1,0 0-2,0 1 0,8-1 0,2 0 0</inkml:trace>
  <inkml:trace contextRef="#ctx0" brushRef="#br0" timeOffset="26">17582 2607 8135,'0'10'-2374,"0"-2"2374,0-1 0,0-5 0,0 6 100,0 0-96,0-6 1,-2 7 96,-4-3-78,4-4-8,-5 6 1,7-6-7,0 3-2,0-3 17,0 6 5,0 0-1,0-6 0,0 7 17,0-3 4,0-4 0,0 14-20,0-7 1,0 3-13,0-1 1,0-5 0,0 6 1,0-6-20,0 5 1,0-5 42,0 6-75,7-9 1,-3 11-4,8-8-10,-8 0 19,11-6 1,-11 0-8,7 0 0,-5-6 13,6 0 0,-8-8-26,2 3 5,3-5 0,-7-1 24,4 0 0,2-1-17,-3 1 1,1 5 13,-6 1 0,0-1 26,0-5 1,0-1 0,0 1 37,0 0-14,0 7 0,-6 0-4,1 4 14,-1 5 33,6-7-42,-8 8-2,6 0 21,-6 0 9,8 0 25,0 0-63,0 8 14,0-7-3,8 7 14,-6-8-6,14 0-9,-15 0 3,15 0-26,-14 8 0,7-6 9,-3 4-3,-4-4 1,8-2 13,-4 0 0,-4 7-4,5-5 1,-1 8 1,0-4 1,0-2-15,-6 7 0,2-5 3,3 6 1,-3-7-17,4 7-3,-4-1 0,-2 7-94,0-1 1,0 1 99,0-1 1,0 0-102,0 1 0,0-7-46,0 1-35,8 0 1,-6-1 86,3 1 94,-3-8 0,-2 3 0,0-7 0</inkml:trace>
  <inkml:trace contextRef="#ctx0" brushRef="#br0" timeOffset="27">17982 2555 6148,'0'10'141,"0"-3"-93,0-7 13,0 0-41,0 8 0,-2-6-7,-4 4 1,4-2 36,-4 2-26,4-5 1,2 9 8,0-4-6,0-4-17,0 13 7,0-13-64,0 14 60,0-14 0,0 7-35,0-3 17,0-4-6,0 6 5,0-8 5,0 0-4,8 0 4,-6-8 0,6 4-24,-8-7 25,0 7-31,0-12 0,0 12-129,0-7-20,0 7 19,0-4 4,0 8 157,0 0 0,0 0 0</inkml:trace>
  <inkml:trace contextRef="#ctx0" brushRef="#br0" timeOffset="28">18190 2451 6652,'0'9'-890,"0"7"890,0-14 0,0 13 0,0-11 0,0 8 0,0-8 0,0 5 0,0-3 0,0-4 0,0 8 0,0-5 0,0-1 0,0 8 0,0-8 0,0 11 0,0-11 0,0 8 0,0-7 0,0 7 0,0-8 0,-8 11 0,-1-5 0</inkml:trace>
  <inkml:trace contextRef="#ctx0" brushRef="#br0" timeOffset="29">18103 2764 8117,'0'11'0,"0"1"0,0-6-1245,0 5 687,-8-7 553,6 12 1,-7-9-29,3 5 4,4 3 1,-11-11 14,7 8-20,0-8 3,-2 11 1,4-11 61,-7 7-125,7-7 82,-4 4-115,8-8 40,-7 0 87,5 0 0,-14 8 0,7 1 0</inkml:trace>
  <inkml:trace contextRef="#ctx0" brushRef="#br0" timeOffset="30">18034 2833 8117,'9'0'-1038,"-1"0"1,-6 2 1100,4 4-4,-4-4-35,5 6 0,-7-7 28,0 5-55,8-4-10,-6 6-55,6-8 105,-8 0-102,7 0 63,-5 0-88,14 0 36,-14 0 21,13 0 1,-11 0-7,8 0 0,-8-2-49,1-4 88,5 4 0,-8-13 0,13 13 0,-13-14 0,14 7 0,-7-9 0</inkml:trace>
  <inkml:trace contextRef="#ctx0" brushRef="#br0" timeOffset="31">18207 2764 5771,'-9'0'145,"1"0"-22,8 0-58,0 0-14,-8 0 0,6 2-27,-3 3-15,3-3 0,0 12 3,-4-8 1,4 1-5,-4-1 1,4-2-133,2 8 85,-7-9 0,5 7-248,-4-4 273,4-4 0,0 6 14,-4-8 0,4 7 0,-5-5 0,7 6 0,0-8-22,0 0 27,7 0 112,-5 0 0,8-2-86,-4-4 0,-3 4 46,9-4-54,-8 5 0,6 1 7,-5 0 1,-1 0-68,8 0 88,-8 0-2,11 0-40,-5 0 0,1 0-69,1 0 1,-6 0 2,5 0 0,-5 0-288,6 0 345,-8 0 0,11 7 0,-5 3 0</inkml:trace>
  <inkml:trace contextRef="#ctx0" brushRef="#br0" timeOffset="32">18329 2538 6641,'0'9'-832,"0"-1"851,0-8-2,0 0-7,0 8-7,0-6 10,0 5-1,0-7 0,0 2 21,0 4 0,0-4-27,0 6 1,0-6 8,0 4 74,0-5-65,0 7 28,0-8-37,0 8 1,2-6 12,4 4-44,-4-4 5,13-2 1,-11 0-33,8 0 1,-7 0-12,7 0 1,-6-6 14,5 0 1,-5-2 22,6 2 0,-7 3 22,7-9 0,-8 6-23,2-5 0,1 5 18,-1-6 28,0 8 19,2-11-33,-6 5 1,5-1 16,-7-1-21,0 8-6,0-11 1,-2 11 0,-3-8 0,1 9-1,-8-3 1,6 4 1,-5 2 0,5 0-6,-6 0-4,1 0-12,-7 8 0,3-5-2,3 9 1,-3-6-86,3 5 0,5-5 102,1 6 0,-4-1 0,1 7 0</inkml:trace>
  <inkml:trace contextRef="#ctx0" brushRef="#br0" timeOffset="33">18346 2711 6638,'10'0'-438,"-2"0"0,-6 0 439,3 0-2,-3 0 1,8 0 0,-4 0 1,-4 0 0,7-1-2,-3-5 2,-4 4-1,14-6 0,-7 8 0,9-8 0,-1 6 0,-5-5 0,-1 7 0,1 0 0,5-8 0,-7 6 0,5-6 0,-5 8 0</inkml:trace>
  <inkml:trace contextRef="#ctx0" brushRef="#br0" timeOffset="34">18398 2851 8088,'0'9'-2327,"0"7"2355,0-14 6,0 13-5,0-13-17,0 13 2,0-13 1,0 8-14,0-4 0,0-4-1,0 5-5,0 1-1,0-6-5,0 6 11,0-8 22,0 0 25,8 0-17,-6 0 4,6 0-9,0 0-12,-6 0 1,7 0-23,-3 0 28,-4 0-27,13 0 1,-11-2 22,8-4-19,-8 4 0,5-6 11,-3 8 2,-4 0-9,13-7 3,-13 5 0,8-6-4,-4 8 4,-4 0 1,7 0-12,-3 0 13,-4 0-1,6 0-2,-8-8-1,8 6 68,-6-5-65,5 7 0,-5-2 5,4-4 5,-4 4-26,6-6 20,-8 8-6,0-7 1,2 5-5,3-4 1,-3 2-7,4-2-34,-4 4-7,-2-13 24,0 13 0,2-12 10,4 9 24,-4-1-28,5-2 60,-7 6-24,0-6 7,0 1 37,0 5 14,0-6 72,0 8-111,0 0-33,-7 0-1,5 0 0,-8 6-8,4 0 19,4-1-8,-13 3-14,5-6 1,-1 12-7,-1-9 1,6 1 1,-5-6 0,5 6 11,-6 0 1,7 0-1,-7-6 0,8 1-31,-2 5-3,-3-4 13,-1 6 1,-2-8-27,1 0 34,7 0 15,-4 0 0,1 0 0,-3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79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18173 8152 6005,'0'-10'0,"0"2"0,0 8 0,0 0 0,0-7 0,0 5 0,2-6 0,3 8-128,-3 0 0,6 0 166,-8 0 115,0 0-149,0 8 4,0-6-23,0 5 28,0-7 257,0 0-239,8 0 7,-6 0-4,5 0 23,-7 0 144,0 0-154,0 8 7,0-6 1,0 6 27,0-8 19,0 0 1,-2 6-83,-3-1 31,3 1-41,-6-6 0,6 0 33,-4 0-36,4 0-6,-5 8-5,-1-6 31,6 6-20,-13-1 1,11-5-10,-8 4 20,8 4 4,-11-8 1,11 11 18,-8-7 2,8 0-13,-11 2 0,5-7-20,1 15 4,-7-14-8,7 13 0,-1-11 18,4 8-37,-3-8 0,7 5 41,-4-3-1,-4-4-9,8 6-8,-13-1 0,11-5 10,-8 4 0,9-2 3,-3 2 0,2-4-32,-2 4 0,4-3 21,-4 3 0,2-4-5,-1 4 1,1-2-2,-8 2-4,8-5 0,-5 7 8,3-8 1,2 6 7,-7 0 3,7 0 1,-6-1 25,4 1-21,4 0-13,-13 2 0,11-6-8,-8 3-7,9 5-1,-13-8 1,14 8 5,-4-5-8,-3-3 17,7 6 0,-12-6-4,8 4 1,-1-4 66,1 4-59,4-5-5,-6 7-6,1-6-4,5 6 0,-14 0-5,14-6 0,-7 11-3,3-7-3,4 0 89,-14 1-77,15 3 1,-13 2 33,8-1 1,0-5-13,6 6 4,-7-9 17,5 13-24,-14-6 0,12 5-19,-7-3 0,7-3-3,-2-3 0,-1-2-37,1 7 51,0-7-25,-2 12 1,6-12 13,-3 7-2,-5-7 0,8 6-6,-4-4 3,-4-5 1,9 9 3,-5-4 0,-4-4 0,8 6 0,-7-6 0,3 3-27,4-3 15,-14 6 0,14-6-15,-3 4 18,-5-4 1,6 5-13,-7-7 13,7 8 0,-6-6-7,4 4 23,4 3 0,-11-5-15,7 8 0,-2-8 26,2 2-28,5 3 1,-13-5-1,8 8 1,-1-8-53,1 1 24,4 5 1,-8-6-6,4 7 1,3-7 2,-9 2 20,8 4 0,-9-6-3,7 7 0,-2-5-164,2 6 53,4-9-18,-13 13 0,11-12-10,-8 7-167,9-7 58,-13 4 270,14-8 0,-13 0 0,13 0 0,-14 0 0,7 0 0</inkml:trace>
  <inkml:trace contextRef="#ctx0" brushRef="#br0" timeOffset="1">17078 8117 5759,'10'0'0,"-3"0"0,-7 0 52,0 0-48,8 0 24,-6 0 11,6 0 5,-8 0-17,0 0-6,8 0-37,-6 0 27,5 0 30,-7 0 0,0 0-20,0 8 10,0-6-13,0 5-5,0-7 6,0 0 26,8 0 0,-6 0-11,6 0 6,-8 0 215,0 0-288,7 8 54,-5-6-13,6 6-9,-8-8-5,0 0 32,8 0-11,-6 0 1,5 2 76,-7 4-70,8-4 24,-6 5 1,12-5 4,-9 4-26,9-4 1,-10 11 0,7-7 1,-5 2-1,6-2 1,-7-4 11,7 3 8,-8 5-66,11 0 1,-7 1 35,4 1 1,1-6-59,-7 5 51,7-7-9,-3 12 13,7-7 1,-5 3 1,0-1 1,-7-5 47,7 6-46,-8-8 13,11 11-16,-5-5 1,2 1-10,-1 1 1,-5-6 5,5 5 0,-5-5-2,6 6 1,-8-6-2,2 5-1,3-7-15,1 11 1,1-11 11,1 8 1,-6-6-25,5 5 30,-7-7 19,12 12 1,-12-13-10,7 9 0,-5-8 25,5 2-10,-7 3 3,12 1-25,-7 7 1,3-1 5,0-5 1,-7 3-36,7-8 28,-8 7 1,9-9-5,-7 8 0,2-6 4,-2 5 1,-4-5 11,3 5-12,5-7 1,-6 10 13,7-8-17,-7 7 0,10-9 4,-8 8 0,1-7-16,-1 7 1,-2-8 22,8 2-38,-9 3 19,13 1-4,-6 7 1,1-5 3,1 0 0,-6-7-1,5 7 0,-5-8 5,5 2-4,1 3 1,0-7-6,-1 4 1,-5 2 4,6-3 1,-7 1-11,7-6 0,-6 0 7,5 0-2,-7 8 2,12-6 1,-9 8-2,5-5 1,-2-3 0,-5 4 1,-1-4-2,8-2-119,-8 8 114,11-6 0,-13 7-257,4-3 89,3-4-25,-7 6 7,6-8-19,-8 0 11,0 0 0,0-8 0,0-2 1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799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19153 8234 6501,'6'0'-511,"-1"0"511,-5 0 0,0 6 0,0-5 0,1 4 0,3-5 0,-2 0-247,3 0 248,-5 0 53,0 5-38,0-4 3,0 4 18,0-5-46,-5 0 8,3 0 2,-3 0 284,5 0-263,0-5-50,0 4 39,0-4 168,0 5-207,0-5 25,0 4-7,0-5 3,0 6 7,0-5 60,0 4-54,0-4 10,-5 5 1,4-1 22,-3-3 4,3 3-33,1-4 1,0 3 16,0-1-54,-5 1 46,3-3-35,-3 0 1,4 4 24,-3-3 6,3-2 16,-4 4 0,0-8-14,4 9 0,-6-5 27,3 2-31,3 3 1,-5-5 1,2 6 0,3-1-3,-3-3 1,1 3 16,0-3 76,1 3-70,-8 1-1,9-5 29,-9 4 7,8-4-62,-8 5 39,9 0-97,-9 0 61,9 0-10,-9-5 0,7 3 5,-5-1 0,5 1 3,-5 2-1,5 0 1,-5-1 7,4-3 10,-5 3-5,2-4-4,-4 5 3,0-5-32,-1 3 0,5-3 10,-1 5 0,4 0-6,-3 0 4,4-5-5,-7 4 10,4-4 0,-2 5-1,0 0 0,6-1 32,-2-3-7,-2 3 0,3-4 33,-5 5-17,6 0 7,-8 0 5,9 0-34,-10 0 0,9 0 54,-6 0-33,6 0-27,-8 0 1,7 0 24,-5 0 6,6 0-43,-8 0 0,5 1-3,-3 3 5,-2-3 0,7 4-5,-4-5 0,0 1 14,0 3 1,0-3-6,4 3 1,0-3 2,-5-1 1,2 2-16,-2 1 5,-2-1 20,4 3-3,-5 0-2,-1-4 0,1 6 1,-1-4 0,5-1 4,-1 1 1,4 0-11,-3 1 0,0-2 20,0 6 0,-3-6-2,2 2-14,-2 3 1,-2-2 29,1 2-23,-1 3 0,1-5-3,0 3-12,-1 2 0,1-5 2,-1 3 1,5 2 6,-1-2 1,1-3 16,-5-1 1,5 1-15,-1-2 1,4 5 25,-4-4-47,1 5 1,-5-3 1,5 4 1,-1-2 0,4-2-6,-3-2 1,4-1-31,-1 4 41,-2-4 0,4 6-18,-6-6 1,5 2-19,0-1-1,1-2-13,-3 8 0,4-8-58,-3 6-30,-2-6 58,5 9 1,-6-6-263,3 2 235,3 3 0,-4-7-237,5 5 39,0-6 35,-5 8-18,4-8 283,-4 8 0,5-9 0,-5 9 0,-2-4 0</inkml:trace>
  <inkml:trace contextRef="#ctx0" brushRef="#br0" timeOffset="1">18136 8292 7791,'0'6'-2031,"0"-1"2031,0-5 0,0 5 0,0-4 0,0 4-3,0-5 3,0 5 0,0-3 0,0 3 19,0-5 3,0 5-21,0-4 2,0 4-1,0-5 9,0 5-9,0-3 6,0 3-6,0-5-2,0 5-2,0-4-2,0 4 5,0-5 11,0 5-12,0-4 1,0 4 0,0-3-1,0 2 0,0-3 0,0 4 0,0-4 0,0 3-3,0-3 3,0 4 0,2-3-2,1 1 2,-1-1 0,3 3 0,-5-5 0,0 1 0,0 3 0,0-3 0,0 4 0,0-5 0,0 5 0,1-3 0,3 1 0,-3-1 0,4-2 0,-5 1 0,0 3 0,0-3 4,0 4 0,1-5 4,3 0-8,-2 0 2,3 0-2,-5 0 1,5 0 18,-4 0 2,4 0 43,-5 5-53,5-4-15,-4 4 11,4-5 1,-3 0-17,2 0 31,-3 0-2,4 0-2,-5 0-12,5 0 1,-4 2 2,3 2 0,-1-3 31,0 3-32,-1-3 0,4-1 55,-2 0-30,-3 0-16,9 0 0,-7 0 63,4 0 3,1 0-78,3 0 1,1 0 5,-1 0 11,1 0 1,-1-4-5,0 0 0,1 0-16,-1 4 3,1 0 1,-1 0-3,1 0 0,-1 0-17,0 0 0,1 0-20,-1 0-39,1 0 0,-1 0 48,1 0 0,-5 0-104,1 0 0,-4 0 77,3 0 52,-4 0 0,2 0 0,0-5 0,1-1 0</inkml:trace>
  <inkml:trace contextRef="#ctx0" brushRef="#br0" timeOffset="2">18399 8646 5754,'0'6'0,"0"-1"269,0-5-251,0-5 19,0 4-5,0-4 47,0 5-34,-5 0-9,4 0 23,-4 0 97,5 0-102,-5 0-23,3 0 6,-3 0-23,5-5 27,-5 3-52,4-3 1,-6 5 37,4 0 5,1 0-14,-3 0 1,4 0 14,-3 0 1,3 0 0,-5 0 46,2 0-49,3 0 0,-6 0 18,3 0 57,3 0-78,-9 0 1,7 0 71,-4 0-40,4 0-34,-7 0 1,8 0-24,-6 0 0,4 0 2,-3 0 32,4 0-16,-7 0 1,7 0-1,-4 0 1,3 4 12,-4 0-8,6 0 2,-8 1 0,5-3 0,-3 6 0,-1-4-18,5 3 1,-1-3 2,1 4 1,2-5-7,-6 5 0,6-4 25,-2 4-29,-2-1 1,0 5 23,-1-1-7,-3 0 0,7 1 19,-4-1-20,4 1 0,-6-1-4,5 0 0,-1-3 2,1 0 0,3-4-33,-3 3 1,3-3 30,1 4 1,-1-2-24,-3 2 28,3 2-41,-4-4 0,5 5 21,0 1 1,0-5-3,0 1 1,0-4 12,0 4 0,0-5 14,0 5-16,0 0-1,0 3 1,5 0 1,-3 0 11,6-4 1,-6-1 3,2-2 0,1-1 8,-1 4 1,4-3 0,-4 4 0,3-4-30,-3 3 0,4-3 2,-5 4 0,6-6-25,-1 2 1,-2 1 32,2-1 0,-4 1-20,3-1 1,1-3 12,3 3 0,-3-3-28,0-1 1,-1 4 11,5 0 1,-5 0 4,1-4 1,-1 0-1,5 0 1,-5 0-2,1 0 1,0 0-37,3 0 0,-3 0 36,-1 0 0,-3 0-46,4 0-6,-1 0 24,5 0 1,-1-4-124,1 0-15,-6 0 25,4-1-156,-9 4 11,10-9 218,-10 8 1,5-3-201,-2 5 41,-3 0-20,4-5 98,-5 4 154,0-4 0,0 5 0,0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802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19598 8292 5995,'7'0'0,"-2"0"-102,-5 0 130,5 0-13,-4 0-16,4 0 556,-5 0-510,0 5-3,0-4-3,0 4 49,0-5-71,0 5 9,0-4 3,0 4 42,0-5 12,0 5-50,-5-3 37,4 3-26,-4-5-7,5 0 1,-4 1-1,0 3 27,0-3-25,4 4 70,0-5-63,-5 5 46,4-3-4,-4 3-1,0 0-56,3-4 0,-3 5 36,5-2-22,-5-3-14,4 10 0,-8-9-3,5 6 0,1-4 30,3 3-16,-6-4-27,0 7 1,-2-5-4,1 3 0,3 2 2,-4-3 1,6 0 13,-2 0 0,-2 1 0,1 3-10,-3 1 1,-1-5-55,5 1 70,-5 0-83,3 3 58,-5 0-5,-1 1-17,1-1-10,-1 1 19,1-1 1,1-3 2,2-1 0,2-3 29,2 4 1,2-4-23,-6 3 76,5-4-67,-7 7 1,8-5 19,-6 3-14,6 2 1,-5-5 24,3 2-40,3 4 1,-5-6 28,2 2-56,3 3 1,-6-5 31,4 3 0,1-2-31,-1-2 1,1-1 19,2 4-5,-5-4-4,4 7 8,-4-9-15,0 9 16,3-8 0,-8 8 0,8-8 0,-6 6-54,6-5 27,-8 7 0,8-8-34,-2 6 35,-2-6 1,4 7-5,-6-5 0,5 1-91,0-1 1,0-3 85,-1 3 1,3-1-130,-3 0 0,2-1-24,-2 1-231,3-1 46,-5-2-177,6 0 382,-5 0 168,4 0 0,-4 0 0,5-5 0,-5-2 0,-1-4 0</inkml:trace>
  <inkml:trace contextRef="#ctx0" brushRef="#br0" timeOffset="1">19050 8292 5829,'0'6'20,"0"-1"4,5-5 78,-4 0-86,4 0 284,-5 0-226,5 0-4,-3 0 8,3 0 82,-5 0-21,0 5-69,0-4-30,5 4 8,-4-5-28,4 0 0,-3 4 19,1 0-7,-1 0-1,8-4 1,-8 4-2,6-1 1,-6 2 185,2-1-152,3-2 8,-1 8 0,5-8-29,1 6 1,-5-4 0,1 3 1,-4-3-7,3 4 0,-3-4-2,4 3 0,-4-3 5,3 4 0,0-5-2,0 5 0,3-4-59,-2 3 1,-2-3 50,2 4 0,-2-4-40,2 3 0,2 0 19,-2 0 0,-2 2-3,2-5 17,-1 5 1,5-4 20,-1 2-12,1 4 1,-1-6 5,0 2 1,-3 3-12,0-2 1,-2-2-3,2 2 0,2-4 5,-3 3 1,0 1-14,0 3 0,1-3-3,3 0 0,-3-1-11,0 5 0,-1-5-5,5 1 0,-1-2 5,0 2 1,1 2-3,-1-2 0,1 2-9,-1 1 1,-3-3 13,-1 0 1,1-1-22,3 5 1,0-1 9,-4 0 1,3-3 0,-2 0 0,-2-1 3,2 5 0,-2-5-4,2 1-55,2-1 0,-7 4-8,4-4 1,-4 0-168,0-4 186,-1-1-377,-2 3 118,0-5 1,-5-5-1,-2-2 1</inkml:trace>
  <inkml:trace contextRef="#ctx0" brushRef="#br0" timeOffset="2">20992 8337 5755,'0'-6'0,"0"1"0,0 5 4,0 5-4,0-4 47,0 4 150,0-5-179,-6 0-21,5 0 24,-4 0 46,5 0-53,0 5-9,0-3 1,0 3 217,0-5-197,-5 0-16,4 0 19,-4 0 4,5 0 3,0-5-22,0 3 1,-2-3 3,-1 5 0,1-1 38,-1-3-40,1 3 0,-2-5 11,1 2 1,-1 1-11,4-4 0,-1 4 56,-3-1-54,3-2 0,-8 3 0,5-4 1,-1 4 23,1-1-5,3-2 20,-9 0-13,8-1-69,-8-3 0,8 9 57,-6-3-18,5-2 0,-3 5 10,2-3-14,3-3 0,-5 6 34,2-3 0,3 3-18,-10-4 0,9 4 13,-6-3 64,6 3-81,-8-4 0,7 3-4,-5-2 0,5 3 17,-5 1 1,5-1 37,0-3-2,-4 3-2,1-4-27,-5 5 19,-1-5-32,1 3 27,-1-3-26,1 5 1,-1 0-2,1 0 0,3 0 26,1 0-23,-1 0 1,-3 0-1,-1 0 0,5 2 11,-1 1 1,1-1-11,-5 1 1,2 0 2,2 1 0,-2-3-4,3 3 0,-4-3 152,0-1-130,0 5 1,-1-2 62,1 4-78,-1-4 1,1 3-4,-1-2 1,5-3-129,-1 3 134,1 3 1,-5-5-27,1 6 0,3-6 9,1 2 0,3-3-45,-4-1 50,1 5-5,-5-3-8,1 8 0,-1-9 2,1 3 0,3-3-15,1-1 1,3 1 14,-4 3 1,4-3-6,-3 3 0,3-1 3,-4 1 0,5-3-12,-5 3 0,4-2 11,-4 2 0,5-3 2,-5 3 1,4-1 3,-3 0 0,3-1-1,-4 2 1,4 1-26,-3-2 0,3 1 38,-4-4-28,6 5 24,-8-3-20,3 8 1,0-9-10,-1 3 0,4 1 0,-3-1 0,3 1-6,-4-1 1,4-2-3,-3 6 1,3-4-2,-4 3 0,5-3 11,-5 4 0,4-5 13,-3 5 1,3-4-3,-4 3 0,4-3 1,-3 4 0,3-4 7,-4 3 0,5-3 6,-5 4 1,4-2 5,-4 2 1,5 1 2,-5-6 0,4 6-22,-3-1 0,3-2 8,-4 2 1,4-4-34,-3 3 1,4-3 27,-1 4 0,-1-5-32,2 5 7,-6 0 0,6 2-4,-4-3 0,3 4 21,-4-4 0,6 0 12,-2 0-27,-3 1 0,5 3 9,-6 1 1,6-5-18,-2 1 18,-2-1-1,4 5-9,-8-1 0,9 1 1,-4-5-2,5 1 1,0-4 0,0 3-110,0-4 0,-1 2 95,-3-5-361,2 5 44,-3-4-117,5 4-273,0-5 0,0-5 0,0-1 0</inkml:trace>
  <inkml:trace contextRef="#ctx0" brushRef="#br0" timeOffset="3">19724 8543 5759,'0'-7'0,"0"2"-7,0 5 7,5 0-1,-4 0 1,4-5-1,-5 4 16,0-4 5,0 5 4,5 0 13,-3 0 7,3 0-39,-5 0-14,5 5 37,-4-4 11,4 4-5,-5-5 253,0 0-225,0 5-12,0-3-4,0 3-61,0-5 48,0 5-2,0-4 5,0 4-2,0 0-22,0-3 0,0 4 18,0-2 55,0-3-67,0 9 1,0-7 91,0 4-53,0-4-27,0 7 1,0-7-14,0 4 0,0-3-3,0 4 1,0-5 0,0 5 1,0-4 8,0 3-14,0-4 25,0 7-8,0-4-23,0 6 0,0-5 4,0 1 27,0-5-19,0 7 1,0-8 18,0 6 4,0-6-29,0 9 3,0-10 1,0 5 14,0-2 11,0-3 4,5 4-25,-4-5-4,5 5-17,-6-3 1,1 3-6,3-5 58,-3 0-41,4 0 1,-4 0 57,3 0 1,-1 0-68,4 0 0,-3 0 6,4 0 3,-1 0 0,5-1 0,-1-3 1,0 2-13,1-1 1,1-2-8,2 1 0,-3-1 17,4 1 1,-2 1-7,1-4 1,-1 4 13,5-1 1,-5 2-11,1-2 0,2 3 0,-2-3 0,1 3-2,0 1 0,-4 0 0,3 0 1,-2 0-39,-1 0 0,-5 0-100,1 0 0,-4 0-202,3 0 149,-4 0-171,2 0 50,-5 0-102,0-5 411,-5 3 0,-2-8 0,-4 4 0</inkml:trace>
  <inkml:trace contextRef="#ctx0" brushRef="#br0" timeOffset="4">19553 8977 6549,'0'6'390,"0"-1"-172,0-5-132,0 5 9,5-3 9,-4 8-67,4-4 1,-4 2-1,3-1 1,-3-3-2,3 4 0,-3-4 5,-1 3 1,2-1 43,1 2-39,-1 2 0,3-3-37,-5 4 0,4-3 65,-1-1-34,1 1 1,0 3 71,0 1-75,0-1 0,-4 1 20,0-1 0,3 0 20,1 1-57,0-1 0,-3 1-8,3-1 1,-3-3 0,3-1 12,-3 1 1,-1 3-7,0 1 0,2-5 17,2 1-4,-3-5-64,4 7 47,-5-4 1,4 2-15,0-1-4,-1-4-8,-3 2 13,0-5 0,-1-4-9,-3 0 0,3-1 4,-3 1 1,2 2-2,-2-6 0,3 4-61,-3-3 0,1 3 53,-1-4 0,3 1-38,-3-5 1,2 5 30,-2-1 1,3 0-20,-3-3 1,3 0 36,1-1 0,-4 5 2,0-1 0,0 0 1,4-3 0,0 0 6,0-1 0,0 4-1,0 1 0,0-1-11,0-3 0,0 3 35,0 1 1,0-1-29,0-3 0,0-1 48,0 1 0,0 3-49,0 1 1,0-1 2,0-4-5,0 1 1,0 0-1,0-1 0,4 5 3,0-1-2,5 0-79,-3-3 72,5 0 0,1 0 3,-1 4 1,-3 2 1,0 5 1,-1 0 0,5 0 1,-1 0-1,0 0 0,1 0 3,-1 0 15,1 0 0,-1 0-14,1 0 1,3 0 13,0 0 0,0 1-14,-3 3 1,-5-3-2,1 3 0,-1 1-3,5-1 0,-1 3 0,1-3 0,-2 1 21,-3-1 1,4-1 21,-4 4 10,3 1 0,2 2-42,-1-2 1,-3 2-9,-1-3 1,-3 0 12,4 0 0,-6 1-5,2 3 1,1 1-5,-1-1 0,0-3-3,-4-1 1,0 1 8,0 3-9,0 1 1,0-1-4,0 1 0,-4-1 14,0 1-13,-5-1 0,4 0 5,-2 1 1,-3-2-21,2-2 1,2 2 10,-2-3 1,4 0-3,-3 0 1,-1-3 8,-3 4 1,0-4 2,4 3 1,-3-3 42,2 4 0,-2-5-44,-2 5 1,5-4 1,-1 3 0,1-3 17,-5 4-9,1-1 0,-1 4-55,1-4 0,0 2-8,-1-5 1,4 3-86,1-3-56,-1 5 0,-3-8-85,-1 3 1,5 1 73,-1-1 0,4 0-260,-3-4 135,4 0 323,-7 0 0,4 0 0,-6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807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21174 8326 7991,'7'0'-1124,"-2"0"1,-4 0 1123,3 0 0,-3 0 0,4 0 0,-5 0 0,0 5 0,0-4 0,0 4 0,0-5 0,5 0 0,-4 0 0,5 0 192,-6 0-153,5 0-29,-4 0 8,4 0 146,-5 0-148,0-5 13,0 4 0,1-4 2,3 5 17,-3 0-46,4 0-59,-5 0 57,0-5 27,0 3-25,0-3 488,0 5-451,-5 0-17,4 0-7,-4 0 1,4 0 81,-3 0-63,3 0 0,-4 0-9,-1 5 1,4-2 3,-6 5 1,6-5-19,-2 5 1,-1-4-2,1 3 0,-4-3-10,5 4 0,-5-4 17,4 3 0,-3-3 49,3 4-50,-5-1 0,3 5 10,-6-1 1,5-3-11,-1-1 1,4 0 4,-3 0 1,0 4-5,0-4 1,-4 2-2,4-1 0,0 2 11,0-3 1,3 0-10,-4 0 0,5 0 38,-5 0-35,0 3 0,-3-3 27,0 4 0,3-3-18,0-1 1,5 0 4,-5 0 1,2 4-13,-2-4 1,2 0-1,2 0 0,-1-3 81,-3 4-75,-2-1 0,5 5-43,-3-1 0,-2-3 43,2-1 0,2 0-57,-1 0 1,0 3 33,0-2 1,-2-2-3,5 2 1,-5 0-20,1 3 0,2-1-6,-2-2 0,5 1-120,-5-6 1,2 6 127,-2-1 0,-1-2-139,5 2 0,-3-4 116,3 3 0,-5-3-188,1 4 0,2-6 55,-2 2 1,5 1-44,-5-1 0,2 1 31,-2-1 181,-2-3 0,4 9 0,-6-3 0</inkml:trace>
  <inkml:trace contextRef="#ctx0" brushRef="#br0" timeOffset="1">20660 8360 7434,'7'0'-838,"-2"0"1,-4 0 837,3 0 0,-3 0 0,4 0 0,-5 0 0,5 0 0,-3 0 0,3 0 0,-5 0 0,5 0 0,-4 0 0,4 0 116,-5 0-87,0-5 11,0 4-56,0-4 420,0 5-335,0 5-35,0-4 87,0 4-50,0-5 8,5 5-39,-4-4 0,4 6 32,-5-3 44,0-3 9,0 4-37,0 0 0,4-2 5,0 4 36,0-4-84,-4 7 1,4-8-5,-1 6 1,1-4 44,-4 3-5,5-4 13,-3 7-55,8-4 0,-8 5 27,6-4 0,-4 2-18,3-5 1,-3 5 5,4-2 1,-4-2 20,3-1-32,1 3 1,3-2 15,1 2 0,-5 0 0,1-4 1,-1 0 1,5 5 0,-1-6-7,1 2 0,-1 1 4,1-1 1,-1 1 56,0-1-115,1 2 1,-1 2 49,1-1 0,-1-3-69,1 4 1,-1-4 54,0 3 1,1-3-7,-1 4 1,1-5 13,-1 5 1,0-4-3,1 3 1,-2-3-10,-2 4 1,2-6 5,-3 2 1,4 1-33,0-1 0,0 4 74,1-5-38,-1 6 0,1-4 0,-1 3 1,1-2-1,-1-2 0,-3-1 69,-1 4-53,1 1 1,3 2-23,1-2 0,-5 2 18,1-3 0,-4 0-53,3 0 0,-3-3 32,4 4-23,-6-1 1,7 5-3,-5-1 0,4-3-6,-5 0 1,2-5 3,-1 5 1,-2-4-7,1 3 1,0-3-45,1 4 0,-3-4 60,3 3-478,-3-4-122,-1 7-144,0-9 323,0 9 0,-1-8-207,-3 1 1,1 3-50,-4-3 660,4 1 0,-12 1 0,2 2 0</inkml:trace>
  <inkml:trace contextRef="#ctx0" brushRef="#br0" timeOffset="2">22442 8566 5880,'6'0'-6,"-1"0"989,-5 0-953,0-5 63,0 3-53,0-3 218,0 5-215,0-5-3,0 4-12,0-4 1,0 4-94,0-3 84,0 2 0,-1-3-18,-3 5 3,3-5 1,-4 3 1,5-6-1,-5 6 1,2-5 0,-4 3 72,4 3-67,-7-9 1,5 8 47,-3-6 0,2 5-19,2 0-1,-2-4 1,-6 6-21,1-3 0,3-1 3,1 1 1,-1 0-8,-3 4 1,-1-1-5,1-3 1,0 3 53,-1-3 1,1 3-44,-1 1 1,1 0 42,-1 0 0,1 0-34,0 0 1,-1 0 9,1 0 0,-1 0-17,1 0 1,-1 0 6,1 0 0,0 0-18,-1 0 0,1 0-11,-1 0 0,1 0 21,0 0 1,-1 0-4,1 0 0,-1 0 22,1 0 1,3 0-18,1 0 1,-1 0-30,-3 0 0,-1 0 13,1 0 1,3 0 2,1 0 1,-1 0-10,-4 0-9,1 0 1,0 0 5,-1 0 1,2 1 6,2 3 0,-2-3-16,3 3 0,0-1 14,0 1 0,-1-3-14,-3 3 0,3-2 11,0 2 0,5-3 4,-5 3-9,0 2 1,-3-3-2,0 5 0,3-6 10,0 2-2,1 2 0,-3-3 59,2 4-50,-2-4-16,3 7 0,-4-5 4,0 3 0,3 1-1,0-6 1,5 5 1,-5-4 0,4 3 1,-3-3-22,-1 5 17,-3-3 23,-1 6-20,1-1 7,-1 1 0,2-1-8,3 1 1,0-5 0,3 1 0,2-4 0,-6 3 1,6-3-1,-2 4 1,1-5-7,0 5 1,1-4 5,-2 4 0,2-5-8,-2 5 5,3 0-68,-4 3 1,3-1-77,-1-2-22,1 2 100,-3-4 0,5 2-100,0-1-1,-5-4 1,4 3 33,-3-2-123,3-3 0,0 4-61,-3-5-280,3 0 185,-5 0 414,6 0 0,-5 0 0,-1 0 0</inkml:trace>
  <inkml:trace contextRef="#ctx0" brushRef="#br0" timeOffset="3">21403 8577 6558,'0'6'-805,"0"-1"805,0-5 16,-5 0 1,3 6 58,-3-5-64,5 4-20,0-5 20,0 5 0,0-4 14,0 4 101,0-5 8,0 5-91,0-3 37,0 3 1,0-4-77,0 3 4,0-3-16,0 4 0,0-4-21,0 3 28,0-2-22,0 3-31,0 0 42,0-4 46,0 4-40,0 0 172,0-4-102,0 10 15,0-10-54,0 9 1,0-8 2,0 6 0,0-4 43,0 4-8,0-6-29,0 8 12,0-3-15,0 4-37,0 0-3,0 1 24,0-1-13,0 1 81,0-1-59,0 0 87,0 1-88,0-1 10,0 1-34,0-1 1,0-3-3,0-1-8,0-4-4,0 7 0,0-7-5,0 4 19,0-4-17,0 2 1,0-4 12,0 3 1,0-3 62,0 4 8,0-5-38,5 0 10,-3 0-31,3 0 0,-4 0 8,3 0 0,-3-1-26,3-3 0,-2 3 24,2-3 1,-1 3 12,4 1 0,-4-1 20,1-3-23,2 3 1,0-6-23,6 3 0,-5 3 7,1-3-8,0 3 1,3-3 14,0 0 0,1 1-26,-1 3 1,1 0 18,-1 0 0,1-4-4,-1 0 1,0 0-3,1 4 0,-1-1 1,1-3 0,0 3-7,4-3 1,-5 1 0,0 0 0,1 1-53,-5-1 1,4 1 55,0 2 0,-3 0-239,-1 0 165,-4 0 0,3 0-326,-2 0 184,-3 0-299,4 0 515,-5 0 0,-5 0 0,-1 0 0</inkml:trace>
  <inkml:trace contextRef="#ctx0" brushRef="#br0" timeOffset="4">21391 9045 5750,'-6'0'0,"1"0"312,5 0-297,-5 0-11,4 0 16,-5 0-42,6 0 63,-5 0-1,4 0-11,-4 0-15,0 0 1,2 0 26,-4 0-15,4 0 2,-7 0-13,4 0-6,-6 0 23,1 0-18,-1 5 1,1-3 13,0 1 0,3-1-15,0-2 1,5 0-18,-5 0 0,4 0 30,-3 0-27,-1 0 15,-3 0-2,-1 0-4,1 0-5,-1 0 57,1 0 1,3 0-50,1 0 0,3 0-26,-4 0 44,6 0-44,-8 5 0,7-4 24,-5 3-2,6-3-17,-3-1-9,0 0 8,3 0 1,-3 1 5,5 3 93,0-2-82,0 3 208,0-5-184,0 5 21,0-4-45,0 4 73,0 0 0,0-2-28,0 4-14,0-4 0,0 3-7,0-2 0,0-2 7,0 6 0,0-4 35,0 3 1,0-3-4,0 4 0,0 0 0,0 3-28,0 0 0,0 1-26,0-1 1,0 1 1,0-1 1,0 2 2,0 2 1,0-2 11,0 2 1,0-2-6,0-2 1,0 4 20,0 0 1,0 1-22,0-5 0,0 1-37,0-1 1,0 0 39,0 1 0,0-1-106,0 1 65,0-1 2,0 0 0,0-3 8,0 0-16,0-6-15,0 3-129,0-5 155,0-5 6,0 4 3,0-4-7,0 0 8,0 4 7,5-5 1,-3 5-8,1-3 0,-1 3-4,3-4 1,-3 4-1,6-3 0,-5 3 0,7-4 0,-4 5 0,5-5 0,1 3 0,-1-3 0,1 5 0,-1-5 0,1 4 0,-1-3 0,0 2 0,1-2 0,-1 2-27,1-1 0,-5 1-32,1 2-113,-1 0 158,5 0 1,-4 0-389,-1 0 89,-4 0-255,7 0 174,-9 0 394,4 0 0,-5 5 0,0 2 0</inkml:trace>
  <inkml:trace contextRef="#ctx0" brushRef="#br0" timeOffset="5">21094 9205 7458,'-6'0'-1704,"1"0"1771,5 0-58,0 5-17,0-3 13,0 3 763,0-5-681,0 5-45,0-4 56,0 4 287,0-5-226,5 0-115,-4 0 1,6 0 105,-4 0-49,-1 0-38,8 0 1,-5 1-3,3 3 0,2-3 0,-3 3 1,3-3-2,2-1 1,-5 0-7,1 0 1,0 4-36,3 0 1,1 0 35,-1-4 1,0 0 22,1 0 0,-1 0-27,1 0 1,-1 0 80,0 0 0,1 0-79,-1 0 0,1 0 2,-1 0 1,-1-1-11,-2-3 1,2 3 32,-2-3-185,-3 2 129,5 2-348,-4 0-44,1 0-62,-2 0 117,0 0-203,-4 0 132,4 0 160,-5 0 0,0-5 0,0-1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813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14059 7092 8351,'0'7'-2355,"0"-2"2395,0-5-18,0 5-29,0-4 0,0 4 0,0-4 24,0 3-13,0-2 0,-1 3-6,-3-5 22,3 0 11,-4 0 1,5 1-26,0 3 126,0-3-52,0 4 9,0-5-22,0 5-39,0-4 1,0 6-14,0-3-8,0-3-88,0 9 115,0-9-92,0 9 53,0-8 0,1 7-3,3-6 0,-3 2 5,3-1-2,-3-3 3,-1 10 1,0-9 3,0 6-5,0-6 3,5 8 1,-4-7-226,3 5 205,-2-6-295,-2 8 315,0-8 0,5 8 0,1-4 0</inkml:trace>
  <inkml:trace contextRef="#ctx0" brushRef="#br0" timeOffset="1">14116 7172 5824,'0'7'104,"0"-2"335,0-5-391,5 0 50,-3 0-28,3 0 3,0 0-33,-4 0 1,5-2 38,-2-1-6,-3 1-10,10-3-6,-10 5 1,5 0 17,-2 0-63,-3 0 0,6 0 80,-4 0-47,-1 0 0,4-4 66,-2 1-33,-3-1-10,9 4-38,-3 0 1,3-1 79,-3-3-28,3 3-42,-3-5 1,4 6-2,1 0 0,-5-3-4,1-1 0,0 0 7,3 4 1,-3-4 3,-1 0 0,1 1-13,3 3 0,-1-2-6,-2-1 0,2 1-55,-2-2 0,2 2 60,1-2 1,-3 3-34,0-3 0,-1 3 24,5 1 0,-5-1-4,1-3 1,-1 2-28,5-1 1,-5 1-2,1 2-9,0 0 0,3-3 26,0-1 1,-3 0-6,0 4 5,-1 0 0,5 0 15,-1 0 1,-3 0-18,-1 0 0,-3 0 1,4 0 0,-4 0 4,3 0 1,-3 0 0,4 0 1,-5 0 10,5 0 0,-4 0-11,4 0 0,-5 0 20,5 0 0,-4 0-6,3 0-51,1 0 50,3 0-2,1 0-13,-1 0 0,1 0-1,-1 0 1,-3 0-40,-1 0 42,1 0 21,3 0 0,1 0-26,-1 0 0,-3 0 36,-1 0 0,-3 0 21,4 0-32,-1 0 1,5 0-6,-1 0 1,-3 0 52,0 0-15,-1 5 1,5-4-35,-1 3 1,-3-3-28,-1-1 26,1 5 0,3-3-32,1 2 0,-5 1 59,1-2-34,-1 1 1,5 0 19,-1 0-22,1 0 0,-1-4 71,1 0-67,-1 5 0,0-4 19,1 3-17,-1-3 1,1-1-93,-1 0 68,1 0 1,-1 0-10,0 0 0,1 4 14,-1 0 0,-3-1-3,-1-3 1,1 0 68,3 0-68,1 0 0,-1 0-7,1 0 0,-1 0 27,1 0 8,-1 0 0,0 0-20,1 0 1,-1 0-3,1 0 1,-1 0-3,1 0 0,-1 0 0,0 0 0,1 0-30,-1 0 0,-3 0 30,-1 0 0,1 0-26,3 0 1,1 0 24,-1 0-23,1 0 1,-1-3 11,1-1 0,-1 0-2,0 4 1,1 0 2,-1 0 0,-3 0 0,-1 0 1,1 0 0,4 0 0,-1-1 0,0-3 13,1 3 1,-1-4-13,1 5 1,-1 0-3,0 0 1,-3 0 0,0 0 1,-1 0-1,5 0 0,-5 0 0,1 0 0,0 0-1,3 0 1,-3 0-2,-1 0 1,1 0 1,3 0-3,1 0 3,-1 0 0,1 0 0,-1 0 0,0 0 7,1 0 0,-1 0 0,1 0 1,-5 0 5,1 0 0,3 0 2,5 0 0,-1 0 22,-4 0 0,1 0-28,-1 0 1,0 0-7,1 0 0,-1-2 10,1-1 0,0 1-25,4-2 0,-4 3 11,4 1 0,-4 0-4,0 0 0,0-1 9,4-3 0,-4 3-3,3-3 0,-2 3 9,-1 1 1,3 0-9,0 0 1,2 0-2,-2 0 1,-3 0 3,4 0 0,-4-4-9,0 0 0,-1 0 4,1 4 1,-1 0-3,0 0 0,1 0 11,-1 0 1,1 0-2,-1 0 0,1 0 39,-1 0 1,0 0-41,1 0 0,-1 0-2,1 0 0,-1 0 5,1 0 1,-5 0-19,1 0 0,-1 0-3,5 0 0,-1 4-8,1 0 1,-1 0-17,0-4 0,-3 0-13,0 0 1,-1 4 42,5-1-8,-1 1 1,1-4 59,-1 0-60,0 0 0,1 0 109,-1 0 0,1 4-76,-1 0 0,1 0 7,-1-4 0,0 0-17,1 0 0,-1 0-8,1 0 1,-1 3-24,0 1 1,1 0 30,-1-4 0,1 0-28,-1 0 0,1 1 16,-1 3 1,4-3-3,0 3 0,1-3 0,-5-1 0,4 0 2,1 0 1,0 0-2,-1 0 1,-2 0-1,2 0 0,2 0 3,-2 0 1,0 0-2,-3 0 0,3 0 2,0 0 0,2 0-2,-2 0 0,-3 0 1,4 0 1,-2 0-1,1 0 1,-2 0-1,2 0 1,-3 0 4,0 0 1,3 2-1,0 2 1,1-3-5,-5 3 0,4-3 0,0-1 0,2 0-2,-2 0 0,-1 0 2,5 0 1,-5 4-10,1-1 1,3 1-22,1-4 1,-2 0-6,-2 0 0,1 0 29,0 0 0,3 0 0,-4 0 0,4 0 13,-4 0 1,2 0-19,-2 0 1,-1 0 20,5 0 1,-5 0-17,1 0 1,2 0 13,-2 0 1,5 0 2,-1 0 0,-1 0-1,1 0 1,-4 0 13,4 0 1,-1 0 3,1 0 0,3 0-31,-3 0 0,1 0 13,-1 0 0,5 0-21,-5 0 1,5 0 9,-5 0 0,3 0-2,1 0 0,-1 0 3,1 0 0,0 0-4,0 0 0,0 0 13,0 0 1,-1 0 1,1 0 1,0 0-3,0 0 0,0 0-5,0 0 1,3 0-11,1 0 1,0 0 10,-5 0 0,1 0-84,0 0 0,4 0 66,-1 0 0,1 0-5,-4 0 1,0 0 3,0 0 1,-1 0-3,1 0 1,0 0 9,0 0 1,0 0 7,0 0 0,-2-4 15,-2 1 1,3-1-20,-3 4 1,2 0 0,2 0 0,0 0-12,0 0 0,0-4-1,0 0 0,-3 0-15,3 4 0,-4 0-4,4 0 1,0-3 34,-4-1 0,2 0-18,2 4 1,0 0 90,0 0 1,-2-4-53,-2 0 1,3 1 8,-3 3 1,2 0-8,2 0 0,-4-4 8,0 0 0,0 0-5,4 4 1,-4-1 1,0-3 1,-1 3-45,1-3 0,3 3 33,-3 1 1,-1-1-52,1-3 0,-2 2 42,2-1 0,3 1-50,-3 2 0,-1-3 35,1-1 0,-1 0-4,1 4 0,2-1 4,-2-3 0,-2 3-1,-2-3 1,1 3 25,0 1 1,0 0-21,-1 0 0,-1-4 1,5 0 1,-5 0-16,2 4 0,-3 0-1,3 0 1,-4 0 2,4 0 0,-4 0-4,0 0 1,3 0 9,0 0 1,0-4-4,-3 0 1,-1 1 11,1 3 1,0 0-13,4 0 0,-4 0 7,4 0 1,-4 0-5,0 0 1,-1 0-32,0 0 0,1 0 32,-1 0 1,1 0-3,-1 0 0,1 0 5,-1 0 1,0 0 0,1 0 0,-1 0 7,1 0 0,-1 0-14,1 0 0,-1 0 54,0 0 0,1 0-44,-1 0 1,1 0 3,-1 0 0,0 0-6,1 0 1,-1 1-2,1 3 1,-1-3-2,1 3 1,-1-2-3,0 2 1,2-3-1,2 3 1,-2-1 0,2 1 1,-2-3-2,-2 3 0,2 1 3,2-1 0,-2 1 0,2-2 0,2-1 0,-2 2 0,0 1 0,-3-2 0,3 5 0,0-4 0,2 1 0,-2-1 0,-3-2 0,4 6 0,0-4 0,-1 3 0,4-3 48,-3 4 1,3-5-41,-4 5 0,4-4 2,-4 4 0,5-6-9,0 2 0,-3 1 0,2-1 1,-1 3 0,1-3 1,3 4-2,-3-4 0,-2 1 13,3-2 1,-3 0-14,2 5 1,2-6 19,-6 2 1,4 1-16,-4-1 1,4 0 7,-4-4 1,4 3-15,-3 1 1,0 0 0,-1-4 1,-1 4-4,5 0 1,-3 0-3,3-4 0,-5 0-6,1 0 0,1 0 10,0 0 1,-1 0-3,-4 0 0,1 0-1,-1 0 1,0 0 2,1 0 0,-1 0-3,1 0 0,-5 0-4,1 0-73,0 0 34,3 0 0,-3 3-69,-1 1 1,-3 0 70,4-4 21,-6 0 1,4 0-38,-2 0 10,-2 0-23,3 0 0,-4 0-79,3 0-13,-3 0-220,4 0-2723,-5 0 3108,-5 0 0,2 0 0,-4 0 0,3 0 0,-4 0 0,6 0 0,-8 5 0,3 1 0</inkml:trace>
  <inkml:trace contextRef="#ctx0" brushRef="#br0" timeOffset="2">21368 7104 5757,'0'-7'0,"2"2"0,2 5 0,-3 0 6,4 0 362,-5 0-347,0 5-27,0-3 26,0 3 77,0-5-62,0 5-16,0-4 1,0 5 2,0-2-15,0-2 0,0 4 92,0-2-69,0-3 24,0 9 0,0-4-32,0 6 0,-1-5 7,-3 1 0,3 0-29,-3 3 1,2-3-6,2-1 1,0 1 9,0 3 1,0 1-11,0-1 0,0 1-25,0-1 1,0 1 33,0-1 1,-3 0-91,-1 1 1,0-1-65,4 1 150,0-1 0,0 0 0,0 1 0</inkml:trace>
  <inkml:trace contextRef="#ctx0" brushRef="#br0" timeOffset="3">20786 6590 6208,'6'0'-269,"-1"0"367,-5 0-82,-5 0 1,4 0 0,-5 0 6,2 0 21,3 0 1,-6 1 12,3 3-27,3-3 0,-5 4-2,2-5 1,3 5-17,-9-3 1,7 6-4,-5-4 0,5 1-16,-5-1 22,6-3 1,-5 8-8,3-5 1,2 1-9,-6-1-4,6-3 8,-3 9 0,3-8 4,-1 2 2,1 2-6,-3-5 1,5 5 83,0-2-80,0-2 1,1 3-9,3-5 22,-2 0-25,8 0 30,-4 0-16,5 0 0,1 0 8,-1 0 0,-3 1 16,0 3 8,-1-3 0,5 4-29,-1-5 1,-3 1-34,-1 3 18,1-3-6,3 10 65,1-5-31,-6 5 0,0-1 8,-2-2-17,-3 2 1,4-3-25,-5 4 1,-1-3 19,-3-1 1,2-3-11,-6 4 1,4-2 9,-3 2 1,3 0-35,-4-4 1,1 4-17,-5-4 1,1 3-10,0-3 1,3 4-2,0-4 1,1 1-9,-5-2 1,1-1-104,-1 2 1,1 1-14,0-2 0,-1 1 1,1-4 76,-1 0 93,6 0 0,-4-5 0,4-1 0</inkml:trace>
  <inkml:trace contextRef="#ctx0" brushRef="#br0" timeOffset="4">20889 6487 7561,'-7'5'-1796,"2"-4"1796,5 4 52,0-5-57,0-5 13,5 4-9,-3-4-1,3 5 0,-5 0 1,4-1-3,-1-3-2,1 3 6,-4-4 0,0 5 0,0 0 0</inkml:trace>
  <inkml:trace contextRef="#ctx0" brushRef="#br0" timeOffset="5">20889 6704 6660,'-7'8'-572,"4"-1"673,1-4 0,1 3-3,-3-2-99,3-3-24,-4 4 47,5 0-14,0-3 1,0 4-107,0-2 142,0-3-245,0 9 184,0-9-188,0 10 176,0-10 29,0 9 0,5-9 0,1 4 0</inkml:trace>
  <inkml:trace contextRef="#ctx0" brushRef="#br0" timeOffset="6">20969 6647 8159,'0'6'-2399,"0"-1"2399,0-5 0,0 5 75,0-3-33,0 3 9,0-5-60,5 0 19,-4 0 1,4 0 198,-5 0-173,5 0 17,-4 0-45,5 0-4,-6 0 1,3-1 12,1-3-9,0 2 1,-3-3 72,3 5-57,-3 0-12,9 0 0,-7-3-4,5-1 1,-5 0 3,5 4 1,-4 0-9,3 0 1,-3 0-3,4 0-20,-6 0 1,9-4 34,-4 0-1,-2 1-4,5 3 1,-7 0 17,5 0-7,-6 0 1,4 0 30,-2 0-50,-2 0 0,3 1 10,-5 3 1,0-2-29,0 6 0,0-4 37,0 3-13,-5 1 0,-1 3-8,-1 1 0,-2-1-1,5 0 1,-5 1-4,2-1 1,0 1 0,0-1 0,-1 1-5,-3-1 1,1 0 9,2 1 0,-2-1-28,2 1 1,2-5 23,-2 1 0,4-2-8,-3 2 6,4 2 0,-6-7-3,6 4 4,-1-4 2,4 2 103,0-5-13,5 0-80,-4 0 0,9 0 2,-2 0 0,-2 0-5,2 0 1,-4 0-4,3 0 1,1 0-23,3 0 0,-3 0-32,-1 0-142,1 0 0,3 0 16,1 0-2,-1 0 0,1-1 177,-1-3 0,-3 2 0,-1-1 0,-4 1 0,7 2 0,-4 0 0</inkml:trace>
  <inkml:trace contextRef="#ctx0" brushRef="#br0" timeOffset="7">21197 6761 8159,'6'0'-748,"0"0"1,-6 1 0,0 3 597,0-3 163,0 5 3,5-6-8,-4 0 1,4 0 114,-5 0-140,5 0 14,-4 0 23,4 0-18,-5 0 65,5 0 1,-2 0-44,5 0 1,-6-2 5,2-2 0,-2 3-16,2-3 0,-2 2 18,1-2-51,4 3 1,-6-6 55,3 4-90,2 1 57,-5-8 1,6 8-40,-3-6 32,-3 6 2,4-9 0,-5 9 40,0-6-17,0 6 0,0-5 34,0 4 0,-1 1-33,-3-2 44,3 3-46,-10 1 0,5 0 1,-5 0 1,3 0-24,0 0 1,5 0-3,-5 0 1,4 1-2,-3 3 1,3-1-7,-4 4 1,4-3 1,-3 4 1,3-4 8,-4 3 1,6-3-4,-2 4 0,1-2 38,0 2 0,1 2 5,-1-3 1,1 4-35,2 0 1,0 0 0,2 1-7,1-1 1,0-1-1,5-2 0,-1 1-3,5-5 1,0 3 11,3-3 1,-1 0-133,5-4 0,-3 0 66,3 0 0,-4-1-238,4-3 294,0 3 0,-1-15 0,-2 4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821"/>
    </inkml:context>
    <inkml:brush xml:id="br0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4100 6339 21946,'6'0'0,"0"0"0,-6 0 0,5 0 0,-4 0 0,4 0 0,-5 0 17,5 0-2,-4 0 1,4 0 269,-5 0-182,5 0 14,-3 0 54,3 0 344,-5 0-423,5 0-9,-4 0-148,4 0 352,-5 0-204,5 0 76,-3 0-77,3 0 117,-5 0-83,5 0-22,-4 0 6,4 0 151,-5 0-286,5 0 131,-4 0-224,4 0 121,-5 0 5,6 0-14,-5 0-16,9 0 40,-9 0-7,9 0 0,-7 0 80,5 0 0,-5 0 99,5 0-12,-6 0-71,9 0 1,-9 0-90,6 0 0,-4 0 19,3 0-32,-4 0 110,7 0-175,-4 0 0,2 0 85,-1 0 0,-3 0-60,4 0 1,-4 0 146,3 0 11,-4 0-395,7-5 1,-7 3-412,4-2-154,-4 3 803,7 1 0,-8 0 37,6 0 0,-4 0 65,3 0-4,-4 0 52,7 0 714,-4 0 188,1 0 7,3 0-745,-4 0-159,1 0-212,3 0 189,-9 0-164,9 0 96,-9 0 1,6 0 5,-3 0 60,-3 0-43,4 0 1,-4 0 9,3 0 12,-3 0 21,4 0 2,0 0-40,-3 0 1,4 0-14,-2 0-2,-3 0-39,4 0-14,0 0-51,-3 0 86,8 0 1,-8 0-33,6 0 9,-6 0 0,5 0-25,-3 0 24,-3 0 7,9 0 1,-7 0 6,4 0 2,-4 0 36,7 0 1,-8 0-34,6 0-3,-5 0-5,7 0 0,-8 0-1,6 0 1,-4 0-26,3 0-7,-4 0 18,7 0 1,-8 0-7,6 0 1,-5-1-868,0-3-622,4 3 1068,-1-4 0,2 5 437,-1 0 0,-3 0 48,4 0-37,-6 0 6,8 0-11,-3 0 0,0 0 437,1 0 1,-4 0 1046,3 0-602,-4 0-813,7 0-64,-3 0 0,0 0 0,1 0 1,-4 0-7,3 0 0,-3 0 2,4 0-3,-6 0-5,8 0-5,-3 0 0,0 0 11,1 0 0,-4 0-9,3 0 0,-3 0 7,4 0 0,-5 0-2,5 0 1,-4 0 1,4 0 0,-5 0 0,5 0 0,-4 0 0,3 0 0,-3 0 0,4 0 0,-4 0 0,3 0 0,-3 0 0,4 0 0,-5 0 0,5 0 0,-4 0 0,3 0 0,1 0 0,3 0 0,0 1 237,-4 3 639,3-3-645,-3 4 382,4-5-616,1 0 4,-1 0-18,0 5 265,1-3 0,-1 3-180,1-5 1,-5 0-533,1 0 1,-4 0 324,3 0 0,-3 0-202,4 0 0,-4 0 291,3 0 19,1 0 48,3 0-279,1 0 1,-1 0 54,0 0 0,-3 0 201,0 0 1,-4 0 2,3 0 0,-3 0-6,4 0 1,-5 0-1,5 0 0,-4 0-10,3 0 1,-3 0 11,4 0 0,-4 0 15,3 0 1,-3 0-8,4 0 1,-5 0 4,5 0 1,-4 0-4,4 0 1,-5 0 13,5 0 1,0 0 1,3 0-8,0 0 1,-3 0 5,0 0 0,-5 0-3,5 0 1,-4 0 17,3 0 1,1 0-16,3 0 1,0 1 254,-4 3 644,3-3-635,-3 4 1,0-5-262,1 0-26,-5 0 7,7 0 0,-8 0 46,6 0-19,-6 0-128,9 0 0,-9 0-759,6 0 194,-6 0 686,8 0 0,-7 0 20,5 0-67,-6 0 41,8 0-58,-3 0 1,0 0 32,1 0 0,-4 0-17,3 0 40,-4 0-9,7 0 0,-8 0 12,6 0-27,-5 0 73,7 0-57,-4 0 36,5 0 1,-3-4-911,0 0 434,-1 1 0,1 3 435,0 0 0,-5 0-1,5 0 0,-4 0 0,3 0 1,-3 0 2,4 0 0,-4 0-13,3 0 8,-4 0 883,7 0-438,-4 0 0,6 0-439,-1 0 0,-3 0 4,-1 0-2,1 0 1,3 1 203,1 3 1,-5-3 98,1 3 1,-4-3 212,3-1-513,1 0 16,3 0-12,1 0 0,-1 0 14,1 0 2,-6 0-408,4 0 79,-3 0 1,0 0 8,1 0 0,-4 0 286,3 0 18,-4 0 0,3 0-128,-2 0 136,-3 0-12,9 0 0,-7 0 6,4 0 1,-4 0 16,7 0 1,-7-1-906,4-3 453,-4 3 0,3-4-835,-2 5 1299,-3 0-19,9 0-13,-3 0 1,0-4-443,1 0 1,-4 0 134,3 4 1,-3 0 743,4 0 1,-4 0-1,3 0 1,-3 0 199,4 0 1,-4 0-643,3 0 1,-3 0-1,4 0 1,-5 0-2,5 0 1,-4 0 885,3 0-582,1 0 1,3 0-303,1 0-4,-1 0 0,1 0 2,-1 0 48,1 0 0,-1 0-46,0 0 0,1 0 34,-1 0 0,-3 0-32,-1 0 0,1 0 11,3 0-12,1 0 1,-1 0 1,1 0-39,-1 0 0,1 0 57,-1 0-33,0 0-195,1-5 1,-1 4 3,1-3 1,-1 3 0,1 1 210,-1 0 1,0 0 23,1 0 1,-1 0 4,1 0 1,-5 0-25,1 0 0,-1 0 5,5 0 0,1 4 447,2-1 0,-6 1-167,2-4 1,-2 0 141,2 0-272,6 5 0,-4-3-5,2 1 0,-2-1-112,-2-2 1,0 1 152,1 3 1,-5-3 129,1 3-367,0-3-87,3-1 0,-3 0 125,-1 0-340,-4 0 468,7 5 0,-7-4 222,4 3-332,-4-3 97,7-1-658,-9 0 448,9 0 0,-7 0 35,4 0 37,-4 0-272,7 0 0,-7 0-156,4 0 223,-4 0 1,3 0-196,-2 0 453,-3 0-55,9 0 1,-7 0 30,4 0-144,-4 0 125,7 0 0,-7 0-98,4 0 82,-4 0 5,7 0 0,-7 0 17,4 0 1,-3 0 25,4 0 57,-6 0-88,8 0 39,-3 0 0,0 0-29,1 0 1,-4 0-40,3 0 30,-4-5-2113,7 4 1831,-4-4-10,6 5 0,-5 0 309,1 0 1,-4 0-26,3 0 1,-3 0 66,4 0-62,-6 0 0,8 0 64,-2 0 2070,-3 0-1862,5 0-11,-3 0 1,0 0-262,1 0 0,-4 0 3,3 0 0,-4-1-874,1-3 401,2 3 0,-3-4 27,4 5 0,-3 0 492,4 0-59,-6 0-1,8 0-43,-3 0-3,4 0 323,0 0 0,-3 0 146,0 0 0,-5 0 410,5 0-870,-5 0 0,3 0 140,-2 0-85,-3 0 21,9 0-73,-9 0 32,10 0-40,-10 0-353,9-5 0,-7 3-559,4-2 503,-4 3 0,3 1 483,-2 0 0,-2-4-1950,6 1 1288,-5-1 0,3 4 581,-2 0 3,-3 0 831,9 0-749,-9-5 0,6 3 474,-3-1-2037,-3 1 1906,4 2 228,0 0 1,-2 0-624,4 0-451,-4-5 0,3 4 16,-2-3-375,-3 3 842,9 1 1,-7 0 607,4 0 0,-3 0 767,4 0-1428,-6 0 1,9 0 40,-4 0 1,-1 0 437,2 0 1,-4 0-304,4 0 844,-6 0-1171,8 0 0,-9-5 0,5-2 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822"/>
    </inkml:context>
    <inkml:brush xml:id="br0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10770 6224 22837,'6'0'0,"-1"0"23,-5 0-19,5 0-4,-3 0-1,3 0 106,-5 0-71,5 0 8,-4 0-37,4 0-41,-5 0 31,5 0-1,-4 0 4,5 0-743,-6-5 1,1 4-738,3-3 66,-3 3-97,4 1 1661,-5 0-110,5 0 1,-4 0-10,4 0 1529,0 0-795,-3 0 0,4 0 752,-2 0-756,-3 0 0,6 0-745,-4 0 16,-1 0 0,4 0-17,-2 0 4,-3 0-7,4 0 2,0 0-10,-4 0-9,10 0 26,-10 0-11,9 0-9,-9 0 0,9 0 0,-8 0 1,4 0 2,-2 0 0,-3 0 1,5 0-14,-2 0 16,-2 0 19,3 0-23,0 0 30,-4 0-12,9 0 0,-9-1-1512,3-3-7,3 3 1154,-6-4-2199,9 5 2599,-9 0 22,9 0 0,-7 0-34,5 0 43,-6 0 723,8 0 1,-7 0 807,4 0-1190,-4 0 887,7 0 1,-7 0-1328,4 0-2,-4 0 1,3 0-60,-2 0 91,-3 0-41,9 0 0,-7 0 20,4 0 1,-3 0-9,4 0 11,-6 0 2,9 0 0,-5 0 0,2 0 0,-1 0 0,-3-4-1535,4 0 905,-6 0 1,4 4 629,-2 0 0,-2 0 0,4 0 0,-2 0 0,-3 0 0,5 0 0,-2 0 0,-3 0 0,6 0 1536,-3 0-278,-3 0-1258,9 0 32,-9 0 0,6 0 109,-4 0-61,-1 0 0,4 0-57,-2 0-6,-3 0 0,5 0 57,-2 0-30,-3 0 0,6 0-108,-3 0 90,-3 0 0,5 0-111,-2 0 71,-3 0 0,9 0 0,-7 0 11,5 0 0,-6 0 5,8 0 0,-7 0 2,4 0 9,-4 0 3,7 0-7,-4 0 0,2 0 9,0 0 1,-6 0-9,8 0 0,-7 0 9,5 0 1,-6 0 0,8 0 38,-8 0-47,8 0 0,-8 0 70,6 0-71,-6 0 1,5 0 12,-3 0-13,-3 0 0,5 0 6,-2 0-17,-3 0 1,6 0 9,-4 0-84,-1 0 80,8 0-112,-9 0-12,9 0-18,-9 0-32,10 0-274,-10 0 125,9 0-64,-9 0 393,4-5-305,-5 4 0,5-4 0,2 5 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823"/>
    </inkml:context>
    <inkml:brush xml:id="br0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14082 6144 27353,'-6'0'-3416,"-1"0"3293,3 0 157,3 0 2,-4 0-46,5 0-1375,0-5 1,-1 4 806,-3-3-261,3 3-2,-4 1 529,5 0 327,5 0-17,-4 0 2,4 0 2414,-5 0-1530,5 0 31,-4 0-40,5 0-801,-6 0-66,5 0 82,-4 0-69,4 0 3,-5 0-3,5 0-2,-4 0-54,4 0 56,-5 0-47,5 0 28,-3 0 1,4 0 25,-2 0-13,-3 0 1,5 0 19,-2 0 19,-2 0 8,8 0-41,-9 0 15,9 0-3,-4 0 1,2 0-15,0 0 0,-5 0 19,5 0 0,-4 0-4,4 0 0,-5 1-75,5 3 1,-4-3 0,3 3 1,-3-3 183,4-1 1,-4 0-83,3 0 0,-3 0-23,4 0 1,-5 0-29,5 0 1,-4 0 21,3 0 0,-3 2-59,4 2 115,0-3 0,3 4 92,0-5 0,-3 0-287,0 0 0,-1 0 99,5 0 0,-5 1 287,1 3-263,-1-3 0,5 4 94,-1-5 0,1 0-130,-1 0 0,-3 0 1,-1 0 0,1 0-219,3 0 237,1 0 0,-1 0 0,1 0 0,-5 0-323,1 0 305,-1 0 0,5 0-219,-1 0 238,1 0 0,-1 0-1,1 0 0,-1 0 42,0 0 0,1 0-28,-1 0 0,1 0 2,-1 0 0,-3 0 22,-1 0 1,1 0 3,3 0 0,1 4 2,-1 0 1,-3 0 70,-1-4-1,1 0-112,3 0 1,1 0 17,-1 0 1,-3 0-46,0 0 1,-1 0 40,5 0 0,-5 0-4,1 0 1,-4 0 45,3 0-47,1 0 0,3 0-83,1 0 0,-5 0 107,1 0-25,0 0 0,3 0-9,0 0 0,1 0-4,-1 0-1,1 0 1,-1 0-7,0 0 0,1 0 15,-1 0-6,1 0 1,-1 0 39,1 0 0,-1 0-36,0 0 0,1 0 28,-1 0 1,-3 0-19,0 0 1,-1 0-16,5 0 1,-1 0 28,0 0-14,1 0 1,-1 0 22,1 0-21,-1 0 0,0 0 27,1 0 1,-1 0-27,1 0 0,-1 0-3,1 0 12,-1 0 1,0 0-36,1 0 0,-1 0 18,1 0 1,-1 0-3,1 0 1,-5 0 14,1 0 0,-1 0-2,5 0 0,-5 0 43,1 0-31,0 0 0,3 0-11,0 0 0,-3 0 5,0 0 1,-1 0-13,5 0 0,-5 0 4,1 0 0,-4 0-2,3 0 1,1 0-2,3 0 1,-3 0-3,0 0 1,-5 0-3,5 0 1,0 0 2,3 0 1,-3 0 16,-1 0-16,1 0 1,3-4-315,1 0 0,-5 0-578,1 4 892,0 0 0,3 0 14,0 0 1,1 0-15,-1 0 0,1 0 15,-1 0-15,1 0 0,-1 0 315,0 0 0,-3 0 601,0 0-930,-1 0 0,5 0-6,-1 0 2,1 0 0,-1-1-216,0-3 0,-3 3-87,0-3-591,-1 3 857,5 1 0,-1 0 45,0 0 0,-3 0 13,0 0 1,-4 0 11,3 0-1,1 0 422,3 0-104,1 0 593,-1 0-787,0-5-939,1 4 591,-1-5-595,1 6 791,-1 0-3,1 0-5,-1 0-10,0 0 31,1 0 0,-1-3 84,1-1 0,-5 0-748,1 4 1067,-1 0 0,5 0-406,-1 0 1,-3 0 3,0 0 0,-5 0 1,5 0 0,-2-1-398,2-3 108,2 3 1,-7-4 146,4 5 1,-3 0 587,4 0 1,-5 0-432,5 0-8,-5 0 3,7 0 1,-4 0 389,6 0 212,-1 0 310,0 0-918,1 0-3,-1 0 1,-3 0-26,-1 0-46,-4 0-11,7 0 52,-9 0 0,6 0-29,-3 0-117,-3 0-18,4 0-859,-5 0 848,-5 0 1,-2-5 0,-4-2-1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824"/>
    </inkml:context>
    <inkml:brush xml:id="br0">
      <inkml:brushProperty name="width" value="0.12095" units="cm"/>
      <inkml:brushProperty name="height" value="0.12095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19084 7012 6438,'7'0'-1,"-2"0"22,-5 0-20,5 0-1,-4 0 1,5 0 4,-2 0 1,-3-1 45,3-3-9,3 3-23,-1-4 1,2 5-2,-1 0-11,-4 0-10,7 0 0,-8-1 56,6-3 0,-5 3-42,7-4-13,-4 5 1,2 0-10,-1 0 32,-4 0-12,7 0 0,-7-4 43,4 0-13,-4 0-36,7 4 0,-8 0-14,6 0 1,-5 0 13,7 0 0,-8 0 36,6 0-19,-6 0-43,8 0 2,-8 0 40,8 0 1,-8-4 26,6 1-9,-5-1 1,3 4-2,-2 0-7,-3 0 10,9 0-10,-9 0-8,10 0 1,-9 0 9,6 0-15,-6 0-29,8 0 1,-7 0 21,5 0 1,-5 0-9,5 0-8,-5 0-3,7 0 25,-4 0-24,5 0 0,-3 0 22,0 0-2,-1 0 0,5 0-3,-1 0 1,-3 0 3,-1 0-2,1 0 4,3 0-7,1 0 1,-2-2 2,-2-1 0,2 1 12,-3-1 1,0 1 17,0 2-41,1 0 3,3 0-2,1 0-7,-1 0-5,1 0-2,-1 0 6,0 0-4,1 0 94,-1 0-78,1 0 0,-5 0 2,1 0 0,-4 0-3,3 0 0,-3 0 0,4 0-20,-6 0 30,8 0-24,-3 0 1,0 0 8,1 0 1,-4 0-3,3 0 1,-3 0 1,4 0 0,-4 0 2,3 0 0,-3 0 24,4 0 0,-4 2-38,3 1 1,-3-1 28,4 1 0,-5-1-25,5-2 17,0 0 3,3 0-15,0 0 1,1 0 8,-1 0 1,-3 0-2,0 0 0,-5 0 47,5 0 2,0 0-27,3 0 1,0 0-19,1 0 0,-5 0-9,1 0 1,-4 0 25,3 0-14,1 0 1,4 0-6,-1 0 0,-3 0-1,-1 0 0,1 0-6,3 0-1,1 0 0,-1 0 2,0 0 1,1 0 4,-1 0 0,1-4 18,-1 0 1,1 0-18,-1 4 1,0-4 4,1 1 0,1-2 0,2 1 1,-6 3-3,2-3 0,-1 1 1,5-1 1,-2 3-4,2-3 0,-2-1-29,-2 1 20,1 1 1,-1 1-6,1-1 7,-1 1-15,1-3 29,-1 5-29,0 0 9,1 0 0,-1 0-6,1 0 0,-5 0 5,1 0 1,0 0 4,3 0 0,-3 0-20,-1 0 21,1 0 1,3 0-11,1 0 0,-5 0 18,1 0-3,-1 0 0,5 0 0,-1 0 1,-3 0-1,0 0 1,-5 0 64,5 0-63,0 0 1,3 0 51,0 0 0,-3 0-22,0 0 4,-1 0-34,5 0 0,-1 0 1,1 0 1,-5 0 8,1 0-11,-1 0 0,5 0-23,-1 0 1,1 0 20,-1 0 1,-3 0 21,-1 0 0,1 0-20,3 0 0,1 0 25,-1 0 1,1 0-21,-1 0 0,0 0 3,1 0 0,-1 0-12,1 0-1,-1 0 1,0 0-2,1 0 1,-1 0 7,1 0 1,-1 0-39,1 0 29,-1 0 1,0 0-4,1 0 1,-1 0 1,1 0 2,-1 0 1,1 0 1,-1 0 0,0 0 0,1 0 0,-5 0 0,1 0 0,0 0 0,3 0 0,-3 0 0,-1 0 0,1 0 0,3 0 0,-3 0 0,0 0 0,-1 0 0,5 0 0,-1 0 0,-3 1-11,-1 3-22,1-2 21,3 3-18,1 0 1,-1-4 21,1 4-22,-1-5 30,0 0 1,0 1-5,-4 3 0,3-3 28,-2 3-32,-3-3 1,5-1 22,-2 0 0,-2 0 0,2 0 0,-4 0-11,3 0 0,-3 0 11,4 0 1,-5 0-16,5 0 0,-4 0 10,3 0 0,-3 0-6,4 0 1,-4 0 15,3 0 1,-3 4-61,4 0 57,-1 0 1,5-4-13,-1 0 0,-3 0-2,-1 0 0,-3 0 1,4 0-4,-1 0 1,5 0-1,-1 0 1,-3 0-4,-1 0 1,-3 0 27,4 0 1,-4 0-1,3 0-34,1 0 8,3 0 1,1 0 1,-1 0-1,1 0 0,-1 0 1,0 0-1,1 0 0,-6 0 0,4 0 0,-2 0 1,-2 0-1,2 0 0,-4 4-56,3-1 71,1 1 0,3-4-12,1 0 0,-5 0 14,1 0 0,-4 0 0,3 0 2,1 0-8,3 0 0,1 0-1,-1 0 1,-3 0 25,0 0 12,-1 0-56,5 0 1,-1 0 14,0 0 1,-3 0-1,0 0 1,-5 0 8,5 0 1,-4 0 3,3 0 0,1 0-12,4 0 1,-5 0 2,1 0 1,-1 0-8,5 0 1,-5 0 5,1 0 0,0 0-18,3 0 0,0 0 15,1 0 0,-4 0-7,-1 0 1,1 0 2,3 0 1,-3 0-3,-1 0 1,1 0 37,3 0 0,-3 0-42,0 0 1,-1 0 12,5 0 1,-5 0-16,1 0 1,-4 0 0,3 0 1,1 0-12,3 0 0,-3 0-3,0 0 1,-5 0-8,5 0 1,0 0-5,3 0 0,-3 0-4,-1 0 0,1 0 14,3 0 1,-3 0-7,0 0 0,-1-4 11,5 1 0,-1-1-1,0 4 1,1 0 5,-1 0 0,-3-1 2,-1-3 0,1 3 2,4-3 1,-1 2 1,0 2 0,1 0 19,-1 0 1,-3-3-17,-1-1 1,1 0 22,3 4 1,1 0-20,-1 0 1,-3 0 9,0 0 0,-1-4-1,5 0 1,-1 1 1,0 3 0,-3 0-1,0 0 0,-2-2 11,2-1-19,2 1 3,-4-3-39,6 5 36,-1 0 1,-3 0-59,-1 0 49,-4 0 0,3 0-3,-2 0 0,-2 0-9,6 0-2,-5 0-3,7 0 1,-4 0 7,5 0 0,-3 0 12,0 0-7,-1 0 1,5 0-54,-1 0 46,1 0 0,-1 0-2,0 0 0,-3 0 3,0 0 1,-1 0-1,5 0 0,-5 0 13,1 0 0,0 0-13,3 0 0,-3 0 29,-1 0 1,1 0-25,3 0 1,-3 0 19,-1 0 1,1 0-32,3 0 9,1 0 1,-1 0 8,1 0 1,-1 0-2,1 0 0,-5-4 5,1 1 1,-1-1-14,5 4 23,-1 0 1,1 0-16,-1 0 1,-3 0 7,-1 0 0,1 0-5,3 0 1,-3 0 2,0 0-21,-1 0 1,5 0-22,-1 0 35,0 0 1,1 0-8,-1 0 12,1 0 1,-1 0-10,1 0 1,-5 0 20,1 0-13,-1 0 0,5 0 1,-1 0 1,-3 0-1,-1 0 0,-3 0 3,4 0-5,0 0 0,3 0 0,0 0 0,-3 0 0,0 0 0,-5 0 0,5 0 0,0 0 44,3 0 1,-3 0-11,-1 0 1,-3-1 5,4-3 1,-1 2-31,5-1 0,-5 1 2,1 2 1,-4 0-20,3 0 41,1 0-18,3 0 0,1 0-3,-1 0 1,-3-3-8,-1-1 0,-3 0 4,4 4 0,-4 0 1,3 0 1,-3 0-12,4 0 0,-4 0-2,3 0-22,-4 0 31,7 0 0,-8 0-16,6 0 9,-5 0 0,3 0-94,-2 0 33,-3 0-18,4 0 11,0 0-8,-4 0-1,10 0 38,-10 0 1,5 0-73,-2 0 76,-3 0 1,6 0-84,-4 0 0,-1 1-57,1 3-27,-1-3-2,3 4-3,-4-5-165,4 0 330,-5 0 0,0 5 0,0 2 0</inkml:trace>
  <inkml:trace contextRef="#ctx0" brushRef="#br0" timeOffset="1">18993 7115 7399,'6'0'-181,"-1"0"181,-5 0 0,5 0 0,-3 0 0,3 0 0,-5 0 0,0 5-32,0-3-1,0 3 70,0-5-37,0 5-31,0-4-4,0 4-6,0-5 49,0 5 36,0-4 5,0 4-30,0-5-20,0 6-4,0-5 9,0 4 1,0-4 24,0 3-40,0-3 37,0 4 10,0 0 6,0-3-44,0 8 33,0-9-39,0 9 1,0-7 18,0 4 0,0-3-16,0 4 0,-2-4 65,-1 3 1,1-3-1,-1 4 0,1-5-45,2 5 0,0-4-8,0 3 0,-1-3 46,-3 4 1,3-4 35,-3 3 6,3 1-42,1 3-128,0 1-2,0-1 61,0 1 29,0-1-90,0 0 9,0 1-21,0-1 109,0 1-13,0-1 1,0-3 15,0-1 0,0-3-14,0 4 2,0-6 2,0 8-6,0-3 0,0 0 3,0 1-4,0-5-2,0 7 0,0-8 6,0 6-9,0-6 8,0 9 0,0-9 14,0 6 14,0-6 4,0 8-45,0-8 13,0 8 1,0-8 41,0 6-31,0-5-32,0 7 17,0-4 0,1 0-43,3-2-2,-3 3 0,4-5-12,-5 6 119,0-6-53,0 8 0,0-7 55,0 5-43,0-6-46,0 8 62,0-9 3,0 10 1,0-9 27,0 6-73,0-6 0,0 5 47,0-4 6,0-1-10,0 8-22,0-9-27,0 9 1,0-7 3,0 4-2,0-4 11,0 7-5,0-9-18,0 10-10,0-10 23,0 9 3,0-9 0,0 6 0,0-4 1,0-1 0,0 4 1,0-2-2,0-3 0,0 4 1,0-4-1,0 3 0,0-2 0,0 3 0,0 0-1,0-4 23,0 4 6,0-5 10,0 5-37,0-4 0,0 4 0,0-3-10,0 2 13,0-3-13,0 4 33,0-5 1,2 4-33,1-1-42,-1 1 6,3-4 146,-5 5-57,0-3-77,0 8 30,0-9-9,0 4 73,0 0-9,0-4 1,0 6 14,0-3-101,0-3 50,0 4 1,0-4-11,0 3-6,0-3 0,0 4-1,0-5 1,1 4-69,3 0-69,-3 0 68,4-4 238,-5 0-81,5 0-71,-3 0 11,3 0 1,-4 0 2,3 0 33,-3 0 0,5 0 174,-2 0-142,-3 0-101,9 0 0,-7 0 1,5 0 1,-5-4 134,5 0-63,-5 0 1,7 4-71,-3 0 1,0 0 19,0 0 1,-3-1 28,4-3 1,-4 3 9,3-3 0,1 3-35,3 1 1,-3 0-3,-1 0 0,1 0-65,3 0 0,-3 0 2,0 0 1,-1 0 34,5 0 0,-1-4 56,1 0 1,-5 1-71,1 3 0,-1 0-11,5 0 1,-5 0 35,1 0 5,0 0 0,3 0-10,1 0 1,-1 0 34,0 0-65,1 0 97,-1 0 1,-3 0-51,-1 0 1,-3 0 17,4 0 0,-4 0-11,3 0 0,-3 3-59,4 1 0,-4 0 16,3-4 0,-3 0 28,4 0 1,-5 4-115,5 0 46,0-1 40,3-3 0,0 0 38,1 0 1,-5 0 21,1 0 123,0 0-106,3 0 1,1 0-52,-1 0 0,-3 0 162,-1 0-104,1 0 0,3 0-32,1 0 0,-5 0-12,1 0-6,-1 0 0,5 0-29,-1 0 1,-3 0 20,0 0-1,-1 0 0,5 0 10,-1 0 0,-3 0 13,-1 0 5,1 0 0,3 0-10,1 0-33,-1 0 0,1 0 31,-1 0-26,0 0 1,1 0 20,-1 0 0,-3 0 0,-1 0 0,1 0-6,3 0 0,-3 0 6,0 0 3,-1 0 1,5 0-9,-1 0 1,1 0 17,-1 0 1,-3 0-14,-1 0 0,1 0-22,3 0 18,1 0 0,-1-1 23,1-3 1,-1 3-14,0-3 0,-3 3-19,0 1 1,-1 0-16,5 0 1,-5 0 22,1 0-20,-1 0 0,5 0 11,-1 0-5,1 0 0,-1-1-20,1-3 23,-1 3 1,0-4 14,1 5 1,-5 0-15,1 0 16,0 0 0,3-2 8,1-2 1,-5 3 64,1-3 0,-1 3-74,5 1 0,-5 0 40,1 0 1,0 0-52,3 0 1,-3-1 33,-1-3 1,1 3 2,3-3 0,-3 3-15,0 1 0,-1 0-42,5 0 0,-5-4 50,1 0 1,-1 0 10,5 4 1,-5 0-28,1 0 0,0 0-66,3 0 11,1 0 0,-1-1 28,0-3 1,1 3 51,-1-3-3,1 3 0,-1 1-23,0 0 0,1 0-37,-1 0 23,1 0 1,-1 0 16,1 0 0,-1-1-16,0-3 0,1 3-5,-1-3 0,-3 2-8,-1 2 1,1 0-39,4 0 39,-1 0 0,0 0-14,1 0 20,-1 0 1,1 0 0,-1 0 0,-3 0-45,-1 0-6,1 0 0,3 0 42,1 0 1,-5 0 7,1 0 0,-4 0 1,3 0 1,-3 0 0,4 0 0,-4 0 0,3 0-6,1 0 12,3 0 0,1 0-6,-1 0 0,-3-3 52,-1-1 1,-3 0-35,4 4 1,-4 0-53,3 0 20,1 0 4,3 0 1,1 0 7,-1 0 1,-3 0-14,-1 0 22,1 0 0,3 0-118,1 0 66,-1 0 1,1-1 29,-1-3 0,0 3-5,1-3 0,-1 3-6,1 1 0,-1 0-14,0 0 0,1 0 18,-1 0 1,1 0-16,-1 0 1,1-2 50,-1-1 0,4 1-34,0-2 0,1 3-2,-5 1 0,1 0-10,-1 0 0,0 0 23,1 0 1,-1 0 1,1 0 1,-1 0 0,0 0 0,1 0-4,-1 0-19,1 0 0,-1 0 6,1 0 1,-1 0 7,0 0 1,-3 0 18,0 0 1,-5 0 12,5 0 2,0 0 18,3 0-13,1 0 0,-1-1-12,0-3 0,-3 3-3,0-3 0,-5 3-6,5 1 0,-4 0-4,3 0-15,1 0 1,3 0-31,1 0 16,-1 0 1,1 0-13,-1 0 9,1 0 0,-1 0 39,0 0 0,1 0-23,-1 0 0,-1-2 19,-2-1 0,2 1-2,-2-1 0,2 1 6,1 2 1,1 0-9,-1 0-3,1 0 1,-1 0 1,0 0 1,1 0-6,-1 0-6,1 0 0,-1 0 1,1 0-4,-1 0 0,0 0 14,1 0 0,-5 0-17,1 0 0,-4 0-3,3 0 0,1 0 8,4 5 1,-1-3-2,0 1 1,-3-1 0,0-2 0,-5 1 0,5 3 0,0-3-10,3 3 0,-3-3-2,-1-1 2,1 0 0,3 0-40,1 0 32,-1 5 1,1-3 12,-1 1 1,-3-1-1,-1-2 1,-3 0 10,4 0 1,-5 0 1,5 0 0,-4 0 17,3 0 0,-3 1-28,4 3-27,-6-3 22,9 4-7,-5-5 24,5 0-2,1 0 27,-1 0-35,1 0 36,-1 0-24,0 0 0,-3 0 9,0 0 0,-4 0 16,3 0 5,-4 0-25,7 0 0,-8 0 0,6 0 0,-4 0-3,3 0 0,-3 0 6,4 0-10,-6 0 7,8 0 0,-7 0-6,5 0 14,-6 0-3,8 0 0,-7 0 16,4 0 1,-3 0 30,4 0-58,-6 0 13,9 0 0,-9 0-2,6 0 1,-4 0 9,3 0 17,-4 0-3,7 0-16,-4 0 0,2 0-8,-1 0 7,-4 0-2,7 0 1,-7 0 2,4 0 0,-3-4-41,4 0 1,-4 1 35,3 3-21,-4 0 0,7 0 11,-3 0 1,0 0-3,0 0 0,-3 0 9,4 0 0,-4 0-1,3 0 0,-3 0 9,4 0 1,-5 0-12,5 0 1,-4 0-11,3 0 15,-4 0-32,7 0 24,-3 0 0,0 0-1,1 0 0,-4 0-6,3 0-5,-4 0 29,7 0 0,-8 0-17,6 0 1,-5 0 0,3 0 3,-2 0-7,-3 0 3,9 0 0,-7 0-1,4 0 2,-4 0-1,7 0 0,-7 0-4,4 0 1,-3 0 1,4 0 1,-5 0 1,5 0 0,-6 0 0,9 0 0,-5 0 0,5 0 0,1 0 0,-1 0 10,1 0-10,-1 0 1,1 0 99,-1 0-90,-5-5 246,4 3-217,-3-3 1,0 5 55,1 0-73,-5 0 1,3 0 26,-2 0-130,-3 0 145,9 0-299,-9 0 218,10 0 1,-9 0-39,6 0 41,-6-5 5,8 4 0,-7-4 4,5 5 11,-6 0-3,8 0 0,-7 0-8,4 0 29,-4 0-20,2 0-79,0 0-12,-4 0-14,9 0 45,-8 0-11,8 0 62,-9 0 1,6 0-53,-4 0 86,-1 0 1,4 0-24,-2 0 4,-3 0 1,5 0-12,-2 0 5,-3 0 0,6 0-98,-3 0-13,-3 0 38,4 0 28,-5 0 38,5 0-24,-4 0 48,4 0 1,-3 0 10,1 0 16,-1 0-18,3 5 18,-5-4-3,0 4-22,5-5-39,-4 0 15,4 0 0,-4 0-5,3 0 1,-2 0-6,3 0 5,-5 0 0,5 0-39,-4 0 0,5 0 37,-2 0-176,-3 0 143,4 0-12,1 0 18,-5 0 0,5 0-47,-2 0-16,-3 0 1,6 0-112,-4 0-396,-1 0 298,3 0-175,-5 0-37,5 0-276,-4 0 795,4 0 0,-5 0 0,0 0 0</inkml:trace>
  <inkml:trace contextRef="#ctx0" brushRef="#br1" timeOffset="2">20797 6932 5964,'7'0'-10,"-2"0"200,-5 0-167,0 6 9,0-5 84,0 9-57,0-4-28,-5 6 1,3-1-15,-1 1 0,1-5 1,2 1 1,-1-2 3,-3 2 1,3 2 20,-3-2-30,3 2 0,1 1 7,0 1 1,-4-1-7,0 0 0,1-3 9,3 0 0,0-1-1,0 5 1,-4-1 34,0 0-25,0 1 0,3-1-28,-3 1 1,3-1 39,-3 1-62,3-1 1,-1 0 26,-1 1 1,1-1-25,-1 1 0,1-5 15,2 1 0,0 0-4,0 3 0,0-3 18,0-1 1,0-3 16,0 4 31,0-1-53,0 5 1,0-1-1,0 0 0,0-3 5,0 0 1,0-5-23,0 5 1,0-4 18,0 4-6,0-1 41,0 5-23,0-1 0,0 0-12,0 1 1,0-5-7,0 1 0,0-4-4,0 3 0,0-3 12,0 4 1,-4-4-29,1 3 0,-1-3 13,4 4 1,0-4-8,0 3 2,0-4-8,0 7 9,0-4 5,0 6 3,0-1 0,0-3-2,0-1 0,0-3 0,0 4 0,0-5 0,0 5 0,0-5 0,0 7 0,0-8 0,0 6 0,0-4 0,0 3 0,0-3 0,0 4-15,0-6 14,0 8-77,0-3 0,0 0-110,0 1 80,0-5 1,4 3-74,-1-2-226,1-3 407,-4 4 0,5-5 0,2 0 0</inkml:trace>
  <inkml:trace contextRef="#ctx0" brushRef="#br1" timeOffset="3">21505 7001 5900,'7'0'75,"-2"0"98,-5 0-142,0 5-32,0-4 1,0 6 48,0-4-25,0-1 1,0 4-12,0-2 0,0-2 23,0 6 15,0-5-12,0 7 12,0-4-31,-5 6 1,4-1-24,-3 0 0,2-3 19,2 0 0,0-5 19,0 5-18,0 0 0,0 3 0,0 0 1,0-3 0,0 0 1,0-1-2,0 5 1,0-5-46,0 1 44,0 0 0,0 3-7,0 0 0,2-3-5,2 0 0,-3-5 0,3 5-7,-3 0 1,-1 3-3,0 1 0,1-5-3,3 1 0,-3-4 13,3 3-14,-3 1 11,-1 3 1,0 1-5,0-1 0,2-3 1,1-1 1,-1-3 1,1 4 0,-1-5 28,-2 5 4,0 0-6,0 3 1,0 1-21,0-1 1,0-3 36,0-1 0,0-3 0,0 4-19,0-1 1,0 5-5,0-1 0,0-3 1,0-1 1,0 1 4,0 3 1,0-3 24,0 0-57,0-1 0,0 5 24,0-1 1,0-3-25,0-1 0,0-3 35,0 4-43,0-1 21,0 5 4,0-1-22,0 1 3,0-6-317,0 4 305,0-9-360,0 4 380,0-5 0,0-5 0,0-1 0</inkml:trace>
  <inkml:trace contextRef="#ctx0" brushRef="#br0" timeOffset="4">21106 7344 14954,'0'6'-3249,"0"-1"2935,0-5 274,0 5-14,0-4 14,0 4-40,0-5 4,5 0 45,-4 0-28,4 0 44,-5 0 1,0 0-1</inkml:trace>
  <inkml:trace contextRef="#ctx0" brushRef="#br0" timeOffset="5">20569 6167 9285,'0'7'-2330,"0"-2"2201,0 0 7,0-4 5,0 4-22,0-5 40,5 0 25,-4 0-95,4 0 270,-5 0-246,0-5 27,0 4 35,0-4 83,0 5 0,0 0 0</inkml:trace>
  <inkml:trace contextRef="#ctx0" brushRef="#br0" timeOffset="6">20569 6430 8249,'0'6'-974,"0"-1"1010,0-5-72,0 5 46,0-3 1,0 4 4,0-2-5,0-3-2,0 4 19,0 0 0,0-2 3,0 4 9,0-4 0,0 3 77,0-2-97,0-3-9,0 10 0,0-9-6,0 6 16,0-6 0,0 8-65,0-2 36,0-3 0,0 5-15,0-2 0,0-2-10,0 2 1,0-4-61,0 3 6,0 1 76,-5 3 1,4 1-1,-4-1 1</inkml:trace>
  <inkml:trace contextRef="#ctx0" brushRef="#br0" timeOffset="7">20638 6578 9141,'5'-6'-2567,"-4"1"2558,4 5-59,0 0 26,-4-5 75,4 4 1,-3-4-30,1 5-34,-1-5 63,3 3-45,-5-8 0,1 8 32,3-6 6,-3 5 0,4-3 45,-5 2-132,5 3 73,-3-9 0,4 7 22,-2-4-24,-3 4 0,5-6 28,-2 5 4,-3 1-2,4-2-29,1 3 16,-5-3 1,4 4-48,-5-3-18,5 3 27,-4-4-7,4 5 10,-5 0 42,5 0 31,-3 0-113,3 5 0,-5-3 91,0 6-17,0 0 1,1 3-69,3 0 1,-3-3-4,3 0 1,-3-1 11,-1 5 1,0-5-4,0 1 0,0 0-69,0 3 115,0 0 0,0 1 0,0-1 0</inkml:trace>
  <inkml:trace contextRef="#ctx0" brushRef="#br1" timeOffset="8">20877 6556 8472,'0'7'-848,"0"1"1,-3-4 0,-1 3 678,0-4 169,4 7 0,0-4 51,-5 6-23,4-1 1,-5-3 109,6-1-116,0-4 16,0 2 2,0 0 21,6-4-49,-5 4 0,5-5 9,-2 0-8,-3 0-13,4-5-15,0 4 1,-3-5 23,1 2 1,0 3-15,1-3 1,-3 1 9,3-1 0,-3 2-20,-1-6 1,1 6 13,3-2 0,-2-2-1,1-2 1,0 2 6,1-2-3,-3 0 0,4-3-4,-5 0 0,1-1 3,3 1 0,-3-1-1,3 1 0,-1-1 1,1 1 1,-3 0-4,3-1 0,-3 1 1,-1-1 1,0 1-1,0 0 1,4-5-11,-1 1 0,1 0-1,-4 3 1,0 1-80,0 0 0,0-5 78,0 1 1,0 0-31,0 3 1,0 1 24,0 0 0,0-1-51,0 1 75,5-6 0,-3 5-13,1-4 0,-1 7 16,-2 2 0,0 3-6,0-4 29,0 6-41,0-3 30,0 5-19,0 5 1,-2-3-2,-1 6 1,1-5 5,-3 7 0,5-4 1,0 6 1,0-5 107,0 1 1,0-4-105,0 3 0,-4 1 179,1 3-164,-1 1 0,4-1 22,0 0 1,0 1-8,0-1 1,0 1-3,0-1 0,0 1-8,0-1 1,0 4-13,0 0 0,0 1-72,0-5 1,0 4 76,0 1 1,0 0-139,0-1 0,0-2 72,0 2 1,4-2-52,-1-2 1,5 1 36,-4-1 1,1-3-9,-1-1 0,-2 1-25,6 3 88,-6-4 0,9 3 0,-5-4 0</inkml:trace>
  <inkml:trace contextRef="#ctx0" brushRef="#br1" timeOffset="9">21071 6556 8472,'0'6'-2612,"6"-1"2637,-5-5 16,4 0 1,-4 0 55,3 0 18,-3 0-67,4 0-3,-5 0-76,5 0 88,-3 0-65,3 0 50,-5 0-38,5 0-11,-4 0-11,4 0 21,0 0 0,-3-1-2,1-3 1,0 3-29,1-3 36,-3-2-6,4-1 1,-1 0-3,0-1 0,-1 4 1,-3-3-3,0 4 1,0-7 1,2 5 2,2-3-2,-3-2 0,4 7-5,-5-4 0,0 3 4,0-4 0,-1 6-3,-3-2 1,3 2 1,-3-2 0,2 2 1,-3-3 0,3 5 0,-6 0 2,6 0 1,-7 2-1,5 1 0,-1 0 32,1 5 1,3-1-32,-3 5 0,-1-5 84,1 1 0,-1-1-72,1 5 0,3-1 98,-3 1 0,3-1-69,1 1 0,0-1 12,0 0 0,0 1-46,0-1 1,0-3-3,0-1 1,1 0-26,3 0 0,-1 2 45,4-5 0,1 4-145,3-4 1,-3-1 71,-1-3 0,1 4-114,3 0 1,1 0 40,-1-4 0,1 0-65,-1 0 1,1 0 182,-1 0 0,0-5 0,1-2 0</inkml:trace>
  <inkml:trace contextRef="#ctx0" brushRef="#br1" timeOffset="10">21391 6487 7772,'-6'1'-1971,"2"3"2009,3-3 91,1 4-114,0-5 1,-4 2 55,0 2-52,0-3 0,4 5 90,0-2-82,0-3 1,-3 6 6,-1-4 0,0 0-24,4 5 0,0-5 1,0 5-45,-5 0 1,2 2 49,-4-3 0,4 3-138,-1-2 1,2 1 80,-2-1 1,2 2-11,-6-3 1,5 0-28,0 0 38,-4 1 1,5 2 39,-6-2 0,0 2 0,-3-4 0</inkml:trace>
  <inkml:trace contextRef="#ctx0" brushRef="#br1" timeOffset="11">21311 6464 8439,'4'8'-2166,"0"-1"1669,0-4 501,-4 7 176,0-4-155,5 1-7,-4 3 0,4-7-1,-5 4 0,1-3 77,3 4-48,-2-6-5,3 8-40,0-3 0,-4 4-7,3 0 0,1-3-22,-1 0 1,-1-5 39,-3 5 0,4 0-37,0 3 1,0-3-23,-4-1 0,1 1-57,3 3 104,-3 1 0,9 4 0,-3 2 0</inkml:trace>
  <inkml:trace contextRef="#ctx0" brushRef="#br0" timeOffset="12">21951 6339 8038,'0'7'-2207,"0"1"2194,0-6 1,0 5-1,0-4 9,0-1 0,0 4-1,0-2 2,0-3 0,0 4 13,0 0 6,0-3 0,0 4 4,0-2-8,0-3 1,0 5 52,0-2-25,0-3 0,0 6 1,0-3-4,0-3-41,0 9 31,0-9 0,0 6 81,0-4-84,0-1 1,0 4 23,0-2-31,0-3 0,1 5 29,3-2-100,-3-2 94,4 8-100,-5-9 49,0 9-1,0-4 0,0 2-11,0 0 0,0-4-3,0 3 1,0-3-10,0 4 0,0-5-5,0 5 1,0-4-224,0 3 263,0-4 0,5 7 0,2-4 0</inkml:trace>
  <inkml:trace contextRef="#ctx0" brushRef="#br1" timeOffset="13">22019 6453 5767,'0'6'165,"0"-1"39,0-5-204,6 0 54,-5 0 3,4 0 89,-5 0-58,5 0-63,-4 0 1,6 0 26,-4 0 0,0 0-8,4 0 0,-3 0 3,4 0 1,-4 0-23,3 0 1,1 0 0,3 0 0,1 0 28,-1 0 0,1-4 0,-1 1 0,0-1-28,1 4 1,1-1 13,2-3 1,-2 2-6,2-1 0,-1 1 1,1 2 1,-2-3 1,2-1 1,-2 0-30,-2 4 0,0 0-4,1 0 1,-1-4 17,1 0 1,-1 1-7,0 3 1,1 0 37,-1 0 1,1 0-28,-1 0 0,1 0 11,-1 0 0,0 0 5,1 0 1,-1 0 6,1 0 1,-1 0 1,1 0 1,-1 0 1,0 0 0,1 0-67,-1 0 0,1 0 48,-1 0 1,0-4-21,1 0 55,-1 0-5,6 4 1,-5-1 3,4-3-32,-4 3 1,0-4-10,-1 5 0,-3 0 44,-1 0-112,1 0 71,4 0 1,-1 0-62,0 0 0,-3 0 53,0 0 1,-5 0-26,5 0 1,-4 0 26,3 0 3,1-5-11,3 3 1,-3-3 7,0 5 0,-4 0-18,3 0-13,-4 0-34,7 0 0,-8 0 49,6 0 0,-4 0-88,3 0 61,-4 0 0,7 0-24,-2 0 26,-3 0 6,5 0 1,-4 0 72,6 0-77,-6 0 167,4 0-141,-3 0-2,4 0-6,0 0 0,-3 0-4,0 0 1,-5 0 8,5 0-5,-5 0-19,7 0 0,-8 0 20,6 0 39,-6 0 1,5 0-35,-3 0 41,-3 0-49,9 0 0,-8 0 1,6 0 6,-5 0 1,7 0-28,-4 0 0,2 0 22,-1 0 0,-3 0-35,4 0 26,-6 0 12,8 0 1,-7 0-8,5 0 1,-5 0-3,5 0 3,-5 0-1,7 0 0,-8 0-4,6 0 0,-4 2-4,3 1 3,-4-1 1,7 3-41,-4-5 1,2 0 0,0 0-7,-6 0 16,8 0 0,-7 0-45,4 0-15,-4 0 46,7 0-95,-9 0 78,10 0-65,-10 0 0,5 1-122,-2 3-28,-3-3 124,4 4 59,-5-5 1,2 0-134,1 0 52,-1 0-67,3 0 0,-4 0 38,3 0 207,-3 0 0,4 0 0,-5 5 0,0 2 0</inkml:trace>
  <inkml:trace contextRef="#ctx0" brushRef="#br1" timeOffset="14">23310 6213 6309,'0'6'-300,"0"-1"309,0-5-8,0 5 10,0-3 12,0 3 249,0-5-240,0 5-15,0-4 1,0 5 34,0-2-2,0-2-30,0 8 1,0-4 1,-1 4 65,-3-2-68,3 2 0,-4-4 53,5 6 0,0-1-55,0 1 0,0-1 0,0 0 0,0 1-18,0-1 1,0 1-6,0-1 0,0 1-155,0-1 0,0 0 102,0 1 0,0-3-273,0 2 332,0-7 0,0 16 0,0-7 0</inkml:trace>
  <inkml:trace contextRef="#ctx0" brushRef="#br0" timeOffset="15">22077 5745 8865,'0'6'-1229,"0"-1"794,0-5 231,0 5 52,0-4 51,0 5 150,0-6-74,0-6-246,0 5 247,0-4 75,0 5-8,0-5 13,0 4 0,0-4 98,0 5-169,0-5 43,0 3-4,0-3 345,0 5-290,0 5 13,0-3-49,0 8 2,0-4-81,0 6 1,0-1 59,0 0 1,0-3-85,0 0 0,0-1 72,0 5 1,0-1-149,0 0 1,1 0 63,3-4 1,-3 3-15,3-2 1,1-2-27,-1 2 0,-1-4 101,-3 3 1,5 1 0,2 3 0</inkml:trace>
  <inkml:trace contextRef="#ctx0" brushRef="#br0" timeOffset="16">22122 5836 7242,'7'5'-894,"-2"-4"927,-5 4-4,5-5 30,-4 0 72,4 0-94,-5 0 10,5 0-11,-4 0 97,4 0-92,-5 0-4,6 0-40,-5 0 11,4 0 0,-4 0-39,3 0 36,-3 0 1,6 0-30,-4 0-22,-1 0-2,8 0 48,-9 0 0,9 0 0,-3 0 0</inkml:trace>
  <inkml:trace contextRef="#ctx0" brushRef="#br0" timeOffset="17">22316 5722 9566,'0'-6'-2954,"0"0"2919,0 6 70,0-5-27,0 4 14,0-4 96,0 5-111,0 5 0,0-2-24,0 4 35,0-4 10,0 7-40,0-4 0,0 6 13,0-1 0,0-3-2,0-1 0,0 1-2,0 3 1,0 1-25,0-1 1,0 1-6,0-1 1,0-3-132,0-1 163,0 1 0,0 3 0,0 1 0</inkml:trace>
  <inkml:trace contextRef="#ctx0" brushRef="#br0" timeOffset="18">22179 5973 9566,'7'0'-2678,"-2"0"2588,0 0 1,-3 0 89,6 0 0,-5 0 2,7 0 1,-8 0 3,6 0 52,-6 0 6,8 0-61,-3 0 0,0 0 6,1 0 1,-4 0-113,3 0 103,-4 0 0,7 0 0,-3 0 0</inkml:trace>
  <inkml:trace contextRef="#ctx0" brushRef="#br0" timeOffset="19">22465 5745 6772,'0'6'26,"0"-1"0,0-4-3,0 3 1,0-3 0,0 6-7,0-3 31,0-3-51,0 9-6,0-4-36,0 6 32,0-1-6,0 1-25,0-1 0,-4 0 84,0 1-232,0-6 195,4 4 1,0-3 0,0 4 0</inkml:trace>
  <inkml:trace contextRef="#ctx0" brushRef="#br0" timeOffset="20">22476 5882 9576,'0'6'-1481,"0"4"0,2-8 1242,1 1 218,-1-1 0,8 3 0,-4 1 0</inkml:trace>
  <inkml:trace contextRef="#ctx0" brushRef="#br0" timeOffset="21">22328 6064 9576,'-1'8'-28,"-3"0"-1558,2-6 815,-3 8 597,5-3 153,0 4 17,0 1 1,0-5 12,0 1 0,0-4 21,0 3-63,0-4 2,0 7-46,0-4 44,0 1 41,0 3 24,0-9-8,5 4-93,2-5 91,4 0 0,1 0-19,-1 0 1,-3 0 19,-1 0 0,1 0-135,3 0 142,1 0-330,4-5 316,-3 4 1,8-9 0,-3 3-1</inkml:trace>
  <inkml:trace contextRef="#ctx0" brushRef="#br0" timeOffset="22">22750 5688 8517,'-6'0'-3,"1"0"34,5 0-2,-5 0 3,4 0 5,-4 0 365,5 0-298,0 5-122,0-4 0,0 5 2,0-2 0,0-1 12,0 4 1,0-3-26,0 4 15,0-1 1,0 5-75,0-1 40,0 1 0,0-1 4,0 0 1,0 1 44,0-1 0,0 1-33,0-1 0,0 0 46,0 1 1,0-4-87,0-1 74,0 1-323,0 3 164,0 1 0,1-6-146,3-2 266,-3-3 1,9 4 0,-4 1 0</inkml:trace>
  <inkml:trace contextRef="#ctx0" brushRef="#br0" timeOffset="23">22785 5802 11460,'6'0'-1444,"-1"0"1,-4 0 1454,3 0 90,-3 5-324,4-4 1,-3 4 90,2-5 189,-3 0 1,5 0 35,-2 0-94,-3 0-1,9 0 1,-7 0-16,5 0 0,-5 0 25,5 0 0,-4 0 63,3 0 0,-3 0 22,4 0 1,-4 0-165,3 0 71,-4 0 0,7 0 0,-4 0 0</inkml:trace>
  <inkml:trace contextRef="#ctx0" brushRef="#br0" timeOffset="24">22967 5676 7889,'7'0'0,"-2"1"-185,-5 3 80,0-2 106,0 3-37,0 0 159,0-4-104,0 9-29,0-4 0,0 2-29,0 0 58,0-1 0,0 5-40,0-1 0,-4-3 106,0-1 0,0 1-109,4 3 1,-1 1 60,-3-1 1,3 1-80,-3-1 0,3-3 13,1-1 0,-4 1 35,0 3 1,1 1 61,3-1-45,0-4 0,-6 3 0,0-4 0</inkml:trace>
  <inkml:trace contextRef="#ctx0" brushRef="#br0" timeOffset="25">22785 5985 6817,'1'6'-555,"3"-2"392,-3-3 122,4-1 1,-4 0-9,3 0 32,-3 0 1,6 0-7,-3 0 34,-3 0 1,5 0-118,-2 0 129,-3 0-15,9 0-6,-3 0 0,0-4 16,1 0 0,-4 1 0,3 3 0,-3 0-17,4 0 1,-2-2 0,2-2-25,2 3 1,-4-4 26,6 5-4,-6 0 0,4-5 0,-3-1 0</inkml:trace>
  <inkml:trace contextRef="#ctx0" brushRef="#br1" timeOffset="26">22899 6007 8548,'0'7'-2761,"0"-2"2761,0 0 59,0-4 0,0 5-46,0-2 23,0-2 1,-1 4-24,-3-2-1,2-3-12,-3 9 0,5-7-1,0 4-65,0-4 66,0 7 0,-5-4 0,-1 6 0</inkml:trace>
  <inkml:trace contextRef="#ctx0" brushRef="#br1" timeOffset="27">22693 6144 6074,'7'0'97,"3"0"0,-8 0-56,6 0-4,-6 0-24,9 0 1,-6-1-29,2-3 34,3 3 0,-3-4-60,4 5 1,-3 0 45,-1 0 0,-3-4-46,4 0 28,-1 1 1,5 3-3,-1 0 0,-3 0 12,0 0 0,-1 0-5,5 0-10,-1 0 0,0 0 13,1 0 1,-1 0-36,1 0 1,-5 0 3,1 0 1,0-2-47,3-1 30,0 1 0,1-3 52,-1 5 0,1 0 0,-1 0 0,0 0 0</inkml:trace>
  <inkml:trace contextRef="#ctx0" brushRef="#br1" timeOffset="28">22842 6236 8548,'-2'6'-2255,"-1"-2"1788,1-3 544,-3 4-63,5-3-4,0 3-50,0-5 57,0 5 65,0-4-28,0 4 260,0-5-370,5 0 78,-3 0-13,8 0-4,-4 0 0,4-1 4,-2-3 0,2 3 1,-2-3 0,-2 3-2,2 1 1,-1 0 5,5 0-4,-1 0 1,1 0-23,-1 0 0,0-2 15,1-1 1,-1 1-4,1-2 0,-5 3-16,1 1 4,-1 0 0,5 0 8,-1 0 1,-3 0 0,0 0 1,-5 0 0,5 0 0,-6 0 0,5 0 6,-3 0-4,-3 0 0,4 1 0,-5 3 1,0-1-5,0 4 0,0-3 0,0 4 0,0-4-110,0 3 48,0 1 0,0 3 66,0 1 0,0-6 0,0 4 0,0-3 0</inkml:trace>
  <inkml:trace contextRef="#ctx0" brushRef="#br1" timeOffset="29">23481 6955 7775,'0'7'-2019,"0"-2"2019,0 0 0,0-4 0,0 4 0,0-4 0,0 3 0,0-3 0,0 5 0,0-1 0,0-4 0,0 4 0,0 0 0,5-4 0,-3 4 0,3 0 0,-5-3 0,0 3 0,0-4 0,0 3 42,0-3-18,0 4-1,0 0-13,0-3 80,5 8-65,-4-9-36,4 9 12,-5-9 1,0 6-1,0-3-15,0-3 1,0 5 23,0-2-14,0-3 1,1 8 2,3-5 10,-3 0-8,5 1 0,-6-3 25,0 6-25,0-5-1,0 7 1,0-8 12,0 6 0,0-6 5,0 9-15,0-5 0,0 1 72,0 1-58,0-5 2,0 7-16,0-4-1,0 6 0,1-2 0,3-3 0,-3 0-2,3-4 0,-3 0-5,-1 5 0,0-5 5,0 5 1,0-4-8,0 3 0,0-3 4,0 4 1,0-4 0,0 3 1,0 1 1,0 0-2,0-1 1,0 1 0,0-1 1,0 1 0,0-4 11,0 3 1,0-3-11,0 4 0,0-4 0,0 3 0,0-3 11,0 4 1,0-5 0,0 5 1,0-4-9,0 4 0,0-5 1,0 5 0,0-4-12,0 3 1,0-3 10,0 4 1,0-4-13,0 3 1,0-3 12,0 4-10,0-1-13,0 5-1,0-1-6,0 1 1,0-5-2,0 1 0,0-4 14,0 3 11,0-4 0,-5 7 0,-1-4 0</inkml:trace>
  <inkml:trace contextRef="#ctx0" brushRef="#br1" timeOffset="30">23036 7721 5764,'6'0'0,"-1"0"0,0 0 0,-3 0 0,8 0 0,-4 0 0,2 0 0,-1 0 0,1-6 0,0 5 0,-1-3 0,1 3 0,3 1 0,1 0 7,-1 0 1,1 0 0,-1 0 1,-1-1 26,-2-3 0,2 3 4,-3-3 1,0 3 1,0 1 1,1 0-10,3 0 116,1 0-120,-1 0 0,1 0 17,-1 0 0,-3 0-47,-1 0 1,-3 0 2,4 0 1,-4 0 20,3 0 0,-3-4 2,4 0 1,-5 0-16,5 4 1,-4 0-6,3 0 0,-3 0 6,4 0 0,-4-1 3,3-3 1,-3 3-2,4-3 0,-1 3 1,1 0 9,0-3 7,-1 2 1,1-3 6,-1 5 0,-3 0-70,4 0 65,-6 0-71,9-5 62,-10 4-33,9-4 0,-9 5-10,9 0 13,-8 0 0,4 0 7,-2 0 1,-3 0 0,4 0 0,0 0 0,-4 0 0,5 0 0,-6 0 0,5 0 3,-4 0 1,4 0 83,-5 5-80,0-4-6,0 4-17,0-5-241,0-5 118,0 4 58,0-9 0,0 7 81,0-4 0,0-1 0,0-3 0</inkml:trace>
  <inkml:trace contextRef="#ctx0" brushRef="#br1" timeOffset="31">22910 6990 5763,'0'6'0,"0"-1"0,0-5 0,0 5 0,0-4 0,-5 4 0,-1-5 0</inkml:trace>
  <inkml:trace contextRef="#ctx0" brushRef="#br1" timeOffset="32">22910 7012 7734,'0'7'-986,"0"-2"0,0-4 986,0 3 0,0-3 0,0 6 0,0-4 0,0-1 0,0 3 0,0 0 12,0-4-12,0 9 2,0-9 11,0 10 1,0-10-15,0 9 0,0-7 6,0 4-11,0-4 6,0 7-2,0-4 1,0 2 1,0-1 0,0-3-2,0 4 1,0-4 0,0 3 1,0-3 0,0 4 0,0-5 0,0 5 0,0-4 0,0 4 106,0-1-70,0 5 0,0-1 5,0 0 1,0-3-24,0 0 0,0-5 5,0 5 0,0 0-1,0 3 1,0-3 27,0-1-45,0 1 0,0 3 17,0 1 0,4-5-47,0 1 1,0 0 35,-4 3 0,0-3-35,0-1 1,0 1 57,0 3-17,0 1 1,0-1-15,0 1 0,0-1-1,0 0 1,0 1-11,0-1 1,0-3 14,0-1 1,0 1-28,0 4 0,0-1 1,0 0-6,0 1 1,0-1 16,0 1 1,0-1 0,1 0-116,3 1 111,-3-1 1,4 1-59,-5-1 52,0 1 1,1-2 21,3-3 1,-3 3-46,3-2 1,-2-2-39,-2 2 79,0 0 0,0 3 0,0 1 0</inkml:trace>
  <inkml:trace contextRef="#ctx0" brushRef="#br1" timeOffset="33">23047 6624 5747,'0'-6'0,"0"1"0,0 5 0,5 0 0,-3 0 0,3 0 0,-5 0 17,0-5 2,0 3-15,0-3 389,0 5-381,-5 0-9,3 0 2,-3 0 10,5 0-28,-5 5 18,4-3-13,-4 3 0,1-4 6,0 3 0,0-3 1,4 5 21,0-2-11,-5-3 0,4 6 32,-3-3-32,3-3 47,1 4-47,0 0 1,0-2-20,0 4 16,0-4-4,0 2 6,0 0-8,0-4 1,0 5-8,0-2 11,0-2-11,5 3 1,-2-5 5,4 0 1,-3 0-1,4 0 1,-5 3-1,5 1 1,-4 0-2,4-4 1,-2 1 29,1 3-13,4-3 0,-6 6 16,2-3 0,2-2-17,-5 6 50,5-6-52,-8 8 1,8-7 29,-5 5 0,0-5-37,-4 5-6,0-6 0,-4 9-76,0-4-25,-5-2-64,3 5 0,-6-4 85,1 1 0,3 2-81,1-5 162,4 0 0,-12 1 0,2 1 0</inkml:trace>
  <inkml:trace contextRef="#ctx0" brushRef="#br1" timeOffset="34">23184 6624 6741,'-6'5'-981,"1"-4"981,5 5 0,-1-6 0,-3 0 29,3 0 6,-4 0 41,5 0-76,5 0 0,-4-6 0,4 0 0</inkml:trace>
  <inkml:trace contextRef="#ctx0" brushRef="#br1" timeOffset="35">23230 6738 8358,'0'7'-2267,"0"3"2222,0-9 0,0 5 98,0-2-1,0-3-18,0 5 0,4-5 37,0 3-19,-1-3 7,-3 9-126,0-9 109,0 9-234,0-8 192,0 8 0,0-9 0,0 4 0</inkml:trace>
  <inkml:trace contextRef="#ctx0" brushRef="#br1" timeOffset="36">23333 6658 7710,'0'7'-1804,"0"-2"2155,0-5-416,5 0 65,-4 0-8,9 0 0,-7 0 1,4 0 2,-4 0 4,7-5 1,-7 3 1,4-1 51,-4 1 10,2 2-31,0 0-13,-4 5-11,4-3-5,-5 8-4,0-4 1,0 2-17,0-1 0,0-3-7,0 4 0,0-4 9,0 3 0,0-3-18,0 4 17,-5-6 7,4 8 1,-8-7 26,5 5-31,1-6 17,-3 8 0,5-7 5,-3 4-3,3-4 0,1 3 41,0-2 3,0-3-31,0 4 1,0-3-4,0 1-24,0-1-7,0 3-2,5-5-28,2 0 1,4 0 45,0 0 0,1-5 0,-1-2 0</inkml:trace>
  <inkml:trace contextRef="#ctx0" brushRef="#br1" timeOffset="37">23504 6693 8357,'0'6'-2480,"0"-1"2477,0-5-1,0 5 41,0-4 2,0 4 155,0-5-176,0 6-19,0-5 0,0 4 0,1-5-6,3 0-10,-3 0 6,5 0 12,-6 0-22,5 0 19,-4-5 1,5 4-1,-2-3 0,-3 1 2,3-1 0,2 3 0,-4-9 0,7 7 0,-6-4 0,1 3 0,-4-4 0,2 6 0,1-2 0,-1-2 0,3 3 0,-5-4 9,0 4 13,0-7 0,0 7 28,0-4-45,0 4 1,0-3 10,0 2-13,0 3 6,0-4 1,-2 5-31,-1 0 35,1 0-12,-8 0 31,9 0 0,-8 1 3,5 3 0,-3-2 37,3 6 1,-1-4 12,1 3 0,1-3 22,-4 4 0,4-1-66,-1 5 1,-1-1 49,2 1 0,-1-1 39,4 0-192,0 1 1,0-1 63,0 1-116,0-1 1,0 1 21,0-1-108,5-5 0,1 1-234,6-4 231,-1-1 202,0 3 0,1-5 0,-1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862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21277 7218 5912,'-6'6'-161,"1"-1"161,5-5 0,0 0 0,0 5 0,-5-3 0,3 3 0,-3-5 0,5 0 0,0 5 0,0-4 0,-1 4 18,-3-5 2,3 0-12,-4 0 2,5 5-15,0-3 12,0 3-11,-5-5 0,3 1 5,-1 3-1,1-3-5,2 4 3,0-5 1,-1 4 0,-3 0 1,3 0 2,-4-4 1,4 1-2,-3 3 39,3-3 1,-4 5-33,5-2 28,-6-3-15,5 4 1,-5-1 2,2 0 0,3 1 45,-3-1-53,-2-3 0,4 5 87,-1-2-82,-4-2 1,5 6 54,-6-4-69,6 5 1,-7-6 1,5 4 1,-4-3 0,4 4 0,-3-5-2,3 5 1,-4-4-15,5 4 1,-5-5-19,4 5-26,-5 0 46,3 3 1,-6-1-6,1-2 1,3 1 5,1-6 0,3 5 2,-4-4 0,5 3-9,-5-3 1,4 4-1,-3-4 0,3 3-59,-4-3 0,4 4-10,-3-4 0,3 3-105,-4-3 184,6 0 0,-8 1 0,3 1 0</inkml:trace>
  <inkml:trace contextRef="#ctx0" brushRef="#br0" timeOffset="1">20992 7195 6704,'0'6'-470,"0"0"1,0-5 469,0 3 0,0-3 0,0 4 0,0-5 0,0 5 67,0-4-57,0 4 0,5-5 25,-4 0 9,4 0-42,-5 0 19,5 0-7,-4 0 40,4 0-16,-5 0-18,0 5 0,2-3-21,1 2 2,-1-3-27,3-1 35,-5 5 0,1-4-2,3 3-2,-3-3 0,6 3 18,-4 0-6,-1 0 0,4-1 3,-2 1 1,-3 1 8,3-1-7,2-3 0,-3 8 13,4-5-3,-4 5-28,7-3 0,-7 5 8,4-4 1,-3-1 21,4-2-27,-6 3-8,8 4 45,-3 0-15,4 1 1,-1-1 2,-2 1 0,1-5-18,-6 1 1,5-4-21,-4 3 1,5-3 20,-2 4 1,0-2-22,0 2 7,1 2 1,3-4-15,1 6 28,-1-1 0,1 1 0,-1-1 0,-1 0-19,-2 1 1,1-5 8,-5 1 1,3 0-122,-3 3 0,1 0 115,-1 1 0,-3-5-109,3 1 0,-3-4 72,-1 4 38,0-6 0,0 8 0,0-3 0</inkml:trace>
  <inkml:trace contextRef="#ctx0" brushRef="#br0" timeOffset="2">21802 7492 5923,'0'6'-159,"-5"5"174,4-10 1,-4 5 21,5-2-9,0-3 1,0 6-16,0-4-26,0-1 23,-5 3 1,4-5-10,-4 5-5,5-4 7,0 4 1,0-4-3,0 3 0,-2-2 42,-1 1-38,1-1 26,-3-2 0,5 1 23,0 3-26,0-3 1,-1 4 5,-3-5 7,3 5-18,-4-4 1,3 8 24,-1-5-87,1 0 54,-3 1 1,2-3-62,-1 6 69,0-5-43,-1 7 1,2-8 17,-4 6 1,4-4-2,-1 3 1,-1-3-3,1 4 0,-3-4 2,3 3 1,-4-3 10,5 4 0,-5-5 1,4 5 1,-3-4 15,3 3 1,-4-3-16,4 4 57,-5 0-62,3 3 1,-4-3 16,2-1-23,-2 1 0,5-1-1,-2 1 1,-4-4 21,4 3 1,0-4-15,0 1 0,3 1-16,-4-1 1,5 3 13,-5-3 1,5 1-7,0-1 4,-4-3 1,2 6 2,-2-4 29,-4-1-18,5 8 1,-5-9 41,-1 3 0,5 1-46,-1-1 1,4 0 45,-3-4 0,3 1-22,-4 3 2,1-3-22,-5 4 1,1-1 13,-1 0-16,6-1 0,-4-3 8,2 0 41,3 5-33,-5-3 52,4 3-27,-6-5-26,1 0 0,3 0 59,1 0 7,4 0-16,-7 0-35,3 0 0,0 0-54,-1 0 1,4 0 70,-3 0-23,4 0 1,-6-1 19,6-3-31,-6 2 0,6-3 6,-4 5 0,3-3-2,-4-1 1,6-1 30,-2 1 12,-3 3-68,1-10 1,-1 9 51,-1-6-139,5 6 102,-7-8 0,8 5-212,-6-3 115,6-2-64,-4 3 1,3-4 116,-1 0 0,0 3-12,4 0 1,0 5 50,0-5 1,0 4-51,0-3 0,0 3-252,0-4 33,0 6-287,0-9 379,0 5 0,0-2 161,0 1 0,0 4 0,-5-7 0,-1 4 0</inkml:trace>
  <inkml:trace contextRef="#ctx0" brushRef="#br0" timeOffset="3">21026 7663 6466,'0'7'147,"0"-2"-73,0-5-99,0-5-7,0 3 0,1-4 32,3 2 0,-3 2-20,3-6 17,2 6 1,-3-7 26,4 5 1,-3-4 1,4 5 0,-4-5 5,3 4 1,-3-1-21,4 1 0,-6 2 14,2-6-13,2 6 1,-3-4 1,5 6 0,-5-3 19,5-1-5,-5 0-16,7 4 1,-8 0 5,6 0-6,-6 0 0,7 1-24,-5 3 1,4-1 21,-5 4 0,3-3-179,-3 4 1,0-5 99,5 5 1,-5-4-129,5 4 1,-4-5 196,3 5 0,-4-6 0,7 4 0,-4-6 0</inkml:trace>
  <inkml:trace contextRef="#ctx0" brushRef="#br0" timeOffset="4">21962 7378 5759,'0'6'21,"0"-1"-15,0-5 0,0 0 1</inkml:trace>
  <inkml:trace contextRef="#ctx0" brushRef="#br0" timeOffset="5">22065 7378 5769,'6'0'-3,"0"0"98,-6 0-24,5 0-31,-4 0 1,4 1-27,-5 3 3,0-3-194,0 4 122,0-5-7,5 0 62,-4 0 0,4 0 0,-5 0 0,0 0 0</inkml:trace>
  <inkml:trace contextRef="#ctx0" brushRef="#br0" timeOffset="6">22214 7378 8408,'0'6'-2422,"0"-1"2342,0-5 102,0 5-2,0-3-5,0 3 190,0-5-503,5 0 298,-4 0 0,4 0 0,-5 0 0</inkml:trace>
  <inkml:trace contextRef="#ctx0" brushRef="#br0" timeOffset="7">22785 7241 5764,'0'6'18,"0"-1"798,0-5-767,-5 0 1,3 0-24,-3 0 0,5 2 22,0 1 16,0-1 0,-4 4-33,1-2 1,-1-2 11,4 6-27,-5-6 1,2 9 3,-4-4 0,3 0-2,-4 0 0,4 1-2,-3 3 1,3-3-19,-4-1 0,4 1-11,-3 3 1,1 1-39,-2-1 59,-2 1 0,3-1-116,-4 1 0,3-1 35,1 0 1,0-3-111,0 0 101,-3-1 30,3 5 0,0-5-194,-1 1 246,6-6 0,-9 4 0,5-6 0</inkml:trace>
  <inkml:trace contextRef="#ctx0" brushRef="#br0" timeOffset="8">22625 7241 8333,'6'0'-1213,"-1"0"1,-1 1 1306,0 3 24,0-3-43,-4 4 2,0-5 17,5 0-31,-4 5 35,4-3-56,-5 8 1,4-8-2,0 6 0,-1-4-30,-3 3-5,5 1 0,-2 3-33,5 1 1,-2-1-12,2 1 0,2-1-24,-3 0 1,4 1 63,0-1 0,-3 1-150,-1-1 0,1-3 29,3-1 119,-4 1 0,8 3 0,-3 1 0</inkml:trace>
  <inkml:trace contextRef="#ctx0" brushRef="#br0" timeOffset="9">23230 7538 5756,'0'6'0,"0"-1"0,0 0 0,0-3 0,0 4 39,0-2-29,0-3 1,0 5 13,0-2-12,0-3 1,0 6 17,0-3 10,0-3 1,-4 5-14,0-2 45,1-3 0,3 6-31,0-4 1,0-1 0,-4 4 13,0-2-26,0-3 1,4 5-6,0-2 1,-1-3 15,-3 3-29,3 3 0,-5-5 38,2 6-76,2-6 42,-3 8 0,2-7 121,-1 5-106,-5-6 0,6 7 34,-4-5-38,4 5-16,-7-3 1,5 2-8,-3-1 0,-1-3 23,6 4 1,-2-4-23,1 3 1,1-4 8,-4 0 1,3 3-30,-4-3 1,4 2 10,-3-1 0,4-1-6,-1 4 11,-2-4 0,1 3-6,-3-2 9,-2-3 1,5 6 3,-2-3-3,-4-3 0,6 5-1,-2-2 48,-3-3-45,3 4 3,-4 0-9,-1-3 1,5 4-2,-1-2 1,4-3-8,-3 3 0,3-3 11,-4-1 1,4 0 30,-3 0-33,4 0 1,-7 0 67,3 0 0,0 4-37,0 0 0,3 0 48,-4-4-66,1 0 1,-5 0-5,1 0 1,3 0-22,1 0 1,3 0 51,-4 0-58,0 0 41,-3 0 18,0 0-8,-1 0 0,5 0 9,-1 0 0,4 0-15,-3 0 1,3 0 34,-4 0-15,6 0 1,-7-2-17,5-2 0,-1 3 3,1-3-5,3-2 1,-8 4-22,5-6 1,-1 5 3,1 0-8,3-4 0,-8 5-9,5-6 0,0 4-8,4-3 1,-3 3-13,-1-4 1,0 4 28,4-3 1,-4 3 2,0-4 1,1 5-7,3-5 1,0 4-3,0-3 1,-2 4-5,-2-1 5,3-2 0,-4 3-55,5-4 0,-1 4-308,-3-1-190,3-2 132,-4 5 420,5-4 0,0 0 0,0-2 0</inkml:trace>
  <inkml:trace contextRef="#ctx0" brushRef="#br0" timeOffset="10">22545 7709 7703,'6'0'-1727,"-1"0"1895,-5 5-114,0-4 94,0 5 132,0-6-225,0-6-52,0 5 0,4-5 44,0 2-6,0 3 0,-4-6 9,0 4 69,0 1-84,0-8-17,0 4 1,0-2-3,0 1 1,0 3 0,0-4 0,3 4-52,1-3 0,0 3 52,-4-4 0,0 5 41,0-5-54,0 5 1,1-6-3,3 6 0,-3-2 0,3 1 0,-3 3-5,-1-5-4,0 6 0,6-5 11,-5 4-13,4-4 0,-4 5 8,3 0 0,-3 1-2,3 3 1,-1-3-25,0 3-2,-1 3-14,8-1 0,-5 1-7,2 1 1,2-4-15,-5 4 1,4-5 42,-4 5 0,4-4-57,0 3 1,-2-4-22,2 1 1,-4 1-9,3-1 0,-3 1 66,4-2 1,-4-1 40,3 2 0,1 2 0,3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873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19084 8680 5860,'0'6'77,"0"-1"305,0-5-344,0 5-84,0-3 75,0 3-33,0-5 68,0 5 13,0-4-72,0 4 1,0-4 27,0 3-38,0-3 1,0 6 40,0-3 7,0-3 0,0 5 7,0-2 0,0-1 0,0 4 1,0-3-38,0 4-2,0-1 0,0 5-67,0-1 81,0 0 1,0 1-220,0-1 0,0-3-86,0 0 19,0-1 261,0 0 0,0 3 0,0-4 0</inkml:trace>
  <inkml:trace contextRef="#ctx0" brushRef="#br1" timeOffset="1">19141 8771 8962,'0'7'-1000,"0"-2"0,0-4 1054,0 3-27,0-3-11,0 4 528,0-5-686,5 0 54,-3 0 33,3 0 0,-4 0-36,3 0 19,-3 0 1,5 0 6,-2 0-64,-2 0 171,8 0 0,-8 0-32,6 0 0,-4 0-1,3 0 1,-3 0 27,4 0-24,-1 0 0,5-4 3,-1 0 1,1 1 0,-1 3-10,0 0 1,1 0 5,-1 0 1,1 0-20,-1 0 0,1 0 3,-1 0 1,0-4-2,1 0 0,-1 0-23,1 4 0,-1-1 30,0-3 0,1 3-48,-1-3 0,1 3 38,-1 1 0,1 0 4,-1 0 0,0-4 22,1 0 1,-1 0 2,1 4 1,-5 0-13,1 0 0,0 0 4,3 0 1,-3 0-2,-1 0-3,1 0 0,3 0-6,1 0 0,-5 0 5,1 0 1,-1 0 15,5 0 0,-4 0-18,-1 0 0,-3 0 12,4 0 1,-1 0-7,5 0 0,-5 0 17,1 0-17,-1 0 1,5 0-1,-1 0 1,1 0-14,-1 0 0,1 0 21,-1 0-26,0-5 0,1 4 35,-1-3 0,1 3 2,-1 1 0,0 0-28,1 0 1,-5 0 1,1 0 1,0 0 11,3 0 0,1 0 0,-1 0 1,0 0-5,1 0 0,-1 0 2,1 0 1,-1 0 17,1 0 0,-1 0-23,0 0 0,1 0-1,-1 0 1,1 0 17,-1 0 1,0 0 3,1 0 1,-1 0-26,1 0 0,-5 0-3,1 0 1,0 0-9,3 0 0,0 0 30,1 0-51,-1 0 1,1 0 18,-1 0 0,1 0-4,-1 0 1,0 0-85,1 0 39,-1 0 1,1 0 47,-1 0 1,0 0-2,1 0 0,-1 0 5,1 0 0,-1 0-29,1 0 49,-1 0 0,0 0-27,1 0 0,-1 0 9,1 0 1,-5 0-17,1 0 10,0 0 0,3 0-10,0 0 0,-1-1-3,-2-3 0,2 3 12,-2-3-3,2 3 0,1 1 23,1 0 0,-5 0-10,1 0 2,0 0 0,3 0-8,1 0 0,-5 0 2,1 0-8,-1 0 1,5 0-6,-1 0 1,-3 0 12,-1 0 1,1 0-5,4 0 1,-5 0 4,1 0 0,-1 0 1,5 0 5,-1 0-3,1 0 0,-1 0 0,0 0 0,-3 0 3,0 0-4,-1 0 0,5 0-27,-1 0 25,1 0 0,-1 0-45,0 0 41,1 0 1,-1 0 3,1 0 0,-1 0-5,0 0 0,1 0 0,-1 0 1,1 0 4,-1 0 2,1-6 0,-1 5 21,0-3 1,1 3-24,-1 1 1,-3 0 83,0 0-35,-1 0 10,5 0-50,-1 0 1,0 0-41,1 0 54,-1 0-39,1 0 1,-1 0 18,0 0 0,-3 0 76,0 0 0,-4 0-6,3 0 13,1 0-39,3 0 0,1 1 10,-1 3 1,-3-3-39,-1 3-10,1-2-41,3-2 1,1 0 78,-1 0-57,1 0 0,-1 0 17,0 0 1,1 0-4,-1 0 0,1 0-10,-1 0 1,0 0 3,1 0 1,-3-2-18,2-2 0,-4 3 25,8-3 0,-5 3-36,5 1 1,-2-1 27,-2-3 1,1 3 17,-1-3 0,2 1 3,2 0 0,-2 1 3,2-1 0,-2 1 18,-2 2 0,0-4 8,1 1 0,-1-1-39,1 4 0,-1 0 2,1 0 0,0 0-27,4 0 0,-4 0 48,3 0-55,-2 0 1,2 1 33,1 3-22,-1-3 0,-4 4 4,1-5 0,-1 0-3,0 0 16,1 0 1,-1 4 0,1 0 1,-1 0-7,1-4 0,-5 0 1,1 0 0,-1 0-3,5 0 1,-1 0 1,1 0 0,-1-2-1,1-1 1,-1 1 0,0-1 0,1-3-1,-1 3 0,4-1-1,1 4 1,-1-4-2,-4 0 1,1 0 1,-1 4 0,1-1 0,-1-3 0,0 3 0,1-3 0,-3 3-1,2 1 0,-6 0-1,7 0 1,-3 0 1,2 0 0,0 0-1,1 0 1,-1-5 1,1 4-1,-1-3 0,0 3 47,1 1 0,-4 0-44,-1 0 0,-3 0 13,4 0 1,-1 0-13,5 0 0,-5 0 3,1 0-1,-1 5 1,5-4-2,-1 3 0,-3-3-18,-1-1 1,1 0 16,4 0 0,-5 0-24,1 0 19,-1 0 0,5 0 21,-1 0 1,-3 0-20,-1 0 2,1 0 0,3 0 1,1 0 0,-1 0 0,-3 0 0,0 0 0,-5 0-1,5 0 1,-4 0 3,3 0 0,-3 0-4,4 0 0,-4 0 41,3 0 0,-3 0-34,4 0 1,-5 0 4,5 0 1,-4 0-14,3 0 0,-3 0-2,4 0-4,-6 0 22,9 0-21,-5 0 6,5 0-18,1 0 52,-1 0 3,1 0 8,-1 0 8,0 0 127,1 0-158,-1 0 1,-3 0-5,0 0 1,-5 0 10,5 0 0,-4 0-55,3 0 0,-3 0 79,4 0-8,-6 0-30,8 0-11,-3 0 65,4 0-39,1 0 83,-1 0-90,1 0 0,-5 0-48,1 0 1,-4 0 22,3 0-9,-4 0 64,7 0-9,-4 0 94,1 0-127,3 0 1,-8 0 21,6 0-10,-6 0 1,7-1-91,-5-3 45,5 3 1,-6-4-9,4 5 1,-3 0 13,4 0-22,-6 0 18,8 0 10,-3 0 0,0 0 38,1 0 0,-6-2-35,2-1 15,2 1 1,-3-3-25,5 5 1,-6 0-27,3 0 0,-3 0-52,1 0-245,-1 0 180,3 0-553,-5 0 0,5 0 0,1 0 1</inkml:trace>
  <inkml:trace contextRef="#ctx0" brushRef="#br0" timeOffset="2">22956 8543 5828,'-6'0'100,"1"0"1,5 1-2,0 3 47,0-3 26,0 4-103,0 0 1,0-2-25,0 4 1,0-3-19,0 4 1,0-4 22,0 3 1,0-3-18,0 4 11,0-1 1,0 5-7,0-1 0,0-3-43,0-1 0,0 1-12,0 3 0,0-3-38,0 0-206,0-1-160,0 5 421,0-1 0,-6 1 0,0-1 0</inkml:trace>
  <inkml:trace contextRef="#ctx0" brushRef="#br0" timeOffset="3">20021 9297 6661,'0'6'-910,"0"-1"910,0-5 18,0 5 0,-1-4 23,-3 3-12,2-3 5,-3-1 183,5 0-198,-5 0 1,4 2 99,-3 2-71,3-3-4,1 4-24,-5-5-14,4 0 0,-4 0-16,5 0 26,0 5 4,-6-4 18,5 4-19,-4-5 0,5 2 24,0 1-14,0-1 3,-5 3-63,4-5 59,-4 5-48,5-4 0,0 5 34,0-2-27,0-3 34,0 5 1,0-5 22,0 3-18,0-3-10,0 4 1,0-4 58,0 3-50,5-3-32,1 4 0,2-5 23,-1 0 1,-3 0-34,4 0 0,-4 0 30,3 0 0,-3 4-3,4 0 0,-5 0-3,5-4 0,-4 0 1,3 0 1,-3 0-8,4 0 1,-4 4 8,3-1 1,-3 1 35,4-4 0,-5 0-35,5 0 1,-5 1 67,0 3 0,0-2-57,1 1 3,-3-1 3,4 3-16,-5 1 0,0 2-42,0-1 0,0-3-51,0 4-29,-5-6 1,3 7 94,-6-5 0,2 1-323,-2-1 261,-2-3 1,5 5-275,-3-2 257,-2-2 94,4 3 0,-1-5 0,2 0 0</inkml:trace>
  <inkml:trace contextRef="#ctx0" brushRef="#br0" timeOffset="4">20192 9251 5770,'0'-6'0,"0"0"-13,0 6 13,5 0 0,-4 0 2,5 0-2,-6 0 0,5-5 1,1-1-1</inkml:trace>
  <inkml:trace contextRef="#ctx0" brushRef="#br0" timeOffset="5">20261 9468 8178,'0'6'-2418,"0"4"2418,0-8 0,0 8 50,0-9-48,0 9 0,0-7 47,0 4-38,0-4-20,0 7 0,0-7-16,0 4 25,0-4 0,5 7 0,1-4 0</inkml:trace>
  <inkml:trace contextRef="#ctx0" brushRef="#br0" timeOffset="6">20409 9388 5915,'0'-6'-76,"0"1"1,0 3 189,0-2-102,0 3 116,0-4 640,0 5-755,5 0-14,-4 0 1,6 0-8,-3 0 0,-3-1-23,3-3 0,-2 3 52,2-3-34,-3 3 0,6 1 16,-4 0 118,-1 0-36,8 0 13,-9 0-75,9 0 1,-7 3 38,4 1-55,-4 0-11,2 1 1,-4-2-8,3 4 34,-3-4-95,4 7 56,-5-4 1,-1 5 1,-3-4 0,3 3-35,-3-2 0,-1-2-5,1 2 1,-3-4 12,3 3 1,-1-3 21,1 4 0,3-4 24,-3 3 0,1-4-25,0 0 9,1 4 1,-3-5 26,5 6 2,0-5 1,0 3 136,0-2 18,0-3-37,0 4-158,0-5 79,5 0-170,2 0 0,4 0-56,1 0-92,-1 0 1,0 0 260,1 0 0,-1-5 0,1-1 0</inkml:trace>
  <inkml:trace contextRef="#ctx0" brushRef="#br0" timeOffset="7">20660 9422 7002,'7'0'-711,"-2"0"688,-5 5 35,0-3 54,0 3 213,0-5-273,5 0-30,-4 0 41,4 0 1,-4 0-5,3 0-4,-2 0 0,4 0-22,-2 0 0,-2-4 10,6 0 0,-6 0 9,9-1 1,-9 3 0,6-6-19,-6 5 1,7-3 14,-5 2-16,0 3 13,1-9 1,-4 7-29,3-4 0,-3 3-40,-1-4-10,0 6 58,0-8-7,0 3 47,0 1-37,0-4 1,-1 9 70,-3-3 1,3 1-20,-3-1 16,-2 3-43,-1-4 1,0 5 3,-1 0 1,4 0 0,-3 0 0,3 0-1,-4 0 1,4 4 13,-3 0 0,3 3-14,-4-3 0,5 5 56,-5-1 0,4-2-17,-3 1 1,4 1 68,-1 4-63,-2-1 0,5 0 11,-3 1 0,3-1-18,1 1 1,0-1 4,0 0 0,0 1-86,0-1 0,1-3 77,3 0 0,-2-2-160,6 2 1,-1 0 2,5-4 0,0 1-98,4-1 0,-2-3 49,5 3 1,-4-4-277,4-4 436,-5 3 0,13-9 0,-3 4 0</inkml:trace>
  <inkml:trace contextRef="#ctx0" brushRef="#br0" timeOffset="8">21266 9194 6635,'-7'1'-440,"3"3"1,2-3 449,-2 3 0,3-2 13,-3 2-20,-2-2 1,4 4 0,-1-2 0,0-3-3,-1 3-1,3-3 71,-4 4 1,1-2-53,0 4 32,1-4 1,3 3-16,0-2 57,0-3-24,0 9 1,0-8 42,-6 8-78,5-4 1,-4 2 8,5-1 16,0-4-21,0 7-26,0-4-11,5 1 12,-4 3 0,6-8-4,-3 6 1,-2-5-41,6 0 49,-6-1-9,8 3 10,-3-4-47,4 4 26,1-5 1,-1 0-1,0 0 0,-3 0-10,0 0 0,-2-1-3,2-3 0,1 1-17,-6-4 1,5 3-58,-4-4 74,5 1 0,-4-5 3,2 1 0,0 3-56,-3 1 50,-3-1 1,4-3-1,-5-1 0,0 5-30,0-1 5,0 0-11,0-3-12,0 0-22,-5-1 63,-2 1 1,-3 3 24,3 1-24,-3 4 0,3-2 45,-4 5 0,3 0-45,1 0 0,3 0-10,-4 0 34,0 0 0,-3 5 0,0 1 0,-1 6 0</inkml:trace>
  <inkml:trace contextRef="#ctx0" brushRef="#br0" timeOffset="9">21437 9228 8100,'0'6'-2338,"0"-1"2338,0-5 49,0 6 10,0-5-37,0 4 0,-1-5-1,-3 0-24,3 0 43,-4 0 2,5 0 41,0 5 5,0-4 17,0 4 159,0-5-275,5 0 1,-3 0-17,6 0-187,-6 0 213,8-5-124,-3 4 0,0-4 102,1 5 1,-4 0-157,3 0 179,-4 0 0,7-5 0,-4-2 0</inkml:trace>
  <inkml:trace contextRef="#ctx0" brushRef="#br0" timeOffset="10">21540 9125 5763,'0'7'0,"0"-2"53,0-5 38,0 5 10,0-4 4,0 4 16,0 0 60,0-4-142,0 10 0,0-9-52,0 6 103,0-6-312,0 8 131,0-3 1,0 4 26,0 1 0,0-5 32,0 1 32,0-6 0,0 9 0,0-5 0</inkml:trace>
  <inkml:trace contextRef="#ctx0" brushRef="#br0" timeOffset="11">21403 9445 6636,'0'6'-879,"0"-1"879,0-5 0,0 6 0,0-5 74,0 4 8,0 0-67,0-4 1,0 6 23,0-4-13,0-1-10,0 8 1,0-8-1,0 6 1,0-4 17,0 3-87,5-4 67,-4 7-301,4-4 287,-5 1 0,0 3 0,0-4 0</inkml:trace>
  <inkml:trace contextRef="#ctx0" brushRef="#br0" timeOffset="12">21437 9514 6386,'6'0'-59,"4"0"0,-7 0-179,5 0 238,-6 0 0,8-5 0,-3-2 0</inkml:trace>
  <inkml:trace contextRef="#ctx0" brushRef="#br0" timeOffset="13">21540 9422 8100,'6'0'-1898,"-1"0"1609,-5 0 318,5 0 89,-3 0-28,3 0 183,-5 0-194,5 0-128,-4 0 99,4 0-45,-5 0-5,0 5-7,0-3 3,0 8 0,0-8-4,0 6 1,0-4-74,0 3 1,0-3 79,0 4 0,0-4-254,0 3 222,0 1 33,-5 3 0,4 1 0,-9-1 0,3 0 0</inkml:trace>
  <inkml:trace contextRef="#ctx0" brushRef="#br0" timeOffset="14">21471 9548 8100,'0'6'-1463,"0"-1"586,0-5 941,0 5 18,0-3-10,0 3 21,0-5-103,5 0-56,-3 0-15,8 0 81,-4 0 0,5 5 0,1 1 0</inkml:trace>
  <inkml:trace contextRef="#ctx0" brushRef="#br0" timeOffset="15">21722 9137 5912,'0'6'-144,"0"-1"208,0-5 13,6 0 36,-5 5 17,4-4-71,-5 5 8,0-6-57,5 0-26,-4 0 2,4 0-24,-5 0-30,5 0-4,-3 0-170,3 0 242,0 0 0,-4 0 0,9-6 0,-3 0 0</inkml:trace>
  <inkml:trace contextRef="#ctx0" brushRef="#br0" timeOffset="16">21734 9137 8076,'0'6'-2300,"0"-1"2300,0-5 0,0 5-1,0-4 0,0 5 0,0-5 48,0 3 8,0-3 183,0 4 3,0-5-165,0 5-35,0-4 1,0 6 22,0-4-10,0-1 17,0 3-3,0 0-80,-5-4 41,4 9 1,-5-7-82,6 4 93,0-4 4,0 7 12,0-4-30,0 6 1,-3-1-14,-1 1 1,0-5 27,4 1-61,0 0 0,0 3 40,0 0 0,0-3-69,0 0 43,0-1 1,0 5-5,0-1 1,0-3 6,0-1 1,0-3-9,0 4 1,5-6 0,-2 7 7,4-5 0,-4 1-112,1-1 104,2-3-117,0 4 1,6-5 26,-1 0 0,-3 0-53,-1 0 1,0-1 109,0-3 0,4 2 43,-4-6 0,3 5 0,2-2 0</inkml:trace>
  <inkml:trace contextRef="#ctx0" brushRef="#br0" timeOffset="17">21825 9262 7500,'0'7'-865,"0"-2"1,0-4 1133,0 3-227,0-3 9,0 4 153,0-5-247,5 0 11,-3 0 0,4 0-201,-2 0 98,-3 0 135,9 0 0,-9 0 0,10-5 0,-5-1 0</inkml:trace>
  <inkml:trace contextRef="#ctx0" brushRef="#br0" timeOffset="18">21905 9217 8076,'0'6'-1150,"0"4"0,0-7 1184,0 4 8,0-4-28,0 7 0,0-7 21,0 4-46,0-4 16,0 7-26,0-4 28,0 6 1,0-5-11,0 1 0,0-4 4,0 3-1,0-4 0,0 7 0,0-4 0</inkml:trace>
  <inkml:trace contextRef="#ctx0" brushRef="#br0" timeOffset="19">21997 9125 5911,'0'7'-144,"0"-2"144,0 0 0,0-4 0,0 5 16,0-2-16,0-3 1,0 6 241,0-3-223,0-3 76,0 9 1,0-7-69,0 4 1,0-3 2,0 4 0,1-5 5,3 5 1,-3-4 6,3 3 1,-3-3-81,-1 4 0,0-1 66,0 5 0,0-4-78,0-1 1,0 1 64,0 3 1,0 1-114,0-1 0,0 0 63,0 1 1,4-1-37,0 1 47,-1-1 4,3 6 0,-4-1 8,6 3 0,-6-5-7,2-2 0,1-7 19,-1 6 0,5 3 0,-3 4 0</inkml:trace>
  <inkml:trace contextRef="#ctx0" brushRef="#br0" timeOffset="20">22168 9137 7519,'0'6'-520,"0"-1"1,0-4 340,0 3 164,0-3 44,0 5 31,0-6-5,0 5 30,0-4-44,0 4 1,0-4 31,0 3-35,0-3 0,0 6 11,0-4 25,0-1-42,0 8 0,-1-5 1,-3 3 1,3-2-38,-3-2 0,2-2 55,2 6-10,0-6-40,0 9-4,0-5 1,0 2-6,0-1 25,0-4 1,4 3-24,0-2 0,1-3-1,-1 3-10,-3-3-19,9-1 0,-5-1-4,3-3 0,1 2 12,-5-6 1,3 4-47,-3-3 40,5-1 0,-8-4 1,3 1 1,1 3-26,-1 1 0,0-1 29,-4-3 1,0 3-54,0 1 0,0 3-69,0-4 74,0 1 1,0-1 2,0 0 74,-5 6 0,-2-8 0,-4 3 0</inkml:trace>
  <inkml:trace contextRef="#ctx0" brushRef="#br0" timeOffset="21">22328 9102 7520,'0'7'-1754,"0"-1"1754,0-2 165,0-3 0,0 6-19,0-4 6,0-1-105,0 8 1,0-4-27,0 6 1,0-1-15,0 0 0,0-3-53,0 0 75,0-1 1,0 5-83,0-1 1,0 0 58,0 1 0,0-1-115,0 1 1,0-1 55,0 1 0,1-5-7,3 1 0,-3-1 60,3 5 0,-3 4 0,-1 2 0</inkml:trace>
  <inkml:trace contextRef="#ctx0" brushRef="#br0" timeOffset="22">22545 9102 6685,'0'7'-689,"0"-2"745,0-5-19,0 5-73,0-4 58,0 4 688,0-5-617,5 0-44,-4 0 0,5 0-73,-2 0 32,-2 0 0,4 0 3,-2 0-24,-3 0-16,9 0-221,-4 0 155,6 0-58,-1 0 0,-3 0 86,0 0 67,-6 0 0,8-5 0,-3-1 0</inkml:trace>
  <inkml:trace contextRef="#ctx0" brushRef="#br0" timeOffset="23">22545 9228 5772,'0'6'48,"0"-1"7,5-5-3,-4 6 9,4-5-83,-5 4 48,0-5-30,5 0 16,-3 0-10,3 0 1,-4 4-14,3 0-6,-3-1-65,4-3 4,0 0 78,-4 0 0,10 0 0,-5 0 0</inkml:trace>
  <inkml:trace contextRef="#ctx0" brushRef="#br0" timeOffset="24">22499 9148 7588,'0'6'-1825,"0"0"1825,0-6 0,0 5 42,0-4-40,0 4 0,0-4 124,0 3-93,0-3 95,0 4-59,0 0 10,0-3-15,0 8 8,0-9-23,0 9 1,0-7 21,0 4-57,0-4-2,0 7-4,0-4-9,0 6-13,0-1 38,0 1-9,0-1-38,0 1 34,0-1 28,-5 0-40,4 1 1,-4-5-3,5 1 2,0-5 0,0 3-4,0-2-1,0-3 11,5 4-81,-4 0 73,9-4 0,-7 5-155,4-6 1,-3 0 3,4 0-31,-1 0 126,5 0 59,-1 0 0,1 0 0,-1 0 0</inkml:trace>
  <inkml:trace contextRef="#ctx0" brushRef="#br0" timeOffset="25">22465 9525 5758,'0'6'0,"0"-1"174,0-5-127,5 0 10,-4 0 3,4 0 45,-5 0-54,5 0 12,-3 0 1,4 0-11,-2 0 58,-3 0 0,5 0-26,-2 0 8,-3 0-29,10 0 0,-9 0 6,6 0 1,-4 0 33,3 0 0,-3 0-45,4 0 0,-5 0-19,5 0 0,-4 0 19,3 0 1,-3-3-75,4-1 58,-1 0 0,5 4 40,-1 0-83,1 0 0,-1 0-7,1 0 1,-1 0-32,0 0 0,0-1 39,-4-3 0,3 3-23,-2-3 0,2 3 5,2 1 1,-1 0-22,0 0 0,1 0 1,-1 0-51,1 0-40,-1 0-56,0 0 1,-3-2-298,0-1 98,-6 1 383,8-3 0,-3 5 0,4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899"/>
    </inkml:context>
    <inkml:brush xml:id="br0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17748 6761 13138,'0'6'4330,"0"0"-2524,0-6-3302,0 5 2254,0-4-253,0 4 174,0-5-1414,0 5 1720,0-4-1082,0 4 169,0-5-48,0 5 6,0-3-16,0 3-8,0 0 524,0-4 1,0 6-527,0-4 7,0-1 1,0 3 1032,0 0-1026,0-4-1,0 9 0,0-7 0,0 4 37,0-4-26,0 7 37,0-9-43,0 9 1,0-7 31,0 5-32,0-6-15,0 8 1,0-7 28,0 4-20,0-4 1,0 3 102,0-2-78,0-3 6,0 10 1,0-9-22,0 6-11,0-6 1,0 5-18,0-4-11,0-1-48,0 8 84,0-9 93,0 9-101,0-9 67,0 10-52,0-10 23,0 9-21,0-9 1,0 9-20,0-8 1,0 8 0,0-8-25,0 6-8,0-5-8,0 7 10,0-9 2,0 9 1,0-7 21,0 4-6,0-4 1,0 3 17,0-2-51,0-3-10,0 9 1,0-7 7,0 5-70,0-6 10,0 8 39,0-8 0,0 4-28,0-2 36,0-3 0,0 5-38,0-2-2,0-3 154,0 4-136,0 1 55,0-5-54,0 9 36,0-9 1,0 6-44,0-4 34,0-1-5,0 3 1,0-4-5,0 3 131,0-3-79,0 4 17,0 0-22,0-4 0,0 6 11,0-3-18,0-3 1,0 5-2,0-2-44,0-3 0,0 6 43,0-4-86,0-1 67,0 3 1,0-4-39,0 3-193,0-3-466,0 4 375,0-5 1,0 0-1</inkml:trace>
  <inkml:trace contextRef="#ctx0" brushRef="#br0" timeOffset="1">17485 7127 10928,'-6'0'-2312,"1"0"2312,5 0 0,0 5 414,0-4 1,-1 4 393,-3-5-1042,3 0 58,-4 0 642,5 0-399,0 5 482,0-4-248,0 4 1,1-5-782,3 0-200,-3 0 719,4 0 62,-5 0-1,0 6 454,0-5-432,0 4 89,0-5-145,5 0 4,-4 0-29,4 5-99,-5-4 617,0 4-532,0-5-286,5 0 0,-3 2-316,1 1 582,-1-1-39,-2 3 623,5-5-499,-4 0 1,4 1-349,-5 3 0,1-3-311,3 3 541,-2-3 0,3 0-7,-5 3 713,0-3-673,5 5 0,-4-5-303,3 3 1,-2-3-37,2 3 333,-3-3 1,4 0-3,-5 3 1,2-3 64,2 3 57,-3-3-453,4-1 0,-4 4 639,3 0-314,-3 0 619,4-4-525,0 5-91,-3-4 1,4 4-129,-2-5 1,-3 2 112,3 1 48,-3-1 1,0 3 25,3-5 39,-3 0-363,5 0 269,-6 0 0,3 1-156,1 3 408,0-3-408,-4 4 777,5-5-946,-4 0 326,4 0 0,-1 1-251,0 3 153,0-3 119,-4 5 616,5-6-333,-4 0-762,4 0 575,-5 0-87,5 0 201,-3 5-214,3-4 0,-4 4 556,3-5-1095,-3 0 503,4 0 6,-5 0 1,1 4 250,3 0-348,-3-1 369,4-3-42,-5 0-524,6 0 313,-5 0-2,4 5-98,-5-3 341,0 3 507,0-5-1006,5 0 284,-4 0 1,4 1-189,-5 3 756,0-3-37,0 4 281,0-5-1355,5 0 1,-3 0 508,3 0 52,-5 0 0,1-4 930,3 1-812,-3-1-200,4 4 0,-5-1 73,0-3 516,5 2-330,-3-3 484,3 5-719,0-5-152,-4 4 181,4-4 317,0 0-277,-4 4 1,6-4 27,-3 5-241,-3 0-515,4-6 898,0 5 1,-3-5-11,6 2-437,-5 3 197,2-4 0,-1 3-402,-1-1 529,1 1 101,1-3 399,-4 5-1055,10-5-9,-10 4 706,9-4-447,-9 0 266,9 3 1,-7-4 131,5 2-147,-6 3 1,7-5-101,-5 2 1,1 3 227,-1-3 1,-3 1 277,3-1-600,2 3 0,-3-5 560,4 2-474,-4 3 1,6-6-110,-5 4 1,1 1 134,-2-1 0,-1 0 330,1-1-105,-1 3-323,3-4 1,-4 4 389,3-3-476,-3 3 464,4-5-129,-3 6-535,3 0-464,-5 0 231,5 0 9,-4 0-1,4 0-1719,-5 0 1309,5 0 75,-4 0 676,4 0 33,-5 0-12,0 6 674,0-5 118,6 4-635,-5-5-34,4 0 293,-5 0 0,1 4 144,3-1-335,-3 1 138,4-4-262,-5 0 0,0 0 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9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19424 6761 6800,'0'10'-711,"-2"-2"711,-4-8 0,4 0-304,-6 0 309,8 0 7,0 0-12,0 7-2,0-5 36,0 6 4,0-8 77,0 0-91,-8 0-31,7 0 48,-7 0-3,8 0-11,0 0 2,0 8-15,0-6 10,0 6-2,0-8 6,0 0 23,0 7-4,0-5-25,0 6 1,0-6 31,0 4-39,0-4 10,0 5-4,0 1 0,0-4-3,0 7 0,0-5-1,0 6 1,0-6 13,0 5 1,0-5 1,0 6 0,0-7 3,0 7-15,0 0 0,0 5-35,0 0 0,0-5 52,0-1-24,0 1 1,0 5 0,0 1 1,0-7-50,0 1 11,0 0-2,0 5-105,0 0-86,0 1 0,0-7 216,0 1 0,-8-8 0,-2 4 0</inkml:trace>
  <inkml:trace contextRef="#ctx0" brushRef="#br0" timeOffset="1">19424 6987 8587,'9'0'-2734,"-1"0"2774,-8 0 302,0 0-315,0 8-59,0-6 53,0 6 6,0-8 579,0 0-571,8 0 8,-6 0 1,7 0 4,-3 0-85,-4 0 37,13 0 0,-11 0-5,8 0 1,-6 0 35,5 0-21,-7 0 0,11 0 66,-3 0-60,-4 0 123,7 0-117,-5 0 0,7 0 47,1 0-69,-9 0 1,7 0-1,-5 0 0,-1 0 30,2 0-13,-9 0-3,13 0 5,-6 0 29,7 0-37,0 0 0,-5 0 8,-1 0 0,-5 0 23,6 0 7,-8 0-15,11 0-4,-5 0-33,7 0 1,-5 0 34,-1 0-47,1 0 0,-1 0 27,1 0 0,-6-2-56,5-4 34,-7 4-3,12-6 22,-7 8 1,3 0-1,0 0 1,-7 0 3,7 0-5,-8 0 16,11 0 0,-11 0-9,8 0 1,-8 0-16,11 0 0,-11 0 0,7 0 0,-5 0-3,6 0-2,-8 0 1,5 0 1,-3 0 1,-2 0 5,8 0-11,-9 0 1,7 0 10,-4 0 0,-4 0 0,7 0 25,-3 0-12,-4 0 1,8 0-14,-4 0-1,-5 0 0,9 0-10,-4 0 13,-4 0 0,8 0-7,-5 0 5,-3 0 1,8 0 83,-4 0-41,-4 0 12,13 0-43,-13 0-9,13 0 1,-11 0-14,8 0 21,-8 0 0,5 0-4,-3 0 8,-4 0-12,14 0 1,-13 0 23,9 0 11,-8 0-20,11 0 0,-13 0-20,14 0 1,-12 0 22,7 0-30,-7 0 25,11 0-12,-5 0 0,2 0 4,-1 0 0,-5 0 3,6 0 1,-7 0 9,7 0-13,-8 0 0,11 0-14,-3 0 13,-4 0 1,7 0-19,-3 0 0,-3 0 15,3 0 0,-6 0-3,5 0 1,-5 0-8,6 0 0,-7-5-3,7-1 1,0 0 2,5 6 0,0 0 27,1 0 0,-7 0-22,1 0 1,-6 0 14,5 0 0,-5-2-5,6-4 0,-7 4 1,7-4 0,-6 5-8,5 1 1,-5 0 5,6 0-3,-1 0-7,7 0-9,-1 0 1,0 0 10,1 0 1,-7 0-1,1 0 0,-6 0 0,5 0 0,-5 0 21,6 0-23,-1 0-1,7 0 1,-1 0-1,0 0 0,-5 0-2,0 0 1,-7 0 1,7 0 0,-6 0 5,5 0 6,1 0 1,-1 0-9,1 0 0,0 0 40,5 0 5,0 0-24,1 0 1,-3-2 29,-3-4-37,3 4-4,-5-6 1,1 8-28,1 0 0,-6 0 13,5 0 0,-5 0-10,6 0 10,-8 0-2,11 0 1,-11 0-5,8 0 3,-9 0 54,13 0 1,-12 0-41,7 0 104,-7 0-112,12 0 1,-13 0 0,9 0 13,-8 0-1,11 0-22,-5 0-3,7 0 0,-5 0-28,0 0 38,-1 0 0,1 0-10,-1 0 0,-5 0 9,6 0 1,-7 0 0,7 0 0,-6 0 0,5 0 0,-5 0 0,6 0 1,-8 0 0,11 0 104,-5 0-102,7 0 1,-5 0 21,-1 0 1,-5 0-12,6 0 1,-7 0 17,7 0 12,-8 0-21,11 0 0,-11 0 25,8 0 3,-8 0 77,11 0-107,-5 0 0,1 0 109,1 0-93,-8 0-19,11 0 1,-11 0 30,8 0-11,-9 0-15,13 0 0,-12 0 21,7 0-24,-7 0-1,12 0 0,-12 0-40,7 0 0,-5 0 13,5 0-6,-7-8 9,12 7-13,-7-7 16,9 8 1,-7 0-5,1 0 1,-6 0-6,5 0 10,-7 0-1,12 0 2,-7 0 0,3 0 0,-1 0 7,-7 0-1,12 0-5,-7 0 1,1 0 33,6 0 0,-13 0-27,9 0 85,-8 0-24,11 0-29,-13 0 0,8 0 4,-4 0 1,-4 0 18,5 0 10,1 0-131,-6 0 97,13 0-83,-13 0 50,14 0-6,-14 0 3,13 0 0,-11 0-1,8 0-13,-9 0 1,7 0 15,-4 0 0,-2 0-7,7 0 5,-7 8 1,6-7-19,-4 5 12,-4-4 0,13-2 0,-11 0 2,7 0-1,-7 0 2,12 0 0,-14 0 23,13 0 1,-11 0-21,8 0 50,-9 0-42,13 0 5,-14 0-8,13 0 1,-11 0 8,8 0-17,-8 0-4,11 0-3,-13 0 10,13 0 0,-11 0-20,8 0 18,-8 0 0,5 0-11,-3 0 18,-4 0 1,6 0 1,-1 0-8,-5 0 0,8 0-1,-4 0 5,-4 0-10,13 0 3,-13 0 0,14 0 0,-13 0-1,9 0 0,-8 0 1,6 0 0,-5 0 0,-3 0 1,8 0-20,-4 0 18,-4 0 1,13 0 1,-11 0-1,8 0 1,-9 0 0,5 0 1,0 0-1,-6 0 3,13 0-2,-13 0 0,8 0-1,-4 0 0,-4 0-2,5 0-1,-7 8 6,8-6 1,-6 6-1,6-8-4,-8 0-3,0 0 1,7 0-44,-5 0-6,6 0-126,-8 0-3649,0 0 3828,-8 0 0,6 7 0,-5 3 0</inkml:trace>
  <inkml:trace contextRef="#ctx0" brushRef="#br0" timeOffset="2">22759 6831 6227,'0'10'0,"0"-3"0,0-7 0,0 0 0,0-7 0,0 5 0,0-6 0,0 8 0,0-2 0,0-4 0,0 4 0,0-5 0,0 7 0,0 0 0,0-8 0,0 6 0,0-6 0,0 8 196,0 0-97,0 8-38,0-6 0,0 7 1,0-3-36,0-4 37,0 14-49,0-7 7,0 9-15,0-1-8,0 0 0,0 1-2,0-1 1,0-5 66,0-1 0,0-5-47,0 6 0,0-1-8,0 7 0,0-7 10,0 1 0,0-6-17,0 5-2,0 1 0,0 5-4,0 1 1,0-7-13,0 1 0,-2-3-33,-3 3-246,3 3 263,-6-5-365,8 8 210,0-1 188,0-7 0,0 5 0,0-5 0</inkml:trace>
  <inkml:trace contextRef="#ctx0" brushRef="#br0" timeOffset="3">20344 6049 5756,'0'-10'0,"0"2"0,0 8 194,0 0-193,-7 0 27,5 0 0,-6 0-6,8 0 587,0 0-529,0 8-24,0-6 6,0 6 30,0-1-60,0 3 1,0 7-46,0 1 1,0-7 3,0 1-1,0 7 1,0 3-27,0 7 0,0-8-124,0 2 1,6-9 83,0-3 0,-1 1-153,-5 5 1,0-5 228,0-1 0,0 1 0,0 5 0</inkml:trace>
  <inkml:trace contextRef="#ctx0" brushRef="#br0" timeOffset="4">20379 6170 8503,'10'0'-2742,"-3"0"2742,-7 0 641,0 0-600,8 0-8,-6 0-11,6 0 42,-8 0-3,0 0-54,8 0 36,-7 0-63,15 0 0,-12 0 27,7 0 0,-5 0 6,6 0-70,-8 0-15,11 0-242,-5 0 295,7 0 0,-5 0-133,-1 0 0,-5 0 68,6 0 84,-9 0 0,13 0 0,-6 0 0</inkml:trace>
  <inkml:trace contextRef="#ctx0" brushRef="#br0" timeOffset="5">20605 6014 8503,'0'10'-2748,"0"-3"2748,0 1 0,0-6 0,0 6 0,0-8 0,0 7 0,0-5 0,0 6 0,0-8 505,0 0-554,0 8 82,0-6-25,0 13 1,0-11 35,0 8 1,0-7 50,0 7-71,0 0 0,0 5 6,0 0 1,-6-5-27,0 0 1,1-1 54,5 7-161,0-1 1,0 0 118,0 1 1,-2-7-408,-4 1 390,4-8 0,-6 11 0,8-5 0</inkml:trace>
  <inkml:trace contextRef="#ctx0" brushRef="#br0" timeOffset="6">20449 6309 8503,'-10'0'-2566,"2"8"2394,8-6 172,-8 6 0,7-8 0,-7 2 0,8 4 0,0-5 0,-8 7 0,6-8 0,-6 0 0,8 0 248,0 0-185,8 0 18,-6 0-18,6 0-28,-8 0 0,2 0-33,4 0 25,-5 0 1,9 0-67,-4 0 56,-4 0 0,7 0 23,-3 0-47,-4 0 3,14 0 0,-12 0 0,7 0 0,-5 0-5,5 0-12,-7 0 30,12 0-25,-7 0 18,9 0-305,-1 0 303,1 0 0,-1 0 0,0 0 0</inkml:trace>
  <inkml:trace contextRef="#ctx0" brushRef="#br0" timeOffset="7">20779 6031 8529,'0'10'-2243,"0"5"1726,0-13 517,0 6 0,0 0 0,0-6 0,0 5 60,0-7 6,0 8-54,0-6 6,0 6-13,0-8-5,0 0 19,0 8-48,0-6 22,0 5-6,0-7 76,0 0-15,0 8-36,0-6 17,0 6-5,0-1 11,0-5 1,0 8 12,0-4 9,0-4-46,0 13 0,0-11 9,0 8-22,0-9 31,0 13 2,0-6-75,0 7-19,0 0 23,0 1 16,0-1 0,0-5-47,0-1-10,0-7-86,0 12 167,0-15 0,0 15 0,0-6 0</inkml:trace>
  <inkml:trace contextRef="#ctx0" brushRef="#br0" timeOffset="8">20796 6223 5765,'0'9'96,"0"-1"-73,0-8-1,0 0 0,2 6-3,4 0 5,-4-1 8,5-5-1,-7 0 22,0 0-62,8 0 31,-6 0-50,6 0 36,-8 0 0,2 0-20,4 0 4,-5 0 4,7 0 1,-6 0 32,4 0-12,-4 0 1,7 0 9,-3 0-13,-4 0-57,6 0 1,-6 0-24,4 0-12,-4 0 27,5 8 1,-5-6 50,4 4 0,-4-4 0,6-2 0,-8 0 0</inkml:trace>
  <inkml:trace contextRef="#ctx0" brushRef="#br0" timeOffset="9">20640 6466 5918,'0'10'52,"0"-3"-28,0-7 137,0 0-136,0 8-1,0-6-7,0 6-2,0-8 0,0 0 44,0 7-54,0-5-3,0 6-5,0 0-2,0-6 2,0 5-5,0 1 1,0-6 6,0 6 12,0 0-11,0-7 0,0 7 0,0-6 0,0 4 1,0-4-3,0 6 2,0-8 1,0 1-2,0 5 2,0-4-6,0 6 4,0-8 1,0 0 0,7 0 0,-5 0 0,6 0 0,-6 0 0,4 0 0,-4 0 0,7 0 10,-3 0-8,-4 0-2,14 0-41,-7 0 1,7-2-50,-5-4 38,5 4 22,-7-5 1,3 7-1,-1 0 0,-5 0 6,6 0 0,-6 0-61,5 0 85,-7-8 0,12 6 0,-7-6 0</inkml:trace>
  <inkml:trace contextRef="#ctx0" brushRef="#br0" timeOffset="10">21178 6066 5758,'0'10'0,"0"-3"0,0-7 41,0 0-37,0 8-7,0-6 0,0 6-2,0-8 174,0 0-152,0 8 37,0-6-50,0 5 0,0-5 1,0 4-1,0-4-15,0 6-41,0-1 55,0-5 1,0 8-91,0-4 76,0-4-47,0 5 12,0-7 2,0 0 34,0 8 34,0-6-44,0 6 50,0-8-30,0 0 0,8 0 0,2 0 0</inkml:trace>
  <inkml:trace contextRef="#ctx0" brushRef="#br0" timeOffset="11">21213 6118 5888,'10'0'32,"-3"0"1,-5 0-13,4 0-27,-4 0 0,8 0 24,-5 0-4,-3 0 1,8 0-1,-4 0-5,-4 0 0,7 0-10,-3 0-1,-4 0 8,6 0-2,0 0-11,-6 0 0,7 0 11,-3 0-40,-4 0 33,6 0-2,-8 0 0,5-2-8,1-3-3,0 3-13,-6-6 0,0 8 30,0 0 0,8 0 0,1 0 0</inkml:trace>
  <inkml:trace contextRef="#ctx0" brushRef="#br0" timeOffset="12">21369 5997 8430,'0'9'-1324,"0"-1"1,0-6 1323,0 4 0,0-4 0,0 5 0,0-7 196,0 0-191,0 8-28,0-6 42,0 6 0,0-8-10,0 7 21,0-5 12,0 6 10,0 0-38,0-6-6,0 13 1,0-11-32,0 8 45,0-8-31,0 11-4,0-5 1,0 1-6,0 1 0,0-6-65,0 5 1,-2-7 82,-3 2 0,3 3 0,-6 1 0</inkml:trace>
  <inkml:trace contextRef="#ctx0" brushRef="#br0" timeOffset="13">21230 6240 8430,'0'10'-2652,"0"-3"2652,0-7 0,0 0 42,0 8 26,0-6-30,0 6 0,-2-8 8,-3 0 7,3 0-43,-6 0-3,8 0-74,0 0 69,8 0 35,-6 0-32,5 0 55,-7 0-49,8 0 1,-6-2 2,4-4 0,-2 4-11,1-4-1,-3 4 0,8 2-25,-4 0 37,-4 0-26,13 0 1,-11 0 8,8 0 0,-8 0 13,11 0 4,-13-7-8,13 5 1,-11-6 8,8 8-142,-8 0 127,11 0-132,-13 0 1,8 0 131,-5 0 0,-3 0 0,6 0 0</inkml:trace>
  <inkml:trace contextRef="#ctx0" brushRef="#br0" timeOffset="14">21335 6257 8430,'-10'10'-2658,"2"-2"2673,1-8 4,5 0 31,-6 7-38,8-5-26,0 6 12,0-8 0,0 0 2,0 8-5,0-6 4,0 5-5,0-7 3,0 0 3,0 8-28,0-6 26,0 6 2,0-8 0,-8 8 0,-2 1 0</inkml:trace>
  <inkml:trace contextRef="#ctx0" brushRef="#br0" timeOffset="15">21144 6379 5841,'-10'0'58,"2"0"-13,8 0 83,0 0-126,8 0-5,-6 0 1,7 0 16,-3 0-5,-4 0-4,14 0 7,-14 0-4,13 0 0,-11 0-9,7 0 0,-5 0-4,6 0-2,-8 0 9,11 0-8,-5 0 1,1 0 6,1 0 0,-6 0-3,5 0 1,-7-2 11,2-4 2,4 4 21,-1-5-14,9 7 0,-7 0 21,1 0 2,-1 0-20,7 0 5,-1 0-27,0 0 0,1 0-2,-1 0 0,-5 0-8,-1 0-19,1 0 0,5 0-2,1 0 1,-7 0-18,1 0 1,-1 0-62,7 0 6,-1 0 49,1 0-10,-1 0 64,0 0 0,1-8 0,-1-2 0</inkml:trace>
  <inkml:trace contextRef="#ctx0" brushRef="#br0" timeOffset="16">21265 6501 5939,'0'9'-141,"0"-1"180,0-8 317,0 0-361,8 0-7,-6 0 18,13 0-2,-13 0-3,14 0 1,-7-8 0,3 6-2,-1-3 4,-7 3 8,12 2 0,-12 0 14,7 0 1,-7 0-13,11 0 1,-11 0 21,8 0-32,-8 0 17,3 0-42,1 0 38,-6 0-45,14 0 31,-14 0 0,7 0-24,-3 0 17,-4 0 2,6 0 0,-6 0 2,3 0 0,-3 0 0,6 2 0,-8 3 0,0-3 0,0 6 0,0-8 13,0 0 3,0 8-15,0-6 4,0 13-259,0-5 244,0 7 10,0-7 0,-8 5 0,-1-5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918"/>
    </inkml:context>
    <inkml:brush xml:id="br0">
      <inkml:brushProperty name="width" value="0.12095" units="cm"/>
      <inkml:brushProperty name="height" value="0.12095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17976 8371 8926,'-6'6'906,"1"-5"-671,0 9 1,2-7 14,-4 4-144,-1 1 1,1 2-42,-1-2 0,5-2-34,0-2 1,-2-2 22,1 6 0,-4-4 135,4 3-192,-5-4-134,3 7 60,-5-4 27,-1 6 80,1-1 1,-1-1-8,1-2 1,3-2-35,1-2 1,3-1 72,-4 4 1,5-3-9,-5 4 1,4-6-20,-4 2 0,5 1-5,-5-1-46,0 5 12,-3-3 1,1 2 2,2-1 0,-1-3 33,6 4 1,-5-4-15,4 3 0,-3-3-8,3 4 1,-4-5 40,4 5 1,-3-4-27,3 3 1,-1-4 9,1 1 1,-1 2-3,-3 2 1,-1-2-38,6 2 25,-6-6 1,4 8-62,-3-2 29,-2-3 1,7 4 9,-4-5 1,3 3-3,-4-3 0,6 1-51,-2-1-5,-2-3-182,4 9 96,-8-8-406,9 8 231,-9-9-623,9 4 919,-5-5 1,6 5-1,0 2 1</inkml:trace>
  <inkml:trace contextRef="#ctx0" brushRef="#br0" timeOffset="1">17542 8429 6762,'7'0'2,"-2"0"52,-5 0 105,5 0-106,-4 0 9,4 0 24,-5 0-69,5 0-5,-3 0 28,3 0 4,-5 0 22,5 0 11,-4 0-51,4 0 1,-5 1 40,0 3 68,0-3-56,5 4-94,-4-5 1,6 0 58,-3 0-15,-3 0-3,9 0-2,-9 0-13,9 5-37,-3-4 0,0 4-63,1-5 228,-5 0 1,7 6-121,-4-5 0,2 4 4,-1-5 0,-3 4-27,4-1 0,-4 1 26,3-4 1,-3 0 59,4 0 1,-5 2-30,5 1 0,-4-1-51,3 1 1,-3-1 21,4-2 113,-1 0-110,5 5 0,-1-4 14,1 3 1,-5 1-33,1-1-34,0 0 71,3 1 0,0-4 0,1 3 1,-5 1 12,1-1 1,-4 1-79,3-2 1,-3 0 33,4 5 0,-4-6 24,3 2 1,-3 1 95,4-1-16,-6 5-69,8-3 1,-7 4 10,5-2 21,-6 2 34,8-4-17,-3 6 23,-1-1-48,4 1-37,-9-1-16,10 0 0,-10-3-11,3 0 26,2-6-76,-5 8 0,6-7-243,-4 5 281,-1-6-240,3 3-23,-5-5-252,5 0-87,-4 0-168,4 0 763,0 0 0,-4 5 0,5 2 0</inkml:trace>
  <inkml:trace contextRef="#ctx0" brushRef="#br1" timeOffset="2">19141 8337 6600,'0'-6'114,"0"1"-83,-5 5 33,4 0 13,-4-5-11,5 3-39,-5-3 0,4 4 100,-3-3-51,3 3-36,-5-4 1,4 1 5,-6 0-29,6 1 0,-5 1-12,4-2 55,1 3 12,-8-4-48,4 0 0,-2 4-1,1-3 0,3 1 0,-4 0 1,4 1 22,-3-1 0,3 1-12,-4 2 0,5 0 25,-5 0-28,0-5 1,-3 4 0,-1-3 0,5 3-14,-1 1 0,4 0 41,-3 0-29,-1 0 1,-3-4-3,-1 0 0,5 0 38,-1 4-8,1 0-30,-5 0 0,2-1-13,2-3 0,-2 3 14,3-3 0,0 3 10,0 1 1,3 0-11,-4 0 1,4 0-11,-3 0 0,0-1 1,0-3-3,-3 3-7,3-4-10,-4 5 1,-1 0 1,1 0 0,3 0 12,1 0 1,3 0 17,-4 0 1,5 0-19,-5 0 0,4 0-1,-3 0 0,3 0 3,-4 0 0,4 0-19,-3 0 1,3 0 9,-4 0 1,5 0-4,-5 0 1,4 0-7,-4 0 1,5 0-3,-5 0 0,4 0-12,-3 0 0,3 3 19,-4 1 1,4 0-7,-3-4 0,3 1 5,-4 3 0,5-3 1,-5 3 0,4-1 3,-3 1 5,-1-3 10,-4 9 1,1-8 2,0 6 1,3-5 61,0 0-73,1 4 0,-5-2 7,1 2-5,0 4 1,-1-9-1,1 6 1,1-4-9,2 3 0,-1-3-3,5 4 1,-3-5-36,3 5 1,-5-5 43,1 0-239,3 4 211,-5-1-58,4 5 0,-4-3 29,2 0 0,-1-4-11,5 3 0,-3-3-31,3 4 1,-5-5-3,1 5 0,2-4-333,-2 3 303,1 1 0,-5 2-154,1-2 1,3 2 90,1-2 1,3-3-387,-4-2 567,6 4 0,-8-1 0,3 6 0</inkml:trace>
  <inkml:trace contextRef="#ctx0" brushRef="#br0" timeOffset="3">18193 8257 11662,'7'0'-134,"-2"0"57,-5 0 35,5 0 15,-4 0 3,4 0 533,-5 0-568,-5 0-53,4 0 1,-4 0 32,5 0 3,0 5 148,0-3 191,-5 8 0,4-8 32,-3 6 0,1-4 19,-1 3 0,3-3 164,-3 4 116,3-1-381,-4 5 1,4-1-25,-3 1 0,1-1-92,0 0 0,1-3-138,-2 0 1,2-1-34,-2 5 0,3-1-66,-3 1 0,1-1 93,0 0 0,1-3-270,-1 0 334,1-1-171,2 5-119,0-1-14,-5 1 260,4-1-138,-4 0 95,5 1 1,0-5-136,0 1-219,0-5 224,0 7 36,0-9 83,0 4-311,0 0 102,5-4 0,-2 4-21,4-5 1,-3-1 322,4-3 93,-6 3-11,8-4 8,-3 5-310,4-5 304,0 4-2,1-4 86,-1 5 0,1 0-493,-1 0 0,-3 0 288,-1 0 0,1-5 1,3-2-1</inkml:trace>
  <inkml:trace contextRef="#ctx0" brushRef="#br0" timeOffset="4">18251 8828 10048,'0'-6'627,"0"1"-412,0 5-418,-6 0 167,5 0-39,-4 0 227,5 0-153,-5 0 50,4 0-103,-4 0 0,3 0-21,-1 0 95,1 0 1,-4 0 97,2 0-77,3 0-21,-9 0 0,7 0 5,-4 0 0,3 0 24,-4 0 14,6 5 150,-8-4 0,3 8 83,-4-5 0,3 0-173,1-4 0,3 4 141,-4-1 0,4 2-3,-3-1 0,3-2-111,-4 1 0,4 2 92,-3-1 1,3 1-22,-4-1 0,5-1-166,-5 4 1,4-3-64,-3 4 1,3-5 107,-4 5 1,6-4-169,-2 4 1,1-2-61,-1 1 0,3 4 68,-3-4 1,3 0-272,1 0 136,0 1 0,0 3-10,0 1 0,0-5-310,0 1 277,0-1 0,0 5 22,0-1 1,0-3-113,0 0 130,5-1 1,-2 3 9,4-2 0,-3 1 18,4-5 0,-4 3-23,3-3 1,-3 4 3,4-5 1,-2 3 20,2-3 0,2-1 56,-3 1 0,3-1-26,2-2 0,-3 0 146,2 0 0,-2 0-120,6 0 0,-2 0 70,-2 0 0,1-2-47,-1-1 0,1 1 107,-1-1 0,1-3-104,-1 3 1,-3-2 160,-1 1 1,1-3-1,3-4 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923"/>
    </inkml:context>
    <inkml:brush xml:id="br0">
      <inkml:brushProperty name="width" value="0.12095" units="cm"/>
      <inkml:brushProperty name="height" value="0.12095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19575 8429 6333,'0'-7'244,"0"2"66,0 5-268,0-5-35,0 4 19,0-4 239,0 5-200,0 5-26,-5-4 44,4 9-47,-9-8-4,9 8 9,-10-4-3,5 5 0,-2-3 10,1 0 0,3-2-12,-4 2 0,5 1 27,-5-6 0,4 5-29,-3-4 0,3 5 10,-4-2 0,4 0 47,-3 0 17,-1 1-85,-3 3 1,1 1-5,2-1 0,-2-1 4,2-2 1,2 1 2,-2-5 1,4 4-6,-3 0 0,0-2-32,0 2 1,-2-4-4,5 3 0,-3-3-156,3 4-26,-5-6 51,3 9-68,-6-5 0,1 1 45,-1 1 0,5-4 106,-1 4 1,4-6-188,-3 2 108,-1 2 0,-2-3-74,2 4 217,-2-4 1,4 7-1,-6-4 1</inkml:trace>
  <inkml:trace contextRef="#ctx0" brushRef="#br0" timeOffset="1">19244 8371 10324,'7'0'-294,"-2"0"48,-5 0 95,5 0 40,-4 0 25,4 0 375,-5 0-285,5 0-118,-4 0 112,4 6-371,-5-5 422,0 4 123,0-5-95,0 5 64,0-4-73,0 9 0,2-7-168,1 5 58,-1-6 173,3 8 0,-4-3-175,3 4 1,-3-3 25,3-1 0,1 1-11,-1 3 1,3-3-86,-3 0 1,4-1 31,-4 5 1,3-1 105,-3 0 0,5 1-43,-1-1 0,-2 1-4,2-1 0,-5 0 17,5 1 1,-4-4-146,3-1 0,-3-1 58,4 2 0,-4 2-85,3-2-209,-4-3-162,7 5 528,-9-4 1,9 1-1,-3-2 1</inkml:trace>
  <inkml:trace contextRef="#ctx0" brushRef="#br1" timeOffset="2">20900 8509 5759,'-6'0'0,"1"0"115,5 0-56,-5 0 7,3 0 9,-3 0 85,5 0-108,0-6-19,0 5 14,0-4 164,0 5-167,-5 0 2,4-5-2,-4 4 9,5-4-39,0 5 38,-5 0-64,4-5 62,-5 3-1,1-3-1,4 0-24,-9 4 0,7-4 10,-4 5 0,3-4-10,-4 0 0,5 0 40,-5 4-38,0-5 1,-3 4 10,0-3 1,3 2-23,0-2 0,1 3 17,-5-3-7,1 3 0,-1-3-3,1 0 0,0-1-9,-1 1 1,1 3 8,-1-3 1,1 1 60,0 0 0,-1 1-55,1-1 1,-1 0 63,1-1 0,-1 3-32,1-3-24,0 3 0,-1-3-24,1 0 1,-1 0-6,1 4 1,3-1 9,1-3 0,-1 3-8,-3-3 1,-1 3-14,1 1 1,3-4 18,1 0 0,-1 1-8,-3 3 0,-1 0 4,1 0 0,-1 0 2,1 0 0,3 0-9,1 0 1,-1 0-3,-3 0 1,-1 0 5,1 0 1,3 0 3,0 0 0,1 0-2,-5 0 0,1 1-1,0 3 1,-1-3 9,1 3 0,1-2-21,2 2 1,-2-3 0,2 3 0,-2 1 12,-1-1 0,-1 1 7,1-1 1,-1-3 0,1 8-11,0-5 1,-1 1-6,1-1 0,-1-2 5,1 6 1,1-4-19,2 3 0,-2 0 9,2 0 0,-2 2-1,-1-5 1,3 5-2,1-1 1,-1-2-3,-3 2 0,3-2-10,0 1 15,1 4 0,-5-6-31,1 2 0,3 3 27,1-2 1,0-2-159,0 2 1,-4-4 99,4 3 1,1 0-116,-2 0 0,4 2-62,-4-5-20,6 5 0,-7-6-240,5 4 328,0-4 1,4 3 170,0-2 0,0-3 0,0 4 0,0-5 0</inkml:trace>
  <inkml:trace contextRef="#ctx0" brushRef="#br1" timeOffset="3">19838 8451 5788,'-6'0'85,"1"0"43,5 0-84,0 6-18,0-5 7,0 4 21,0-5 45,0 5-81,0-4 0,0 6 90,0-4-68,0-1 1,0 4 46,0-2-40,0-3 18,0 9-33,0-3 0,-2 4-1,-1 0 1,1-3-66,-2 0 0,3-5 46,1 5 0,0-4 1,0 3 4,0 1-8,0 3-1,0 1-1,-5-1 2,4 1 0,-4-5 12,5 1-18,0-5 0,0 3-6,0-2-4,5-3 5,-4 4-6,9-5 9,-3 0-3,4 0-4,0 0 0,1 0 6,-1 0 0,-3 0-237,0 0 169,-1 0 1,5 0-332,-1 0 399,-5 0 0,4-5 0,-3-1 0</inkml:trace>
  <inkml:trace contextRef="#ctx0" brushRef="#br0" timeOffset="4">19667 8943 11769,'0'6'-1438,"0"4"1,0-7 1454,0 4 0,0-3 0,0 4-6,0-6 43,0 8 1,0-7-41,0 4 82,0-4-44,0 7 1,0-7-7,0 4 1,0-3-8,0 4 1,0-6 0,0 8-26,0-3 0,0 0-11,0 1 0,0-4 13,0 3-117,0-4 46,0 7-9,0-4 53,0 6 0,0-5-3,0 1 0,0-4 0,0 3 0,0-3-1,0 4 1,-2-4 69,-1 3 94,1-4-351,-3 7 210,5-9 0,0 9 0,0-3 0</inkml:trace>
  <inkml:trace contextRef="#ctx0" brushRef="#br0" timeOffset="5">19655 8931 10927,'7'0'-2938,"-2"0"2938,-5 0-26,0-5 5,5 4 20,-4-4-17,4 5-122,-5 0-1,5 0-39,-4-5 102,5 3-50,-6-3-9,0 5 18,5 0-50,-4 0 144,4 0 42,-5 0 1,1-4 23,3 1 11,-3-1 6,4 4 13,-5 0-56,5 0 9,-3 0 2,3 0-7,-5 0-4,5 0-34,-4 0 1,6 0 7,-4 0 29,-1 0-1,8 0-11,-9 0-2,9 0 1,-5 1 2,3 3-22,2-3 38,-4 4 1,6-1-25,-1 0 0,-3 0 2,-1-4 0,-3 1 0,4 3 1,-4-3-1,3 3 1,0-2-7,0 2 14,3-3 0,-5 6-50,3-3 58,2-3-35,-3 9 0,3-7 27,-3 4 25,3-4 1,-7 6-18,5-6 1,-6 2 2,2-1 1,1-1 21,-1 4 0,0-3 35,-4 4 1,0-4 2,0 3-21,0 1 0,-4 3-56,0 1 1,-4-1 62,5 1 1,-5-5-54,4 1 0,-3-1 34,3 5 0,-4-5-1,4 1 0,-3-4-21,3 3 0,-4-3-14,5 4 14,-6 0 1,4-1-12,-3 1 1,-1-4-18,5 3 0,-3-3-17,3 4-133,-5-6 1,6 7-119,-4-5 172,-1 0 1,1-1-10,-1 1 1,4 0-344,-3-4 444,4 0 0,-7 5 0,4 1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929"/>
    </inkml:context>
    <inkml:brush xml:id="br0">
      <inkml:brushProperty name="width" value="0.12095" units="cm"/>
      <inkml:brushProperty name="height" value="0.12095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21288 8371 10028,'0'7'-214,"-1"-2"689,-3-5 1,3 1 29,-3 3-184,3-3-294,-4 9 1,2-7 55,-4 5 0,4-5-6,-1 5 86,-2-5 30,0 7 0,-6-4-178,1 5 0,3-3 12,1 0-16,-1-1 1,-3 5 131,-1-1-138,1 1 1,-1-1 206,1 0-123,0 1 0,-1-1-53,1 1 0,3-5-20,1 1 3,-1-1 1,-4 5-39,1-1 1,3-3-8,1 0 1,3-2-67,-4 2 0,2 2 42,-2-3 0,0 0-85,4 0 0,-4-3 93,4 4 0,-1-6-313,1 2 145,3 2 0,-5-3-211,2 5 10,3-6 147,-4 3 1,1-4 140,0 3 103,0-3 1,-1 5-1,-1-6 1</inkml:trace>
  <inkml:trace contextRef="#ctx0" brushRef="#br1" timeOffset="1">20946 8360 5766,'0'6'41,"0"-1"114,0-5-65,5 0-59,-4 6-2,4-5-26,-5 4-6,0-5 30,5 0-8,-3 0 59,3 5-53,0-4 23,-4 4 1,8-3-36,-5 1 1,1-1 22,-1 1-11,-3-1 0,5-1 18,-2 3-34,-3-3 1,8 5-7,-5-2 1,1-2 49,-1 1 0,-2 0-15,6 1 8,-5-3-28,7 9 0,-5-7 5,2 4 0,2-3 15,-5 4 0,1-6 3,-1 2 0,-1 1 3,4-1 1,-3 4-3,4-5 1,-5 5-80,5-4 67,-5 5 0,7-4-102,-3 2 112,-2 3-49,6-3 0,-6 0-16,2 1-4,3-5-10,-3 7 0,3-8-41,-3 6-66,4-6 1,-9 7 4,6-5-269,-6 0 410,8 1 0,-3 1 0,4 6 0</inkml:trace>
  <inkml:trace contextRef="#ctx0" brushRef="#br1" timeOffset="2">22419 8588 8466,'-6'0'-2645,"1"0"2659,5 0-18,-5 0 0,3 0-4,-3 0 0,5 0 4,0-5 93,0 4-84,-5-4 62,4 5-35,-4 0 69,5 0-40,0-5 2,0 4-15,0-4 160,0 5-131,-5-5 14,4 3-43,-5-3 1,6 4 58,0-3 15,-5 3 0,4-4-79,-9 0 0,7 2 67,-4-4 0,3 4-52,-4-1 0,5-1 56,-5 1-71,0-5 1,-3 7-2,0-6 0,-1 5 14,1-5-31,-1 5 1,0-6-23,-4 6 1,4-2 34,-4 1 0,6 3-43,-1-3 0,5-1 12,-10 1 1,10 0-1,-5 4 1,2 0 3,-3 0 0,1-4 17,-1 0 5,1 1 1,0 3 2,-1 0 18,1-5 1,-1 3-34,1-2 1,1 2 8,2-2 0,-2 3-29,2-3 0,2 3-7,-2 1 18,1-5 0,-5 3-8,1-1 1,3 1-26,1 2 5,-1 0 0,-3-3-6,-1-1 0,5 0 21,-1 4 1,4 0-17,-3 0 16,-1 0 0,-3 0 1,-1 0 0,4 0 0,1 0 0,-1 0 0,-3 4 0,-1 0 0,5-1 0,-1-3 0,1 5 0,-4-2 0,4 5 0,-2-5-10,5 5 1,-5-4-14,2 3 0,0-3-3,0 4 1,0-4 15,0 3 0,-3-3-2,2 4 0,2-5 18,-2 5 0,4-4-29,-3 4 10,-1-1-4,-3 5 22,-1-1 0,2 0-41,2 1-1,-2-6 18,4 4 0,-2-5-25,1 3-33,4 2 1,-6-7 53,5 4 1,-1-4-150,2 1 0,1-2 80,-2 2 1,2-3-360,-2 3 377,3-3 0,-4 1-410,5 1 215,0-1 269,0 3 0,0-5 0,-5 0 0,-2 0 0</inkml:trace>
  <inkml:trace contextRef="#ctx0" brushRef="#br1" timeOffset="3">21494 8474 5770,'1'7'4,"3"-4"1,-3-1 20,4-2 13,-5 0 55,0 5-73,0-4 1,0 4-4,0-5-9,0 5 33,0-4-20,0 5 5,0-1 1,0-3-5,0 6 25,0-6-42,0 8-2,0-3 1,-3 0-5,-1 1 0,0-4-10,4 3 27,0 1-14,0 3 1,0 1-26,0-1 0,0-3 15,0 0 74,-5-1-61,4 5 4,-4-1-2,5 0-5,0 1 1,1-6 13,3-2-11,-3 2 1,5-3-13,-2 5 0,-1-6 9,4 2 1,-3-3-5,4-1 1,-4 0-17,3 0 7,1 0 1,3 0-55,1 0 1,-1 0-81,0 0 145,-4 0 0,3 0 0,-4 0 0</inkml:trace>
  <inkml:trace contextRef="#ctx0" brushRef="#br0" timeOffset="4">21585 8897 8406,'-6'-1'-259,"2"-3"-345,3 3 321,1-5 530,0 6-32,-5 0-64,4 0-77,-4 0 1,3 0-38,-1 0 50,1 0 66,-8 0 0,8 0 149,-6 0-231,5 0-19,-7 0-85,4 0 62,-6 0 52,1 0-49,0 0-9,-1 0 0,1 0-16,-1 0 0,5 0-5,-1 0 0,4 0 8,-3 0-8,4 0-7,-7 0 1,5-1-56,-3-3 0,2 3-25,2-3-177,3 3 25,-9 1 273,3 0 6,1 0-40,-4 0 1,7 0 10,-4 0 46,4 0 1,-3 0 28,2 0 177,3 0-132,-4 0 1,3 4-79,-1 0 28,1-1 1,-3-1 1,5 2-73,0-3 4,0 9 26,0-4 0,0 2-41,0 0 1,0-5 153,0 5-176,0 0 1,0 3-94,0 0 81,0 1 0,0-1 43,0 1 0,0-1-15,0 0 1,0-3-11,0 0 0,0-1-16,0 5 1,0-1 32,0 1 0,0-5-25,0 1 0,0-1 18,0 5 1,0-5-11,0 1 1,0-4 3,0 3 1,0-3-1,0 4 0,0-4 9,0 3 0,0-3 0,0 4 1,0-4-3,0 3-3,0-4-1,0 7 11,0-9-85,0 9 54,0-8-7,0 3-56,0-5 111,5 0-27,-3 0 0,3 0-3,-5 0-7,5 0 33,-4 0-4,4 0 1,-4 0 14,3 0 0,-1 0-35,4 0 1,-3 0-105,4 0 1,-4 0-37,3 0 61,1 0 1,3 0 27,1 0 1,-1 0-13,1 0 1,-5 0-85,1 0 1,-1 0-143,5 0 293,-6 0 1,9 0 0,-2 0 0</inkml:trace>
  <inkml:trace contextRef="#ctx0" brushRef="#br1" timeOffset="5">21357 9080 5823,'6'0'38,"-1"0"-55,-5 0 10,6 0 21,-5 0 0,4 0 55,-5 0-54,5 0-26,-4 0 11,4 0-2,0 0 1,-2 0-2,5 0-5,-6 0-31,8 0 36,-3 0 1,4 0 2,0 0 0,1 0 0,-1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935"/>
    </inkml:context>
    <inkml:brush xml:id="br0">
      <inkml:brushProperty name="width" value="0.12095" units="cm"/>
      <inkml:brushProperty name="height" value="0.12095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14082 9765 9377,'0'0'0</inkml:trace>
  <inkml:trace contextRef="#ctx0" brushRef="#br0" timeOffset="1">14093 9765 12527,'0'6'-1030,"0"-1"1736,0 0-353,0-3-141,0 3 5,0-5-704,0 5 646,0-4 379,0 4-384,0-5 1,2 4-411,1 0-416,-1 0 429,3-4-78,-5 0 393,0 5-11,0-4-35,0 4 1,0-4-8,0 3 301,0-3-255,5 4 0,-4-3-445,3 1 322,-3-1 1,-1 4 625,0-2-532,0-3 0,1 8-125,3-5-591,-2 0 428,3 1 391,-5 1 1,0 2 234,0-1 1,3-3-271,1 4 0,0-4-175,-4 3 1,0-3 96,0 4 132,0-6 562,0 8-436,0-3 152,0 4-409,0 0 0,4-3 135,0 0-267,-1-6-638,-3 8 764,0-3 1,0 0 5,0 1 0,0-4-24,0 3 1,0-3-10,0 4 21,0-6 200,0 8 0,0-7 79,0 5 603,0-6-1174,0 3 140,0 0-51,0-3 1,2 3-292,2-5-620,-3 0 983,4 0 0,-5 5 0,0 1 1</inkml:trace>
  <inkml:trace contextRef="#ctx0" brushRef="#br0" timeOffset="2">14253 9948 12867,'7'0'-1277,"-2"0"1264,0 0-72,-4 0-32,9 0-4,-9 0 8,5 0 13,-1 0 17,-4 0 1,5 0-9,-2 0-21,-3 0 45,4 0 34,-5 0 49,5 0 29,-3 0 17,3-6 479,-5 5 1,1-4 522,3 5-1032,-3 0-1,4 0 56,-5 0-112,5 0 53,-3 0-50,3 0-1010,0 0 931,-4-5 1,5 4 357,-2-3 688,-3 3-2,10 1-930,-5 0 1,1-2 205,1-1 351,0 1-354,3-3 0,1 5-599,-1 0 1,-3-1 472,-1-3 0,-3 3-598,4-3 167,-1 3 396,5 1 0,-1-4 53,0 0 1,-3 0-226,0 4 1,-4 0-63,3 0 1,-3 0 194,4 0 1,-5 0-191,5 0 1,-4 0-201,3 0-138,1-5 1155,3 4-869,1-4 222,-1 5 0,1-4 207,-1 0 0,-3 1-44,-1 3 0,-3 0-146,4 0 1,-4 0 16,3 0-52,-4 0-672,7 0 555,-4-5 668,6 3-564,-1-3 0,0 5-113,1 0 1,-4-4 690,-1 1-276,1-1 0,3 0-79,1 0 0,-5 0-37,1 4 0,-4 0-151,3 0 0,1-1-243,3-3 1,-3 3 118,0-3 313,-1 3 0,5 1-733,-1 0 272,0 0 1,1 0-72,-1 0 200,1 0 1,-1 0 174,0 0 0,-3 0-177,0 0 1,-1 0 57,5 0 1,-5 0-102,1 0 0,0 0 189,3 0 1,-3 0-5,-1 0 0,1 0 9,3 0 0,-3 0-9,0 0 1,-1 0 3,5 0 1,-5 0 39,1 0-42,-1 0 1,5 0 1,-1 0 1,-3 0 7,-1 0-4,1 0 0,3 0 4,1 0 1,-4 0-5,-1 0 0,-3 0-5,4 0-185,-1 5 1,5-4 56,-1 3 1,-3-3-36,-1-1 181,1 0 0,3 0-6,1 0 1,-5 0 17,1 0-20,0 0 0,3 0-1,0 0 0,-3 0 181,0 0 1,-1 0 84,5 0-136,-1 0 0,0 0-124,1 0 0,-1 0 3,1 0 0,-5 0-12,1 0 0,0 0 15,3 0-39,0 0 1,1 0 38,-1 0-26,1 0 0,-1 0 9,1 0-20,-1 0 0,0 0 12,1 0 0,-5 0 2,1 0 0,-4 0-2,3 0 4,1 0 0,3 0 21,1 0 0,-4 0-20,-1 0 1,-3 4-93,4 0-439,-1 0 96,5-4 460,-1 0 3,0 5-499,1-4 318,-1 4 0,1-1-255,-1 0 272,-5 0 0,5-4 386,-4 0 0,0 0 21,0 0 1,-3 0-281,4 0 1,-5 0 29,5 0 0,-4 0 247,3 0 0,-3 0-97,4 0 1,-4 0 238,3 0 148,1 0-527,3 0-26,1 0 0,-1 0 10,1 0 1,-5 0-23,1 0 1,-1 0 0,5 0-2,-1 0 1,-3 0 1,-1 0 0,1 0-3,4 0 1,-5 0-3,1 0 0,-1 0 10,5 0 1,-5 0 25,1 0 0,-4 0-22,3 0 14,1 0 0,3 0-9,1 0 0,-4 0 12,-1 0-16,1 0-5,3 0 1,1 0-13,-1 0 0,-3 0 14,-1 0 0,0-2 186,0-1 0,3 1-33,-2-2 1,-2 3 67,2 1-223,0 0 0,3 0 4,0 0-2,1 0 0,-1 0 2,1 0 1,-1 0-13,0 0-191,1 0 1,-1 0 33,1 0 0,0-4 207,4 1 1,-4-1 31,4 4 0,-4 0-75,0 0 1,-1-1 125,1-3 0,-1 2 0,0-1 0,5 1-101,-1 2 0,0 0-14,-4 0 1,1 0 9,-1 0-181,1 0 0,-1 0 76,1 0 1,-1 0 69,0 0 0,1 2-245,-1 1 0,-3-1-58,-1 2 0,1-3 259,4-1 0,-1 0 61,0 0 0,-3 0-12,0 0 0,-1 4-500,5-1 326,-1 1 1,0-4 182,1 0 1,-5 0 108,1 0 0,0 4-141,3 0 1,-3 0-403,-1-4 432,1 0 1,3 0 0,1 0 0,-1 0 249,1 0 0,-1 0 101,1 0-358,-1 0 1,0 3-165,1 1 1,-1 0 276,1-4 0,-1 0 146,0 0 1,1 0-252,-1 0 1,-3 1-175,0 3 1,-1-3 32,5 3 0,-1-3 93,0-1 1,1 0 36,-1 0 1,1 2 46,-1 2 0,-3-3-130,-1 3 1,1-3 49,3-1 0,1 0 27,-1 0 0,1 4 12,-1 0 1,-3-1 1,-1-3 1,1 2-114,3 1 0,1-1 1,-1 1 0,-3-1 177,-1-2 1,1 1-37,3 3 0,1-3-106,-1 3 0,-3-3 35,-1-1 1,1 0 202,4 0 1,-1 1-146,0 3 1,1-3 8,-1 3 0,-3-2 46,-1-2 0,1 1-152,3 3 0,1-3 106,-1 3 0,1-3 83,-1-1-174,1 5 1,-1-4-19,0 3 1,1-1 84,-1 0 0,1-1 26,-1 2 1,1-3-19,-1-1 0,0 0 110,1 0 1,-1 0-34,1 0 1,-1 0-42,0 0 0,1 0 31,-1 0 1,1 0 15,-1 0 0,1 0-5,-1 0 1,0 0 64,1 0-149,-1 0 1,1 0-18,-1 0 0,0 0 3,1 0 1,-4 0 4,-1 0 0,1 0 4,3 0 1,-3 0-1,-1 0 0,-3 0 3,4 0 1,-4 4-149,3-1 0,-3 1 19,4-4 1,-5 0 132,5 0 0,-4 0 78,4 0 8,-6 5 79,8-3-303,-3 3 1,4-2 7,0 1 1,-3 0 196,0-4 1,-5 0 157,5 0-233,0 0 1,3 1-109,0 3 15,1-3 1,-1 5-391,1-6 623,-1 0 0,1 1-101,-1 3 1,0-3-32,1 3 0,-5-3-50,1-1 1,0 0 31,3 0 1,1 0 44,-1 0 1,0 0 43,1 0 0,-1 0 78,1 0 0,-1 0-160,0 0 1,1 0 84,-1 0 0,1 0 1,-1 0 0,1 0-49,-1 0 0,0 0-29,1 0 0,-1 0 1,1 0 0,-1 0 1,1 0 0,-1 0 1,0 0 0,1 0-1,-1 0 1,4 0 0,1 0 0,-1 0-9,-4 0 1,5 0 7,-1 0 0,0 0 0,-4 0 1,1 0-4,-1 0 1,5 0-1,-1 0 1,0 0-4,-4 0 0,1-4 109,-1 0 1,2 1-70,2 3 0,-2 0-47,2 0 0,-2 0 3,-2 0 1,4-2 53,1-2 1,-1 3 9,-4-3 0,2 3-47,2 1 0,-2 0-11,2 0 1,2-4-32,-2 0 1,0 1 34,-4 3 1,5-2 55,-1-1 1,4 1-6,-4-1 0,0 1-90,-3 2 1,3 0-25,0 0 1,2 0 47,-2 0 1,-2 0 12,2 0 1,-1-4 3,1 1 0,-2-1-12,2 4 1,-2 0-54,-2 0 0,4 0 7,1 0 1,-1-1 93,-4-3 1,2 2 14,2-1 0,-2 1-44,2 2 0,-2 0-20,-2 0 1,1 0-83,-1 0 1,4-1 93,1-3 1,-1 3 49,-4-3 1,4 3-50,1 1 1,-1 0-60,-4 0 1,4-1 47,1-3 0,-1 3 61,-4-3 1,2 3-41,2 1 0,-2-2 53,2-2 1,-2 3-52,-2-3 1,1 3-53,-1 1 1,1 0 27,-1 0 1,0 0 9,1 0 0,-1 0-54,1 0 0,0 0-8,4 0 0,-4 0 32,4 0 0,-4 0-31,0 0 1,-1-1 61,0-3 1,2 3 34,2-3 0,-2 3-24,2 1 0,-2 0-12,-2 0 0,2 0 2,2 0 0,-2 0 0,2 0 1,-1 0 0,1 0 1,-2 0 0,2 0 1,2-4 3,-2 0 1,2 0-10,-2 4 0,-3 0-4,4 0 1,0 0 14,-1 0 1,2-1 43,-2-3 1,-1 3-4,5-3 1,-4 3-40,4 1 1,-3-1 32,3-3 1,-4 3-79,4-3 0,-4 2 9,4 2 1,-4 0 17,4 0 0,-3 0 5,3 0 1,-5 0-51,1 0 1,1 0 4,0 0 0,3 0 36,-4 0 1,4 0-34,-4 0 1,2 0-1,-2 0 1,-2 0 49,2 0 1,1 0-4,0 0 1,-1 0 20,-4 0 1,2 0-22,2 0 1,-2 0-7,2 0 1,-2 0 3,-2 0 1,1 0-1,-1 0 1,0 4-102,1 0 0,-1 0 45,1-4 1,-1 1 31,1 3-41,-1-3 0,0 4-2,1-5 1,-1 4-33,1 0 0,-1 0 48,0-4 1,1 0 52,-1 0 1,1 0 96,-1 0 1,1 0-52,-1 0 1,0 0-22,1 0 1,-1 0 99,1 0-61,-1 0 1,0 0 30,1 0 0,-1 0-48,1 0 1,-5 0-53,1 0 0,0 0-6,3 0 3,0 0 0,1 0-2,-1 0 0,1-2 61,-1-1 1,1 1-18,-1-1 70,0-4 0,1 5-22,-1-6 1,1 4 22,-1-3 1,0 4-55,1-1 0,-1-1 41,1 1 0,-1-1 124,1 2-230,-1 1 0,0-7 111,1 6 1,-2-2-112,-2 1 20,2 2-50,-4-3 1,4 4-71,-2-3 130,-3 3-163,0-4 411,-4 5-419,4 0 0,-3 0-131,1 0 10,-1 0 38,3 0 199,-5 0-219,5 0 107,-4 0-291,4 0 363,-5 0 64,5 0 0,-3 1-149,1 3 2,-1-3 244,-2 4 0,1-5-78,3 0 3,-3 0-9,4 0-43,-5 0 37,5 0 159,-4 0-84,4 0 1,-3 0-261,2 0 190,-3 0 1,4 0 4,0 0-9,-4 0 1,6 0 22,-4 0-17,-1 5 142,8-3-210,-9 3 205,9-5-138,-8 0-1,8 0-4,-9 0-4,9 5-254,-9-4-47,10 4 115,-10-5 40,9 0 132,-9 0-3,9 0 13,-8 0 0,4 0-11,-2 0 251,-3 0-159,4 0 0,-4 1 8,3 3-245,-3-2 82,5 3 0,-5-5 59,3 0 7,-3 0 10,4 0 1,-4 0-8,3 0 7,-3 0 1,6 0 141,-4 0 27,-1 0 5,3 0-161,0-5 362,-4 3-15,9-3-257,-8 5 0,4 0-115,-2 0 25,-3 0-9,4 0 1,-4 0-8,3 0-1,-3 0-293,4 0 13,-5-5 387,0 4 207,0-4-40,0 5-374,0-5 171,0 3-33,0-8 24,0 4 0,0-2-14,0 1-92,0-1 1,0-3-13,0-1 1,0 5 29,0-1 1,0 0 56,0-3 0,0 0-59,0-1 0,0 5-2,0-1 1,0 0 279,0-3-312,0-1 379,0 1-312,0 0 0,0 3 94,0 0-52,0 6 17,0-3-461,0 5 212,0 5 145,0 1 148,-5 6 1,4-1-33,-3 0 0,2 1 19,-2-1 0,3 1 20,-3-1 0,1 1 13,0-1 1,1 0-61,-2 1 0,-1 1 123,2 2 0,-2-3-128,1 4 1,2 0-60,-1-1 1,-2 4-5,1-3 1,-1 0 19,1-1 0,3-1-31,-3 5 0,-1-3-38,1 3 1,0-5-18,4 1 1,-4-2-212,1-2 1,-1 0 17,4 1 253,0-6 1,0 4-1,0-3 1</inkml:trace>
  <inkml:trace contextRef="#ctx0" brushRef="#br1" timeOffset="3">20797 10347 6258,'-1'-6'0,"-3"2"0,3 3 0,-4 1 0,5 0 0,0-5-235,0 4 4,0-5 441,0 6-174,-5 0 4,4 0-1,-4 0 381,5 0-404,-6 0-3,5 0 13,-4 0 52,5 0-40,-5 0 22,4 0-34,-4 6 7,0-5 0,3 5 0,-1-2-27,1-3 1,-2 6 19,1-4-5,-1-1-2,-1 8 1,4-8 2,-3 6 0,2-4-41,2 3 0,-1-4 41,-3 1-42,3 2 0,-4-3 36,5 4-30,0-4 0,0 3 8,0-2 3,0-3 0,0 6-3,0-4 5,0-1 0,1 3 1,3-5 0,-3 0 0,6 3 0,-3 1 0,-2 0-6,6-4 0,-6 0-11,8 0-2,-3 0 6,4 0 3,1 0 1,-2 1-25,-3 3 27,3-3 0,-7 5 11,5-6-11,-6 5 0,7-3 22,-5 6-16,0-6 2,-4 8 1,0-7-27,0 5 1,0-5-2,0 5 0,-2-5-283,-1 0 163,1 4-134,-8-1 280,4 0 0,-6 5 0,1-5 0</inkml:trace>
  <inkml:trace contextRef="#ctx0" brushRef="#br1" timeOffset="4">20877 10302 8530,'7'0'-1382,"-2"0"0,-4 0 1382,3 0 0,-3-2 0,3-1 0,-3 1 0,-1-3 0</inkml:trace>
  <inkml:trace contextRef="#ctx0" brushRef="#br1" timeOffset="5">20934 10462 5918,'0'6'56,"0"-1"-15,0-5-32,0 5 7,0-4-25,0 9 0,2-7-44,2 5 0,-3-5 53,3 5 0,-3 0 0,-1 3 0</inkml:trace>
  <inkml:trace contextRef="#ctx0" brushRef="#br1" timeOffset="6">21026 10393 5775,'6'0'309,"-1"0"-143,-5 0-127,5 0-73,-3 0 55,3 0 100,-5 0-10,5 0 9,-4 0-87,4 0 19,0-5-77,-4 4 0,6-4 51,-3 5 1,-3-2-94,3-2 55,2 3-10,-5-4 22,9 5 1,-7 0-2,5 0-5,-6-5 0,4 4 6,-2-3 19,-2 3 0,4 1-13,-2 0 5,-3 0-11,4 0 1,-4 1-1,3 3 4,-3-3-3,4 9 0,-5-7-28,0 4 0,0-3 26,0 4 0,-1-2-10,-3 2 8,3 2 0,-8-4-15,5 6 1,-3-5-40,3 1 0,-1-2-66,1 2 93,3 2 0,-8-4-3,5 6 0,-1-6 9,1-2-11,3 2 1,-4-3 69,5 4 0,-1-4-83,-3 1 164,3-3-101,-5-1 44,6 0-61,6 0 1,-4 0-4,6 0 0,-4 0 4,3 0 0,-3 0-61,4 0 1,-5 0 56,5 0 5,-5 0 0,7 0 0,-4 0 0</inkml:trace>
  <inkml:trace contextRef="#ctx0" brushRef="#br1" timeOffset="7">21288 10416 5759,'0'6'368,"0"-1"-276,0-5-99,6 0 47,-5 0-118,4 0 124,-5 0 18,5 0-4,-4 0-48,4 0 0,-3 0-1,1 0 11,-1 0 1,4 0-4,-2 0 0,-3-1 30,3-3-25,2 3 0,-3-4 5,4 5-10,-4-5 0,6 2-37,-5-4 1,1 4 48,-1-1-39,-3-2 32,9 5-49,-9-10 0,6 9 57,-4-6-14,-1 6 0,3-5 56,-5 4-27,0 1 1,0-4 114,0 2-114,0 3 24,0-9 0,0 9-41,-5-5 0,2 3-20,-5-1-2,6 0-27,-8 4 2,3 0 1,0 0-14,-1 0 1,4 0 35,-3 0-16,4 0 11,-7 0 1,4 5 0,-2 0 31,1 3 0,4 2 6,-1-2 1,-1-2 80,1 2-51,0-1 1,3 5-14,-3-1 0,3 0-87,-4 1 1,5-1 58,0 1 1,1-5-40,3 1 1,-1-6-9,4 2 1,-3 1-10,4-1 0,-4 0-99,3-4 59,1 0 0,3 1-123,1 3 1,-1-3 158,0 3 0,-3-3-176,0-1 1,-1 0-38,5 0-53,-1 0 297,1 0 0,4-5 0,2-1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7T00:48:09.943"/>
    </inkml:context>
    <inkml:brush xml:id="br0">
      <inkml:brushProperty name="width" value="0.12095" units="cm"/>
      <inkml:brushProperty name="height" value="0.12095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21837 10199 7519,'0'6'18,"0"-1"-12,0-5-12,0 5 10,0-3-2,0 3 0,0-5-5,0 5 7,0-4-4,0 4 282,0-5-259,-5 0-8,3 0-31,-3 0 67,5 0-32,0 5-28,0-4 3,0 5 749,0-6-665,-5 0-32,4 0 12,-4 0 157,5 0-153,0 5-1,-5-4 61,4 4 0,-6-1 74,3 0-113,3-1 0,-5 1 31,2 0 0,3 1-51,-3-1 0,1-3 89,0 3-80,1 2 0,-7-3 28,6 4 0,-3-4-180,3 1 123,1 2 0,-6-3-23,4 4 0,-1-3-16,1 4 0,3-5-3,-3 5 0,-1-4 13,1 4 0,-1-6 13,1 2-34,3 2-62,-9 1 81,8 4-49,-8 0 0,8 0 13,-6-4 1,5 0 41,0-4 1,0 0-35,-1 4 1,3-3 9,-3 4 1,2-6-96,-2 2 155,3 3-110,-4-1 0,5 2-182,0-1 13,-6-4 1,5 3-113,-3-2 50,3-3 271,1 4 0,0-5 1,0 0-1</inkml:trace>
  <inkml:trace contextRef="#ctx0" brushRef="#br1" timeOffset="1">21997 10256 6820,'6'0'-1054,"-1"0"1054,-5 0 0,5 0 0,-4 0 0,4 0 0,-5 0 0,6 0 0,-5 0 0,4 0 823,-5 0-824,-5 0-12,4 0 34,-5 0 85,6 0-66,-5 0-13,4 0-41,-4 0 1,4 4 15,-3 0-6,3-1-1,-4-3-1,0 5 0,2-3 1,-5 2 1,6 2 0,-7-4 32,5 6-27,0-5 1,1 3-3,-1-2 1,-1-2-15,1 6-3,3-6-5,-10 9 1,9-6-5,-6 2 1,6 0 21,-2-4 0,1 0-4,0 5 0,1-5 12,-2 5 1,-1-4-15,2 3 1,-2-3 22,1 4 0,1-2-28,-4 2 11,4 2 1,-6-4-47,5 6 0,-1-5-5,1 1 0,3-4 12,-3 3-17,-2 1 27,5 3 6,-9 1 0,7-5 21,-5 1 1,6-4-17,-2 3 1,2-4-12,-2 1 27,3 2 0,-8-3 1,5 4-27,0-4 0,3 6-41,-3-6-45,3 1 119,-4 1 0,0-3 0,-2 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2DE6C-AA0F-425F-A4E6-018C05453644}" type="datetimeFigureOut">
              <a:rPr lang="ko-KR" altLang="en-US" smtClean="0"/>
              <a:t>2025-10-10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F3005-54B2-4F13-8D6E-05C92289A9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49403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0454E-011E-113B-1E15-1CEE8980B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60744CB-386E-5011-9A40-2147FC9D74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15DA399-09B2-88E7-E9E3-050BFF09B9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이제 리스트로 할 수 있는 기능을 몇개 더 볼게요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리스트는 임의의 위치에 데이터를 추가하거나 삭제할 수 있어요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데이터를 추가할 때는 리스트</a:t>
            </a:r>
            <a:r>
              <a:rPr lang="en-US" altLang="ko-KR"/>
              <a:t>, </a:t>
            </a:r>
            <a:r>
              <a:rPr lang="ko-KR" altLang="en-US"/>
              <a:t>데이터를 추가할 위치</a:t>
            </a:r>
            <a:r>
              <a:rPr lang="en-US" altLang="ko-KR"/>
              <a:t>, </a:t>
            </a:r>
            <a:r>
              <a:rPr lang="ko-KR" altLang="en-US"/>
              <a:t>추가할 데이터 정보가 필요하고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데이터를 삭제할 때는 리스트와 데이터를 삭제할 위치 정보가 필요해요</a:t>
            </a:r>
            <a:r>
              <a:rPr lang="en-US" altLang="ko-KR"/>
              <a:t>.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F80867-67CF-E6C4-42E7-64ED7C6F7D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7783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1705F-771C-D2F9-94E1-5094C8DE5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EDDBAE5-B86F-BC2C-4C5F-809A03E6BF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83544A-786E-5597-9F20-7CC59E466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리스트에서 임의의 위치에 데이터를 한번 추가해봐요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현재 리스트 </a:t>
            </a:r>
            <a:r>
              <a:rPr lang="en-US" altLang="ko-KR"/>
              <a:t>L</a:t>
            </a:r>
            <a:r>
              <a:rPr lang="ko-KR" altLang="en-US"/>
              <a:t>에는 </a:t>
            </a:r>
            <a:r>
              <a:rPr lang="en-US" altLang="ko-KR"/>
              <a:t>1</a:t>
            </a:r>
            <a:r>
              <a:rPr lang="ko-KR" altLang="en-US"/>
              <a:t>번부터 </a:t>
            </a:r>
            <a:r>
              <a:rPr lang="en-US" altLang="ko-KR"/>
              <a:t>5</a:t>
            </a:r>
            <a:r>
              <a:rPr lang="ko-KR" altLang="en-US"/>
              <a:t>번까지 </a:t>
            </a:r>
            <a:r>
              <a:rPr lang="en-US" altLang="ko-KR"/>
              <a:t>A, B, C, D, E</a:t>
            </a:r>
            <a:r>
              <a:rPr lang="ko-KR" altLang="en-US"/>
              <a:t>가 들어있어요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여기서 두번째 자리에 </a:t>
            </a:r>
            <a:r>
              <a:rPr lang="en-US" altLang="ko-KR"/>
              <a:t>G</a:t>
            </a:r>
            <a:r>
              <a:rPr lang="ko-KR" altLang="en-US"/>
              <a:t>를 추가하려면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두번째 자리에 원래 </a:t>
            </a:r>
            <a:r>
              <a:rPr lang="en-US" altLang="ko-KR"/>
              <a:t>B</a:t>
            </a:r>
            <a:r>
              <a:rPr lang="ko-KR" altLang="en-US"/>
              <a:t>가 있었는데</a:t>
            </a:r>
            <a:r>
              <a:rPr lang="en-US" altLang="ko-KR"/>
              <a:t>, </a:t>
            </a:r>
            <a:r>
              <a:rPr lang="ko-KR" altLang="en-US"/>
              <a:t>여기 </a:t>
            </a:r>
            <a:r>
              <a:rPr lang="en-US" altLang="ko-KR"/>
              <a:t>G</a:t>
            </a:r>
            <a:r>
              <a:rPr lang="ko-KR" altLang="en-US"/>
              <a:t>가 저장되고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en-US" altLang="ko-KR"/>
              <a:t>B</a:t>
            </a:r>
            <a:r>
              <a:rPr lang="ko-KR" altLang="en-US"/>
              <a:t>는 한칸 밀려서 세번째 자리에 저장되고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세번째 자리에 원래 </a:t>
            </a:r>
            <a:r>
              <a:rPr lang="en-US" altLang="ko-KR"/>
              <a:t>C</a:t>
            </a:r>
            <a:r>
              <a:rPr lang="ko-KR" altLang="en-US"/>
              <a:t>가 있었는데</a:t>
            </a:r>
            <a:r>
              <a:rPr lang="en-US" altLang="ko-KR"/>
              <a:t>, </a:t>
            </a:r>
            <a:r>
              <a:rPr lang="ko-KR" altLang="en-US"/>
              <a:t>한칸 밀려서 네번째 자리에 저장되고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네번째 자리에 원래 </a:t>
            </a:r>
            <a:r>
              <a:rPr lang="en-US" altLang="ko-KR"/>
              <a:t>D</a:t>
            </a:r>
            <a:r>
              <a:rPr lang="ko-KR" altLang="en-US"/>
              <a:t>가 있었는데</a:t>
            </a:r>
            <a:r>
              <a:rPr lang="en-US" altLang="ko-KR"/>
              <a:t>, </a:t>
            </a:r>
            <a:r>
              <a:rPr lang="ko-KR" altLang="en-US"/>
              <a:t>한칸 밀려서 다섯번째 자리에 저장되고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다섯번째 자리에는 원래 </a:t>
            </a:r>
            <a:r>
              <a:rPr lang="en-US" altLang="ko-KR"/>
              <a:t>E</a:t>
            </a:r>
            <a:r>
              <a:rPr lang="ko-KR" altLang="en-US"/>
              <a:t>가 있었는데</a:t>
            </a:r>
            <a:r>
              <a:rPr lang="en-US" altLang="ko-KR"/>
              <a:t>, </a:t>
            </a:r>
            <a:r>
              <a:rPr lang="ko-KR" altLang="en-US"/>
              <a:t>한칸 밀려서 여섯번째 자리에 저장되요</a:t>
            </a:r>
            <a:r>
              <a:rPr lang="en-US" altLang="ko-KR"/>
              <a:t>.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762EA1C-9A45-75B4-CE07-B1D51FC2D8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61853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일반적인 경우에 리스트에 데이터를 추가하려면 이렇게 함수로 만들어요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en-US" altLang="ko-KR" dirty="0"/>
              <a:t>INSERT </a:t>
            </a:r>
            <a:r>
              <a:rPr lang="ko-KR" altLang="en-US" dirty="0"/>
              <a:t>함수는 리스트 </a:t>
            </a:r>
            <a:r>
              <a:rPr lang="en-US" altLang="ko-KR" dirty="0"/>
              <a:t>L, </a:t>
            </a:r>
            <a:r>
              <a:rPr lang="ko-KR" altLang="en-US" dirty="0"/>
              <a:t>추가할 위치 </a:t>
            </a:r>
            <a:r>
              <a:rPr lang="en-US" altLang="ko-KR" dirty="0"/>
              <a:t>index, </a:t>
            </a:r>
            <a:r>
              <a:rPr lang="ko-KR" altLang="en-US" dirty="0"/>
              <a:t>추가할 데이터 </a:t>
            </a:r>
            <a:r>
              <a:rPr lang="en-US" altLang="ko-KR" dirty="0"/>
              <a:t>value</a:t>
            </a:r>
            <a:r>
              <a:rPr lang="ko-KR" altLang="en-US" dirty="0"/>
              <a:t>를 매개변수로 받아요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동작을 보면</a:t>
            </a:r>
            <a:r>
              <a:rPr lang="en-US" altLang="ko-KR" dirty="0"/>
              <a:t>, L</a:t>
            </a:r>
            <a:r>
              <a:rPr lang="ko-KR" altLang="en-US" dirty="0"/>
              <a:t>의 메모리 공간의 </a:t>
            </a:r>
            <a:r>
              <a:rPr lang="en-US" altLang="ko-KR" dirty="0"/>
              <a:t>index </a:t>
            </a:r>
            <a:r>
              <a:rPr lang="ko-KR" altLang="en-US" dirty="0"/>
              <a:t>위치에 </a:t>
            </a:r>
            <a:r>
              <a:rPr lang="en-US" altLang="ko-KR" dirty="0"/>
              <a:t>value</a:t>
            </a:r>
            <a:r>
              <a:rPr lang="ko-KR" altLang="en-US" dirty="0"/>
              <a:t>를 저장할 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거기에 이미 데이터가 저장되어 있을 수 있어요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그래서 원래 저장되어 있던 값을 먼저 따로 복사해 놓고</a:t>
            </a:r>
            <a:r>
              <a:rPr lang="en-US" altLang="ko-KR" dirty="0"/>
              <a:t>, </a:t>
            </a:r>
            <a:r>
              <a:rPr lang="ko-KR" altLang="en-US" dirty="0"/>
              <a:t>데이터를 저장해요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그리고 복사해 놓은 값은 한칸 뒤에 저장을 할건데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거기도 값이 이미 저장되어 있을테니 복사해놓고 한칸 뒤에 저장하는 것을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마지막 데이터까지 반복을 해야 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원래 데이터는 </a:t>
            </a:r>
            <a:r>
              <a:rPr lang="en-US" altLang="ko-KR" dirty="0"/>
              <a:t>index</a:t>
            </a:r>
            <a:r>
              <a:rPr lang="ko-KR" altLang="en-US" dirty="0"/>
              <a:t>부터 리스트의 </a:t>
            </a:r>
            <a:r>
              <a:rPr lang="en-US" altLang="ko-KR" dirty="0"/>
              <a:t>size</a:t>
            </a:r>
            <a:r>
              <a:rPr lang="ko-KR" altLang="en-US" dirty="0"/>
              <a:t>까지 있었는데</a:t>
            </a:r>
            <a:r>
              <a:rPr lang="en-US" altLang="ko-KR" dirty="0"/>
              <a:t>, </a:t>
            </a:r>
            <a:r>
              <a:rPr lang="ko-KR" altLang="en-US" dirty="0"/>
              <a:t>현재 원래 </a:t>
            </a:r>
            <a:r>
              <a:rPr lang="en-US" altLang="ko-KR" dirty="0"/>
              <a:t>index </a:t>
            </a:r>
            <a:r>
              <a:rPr lang="ko-KR" altLang="en-US" dirty="0"/>
              <a:t>자리의 데이터는 빼 놓은 상태에요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그래서 </a:t>
            </a:r>
            <a:r>
              <a:rPr lang="en-US" altLang="ko-KR" dirty="0"/>
              <a:t>index + 1</a:t>
            </a:r>
            <a:r>
              <a:rPr lang="ko-KR" altLang="en-US" dirty="0"/>
              <a:t>부터 원래 데이터는 뺴놓고</a:t>
            </a:r>
            <a:r>
              <a:rPr lang="en-US" altLang="ko-KR" dirty="0"/>
              <a:t>, </a:t>
            </a:r>
            <a:r>
              <a:rPr lang="ko-KR" altLang="en-US" dirty="0"/>
              <a:t>이전에 빼놓은 데이터를 저장할거에요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마지막 데이터는 리스트의 </a:t>
            </a:r>
            <a:r>
              <a:rPr lang="en-US" altLang="ko-KR" dirty="0"/>
              <a:t>size + 1 </a:t>
            </a:r>
            <a:r>
              <a:rPr lang="ko-KR" altLang="en-US" dirty="0"/>
              <a:t>자리에 저장되니까 반복을 거기까지 해요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20484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DF333-551C-E3E2-A52D-30929D5B70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431D07A-3132-E304-4D67-979C0AB79D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D5D0F0-CC89-2E25-D0AF-B81E96D5F2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반복하는 동안에는</a:t>
            </a:r>
            <a:r>
              <a:rPr lang="en-US" altLang="ko-KR"/>
              <a:t>, </a:t>
            </a:r>
            <a:r>
              <a:rPr lang="ko-KR" altLang="en-US"/>
              <a:t>원래 </a:t>
            </a:r>
            <a:r>
              <a:rPr lang="en-US" altLang="ko-KR"/>
              <a:t>i</a:t>
            </a:r>
            <a:r>
              <a:rPr lang="ko-KR" altLang="en-US"/>
              <a:t>번째 자리에 있던 데이터를 따로 빼놓고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그 자리에는 이전 반복에서 넘어온 데이터를 저장해요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그리고 다음 반복으로 넘길 데이터를 따로 빼놨던 데이터로 바꿔요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반복이 끝나고 나면 원래 데이터는 전부 이동했고</a:t>
            </a:r>
            <a:r>
              <a:rPr lang="en-US" altLang="ko-KR"/>
              <a:t>, </a:t>
            </a:r>
            <a:r>
              <a:rPr lang="ko-KR" altLang="en-US"/>
              <a:t>제일 끝자리에 있던 데이터가 아닌 값이 </a:t>
            </a:r>
            <a:r>
              <a:rPr lang="en-US" altLang="ko-KR"/>
              <a:t>moved_value</a:t>
            </a:r>
            <a:r>
              <a:rPr lang="ko-KR" altLang="en-US"/>
              <a:t>에 저장된 상태가 돼요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리스트의 </a:t>
            </a:r>
            <a:r>
              <a:rPr lang="en-US" altLang="ko-KR"/>
              <a:t>size</a:t>
            </a:r>
            <a:r>
              <a:rPr lang="ko-KR" altLang="en-US"/>
              <a:t>를 </a:t>
            </a:r>
            <a:r>
              <a:rPr lang="en-US" altLang="ko-KR"/>
              <a:t>1 </a:t>
            </a:r>
            <a:r>
              <a:rPr lang="ko-KR" altLang="en-US"/>
              <a:t>증가시키면 데이터를 추가하는 작업이 끝내요</a:t>
            </a:r>
            <a:endParaRPr lang="en-US" altLang="ko-KR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42BFD2-7052-6BE8-2629-2B4182280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40867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0DE804-B984-ECA0-0947-115A9340FB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AFC7E6E-EAEB-06A6-6E28-D05C9F9FFD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94D673E-B1AE-CC62-E817-08945531CE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데이터 추가 함수가 실행되는 과정을 볼게요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리스트 </a:t>
            </a:r>
            <a:r>
              <a:rPr lang="en-US" altLang="ko-KR" dirty="0"/>
              <a:t>L</a:t>
            </a:r>
            <a:r>
              <a:rPr lang="ko-KR" altLang="en-US" dirty="0"/>
              <a:t>에 </a:t>
            </a:r>
            <a:r>
              <a:rPr lang="en-US" altLang="ko-KR" dirty="0"/>
              <a:t>A </a:t>
            </a:r>
            <a:r>
              <a:rPr lang="ko-KR" altLang="en-US" dirty="0"/>
              <a:t>부터 </a:t>
            </a:r>
            <a:r>
              <a:rPr lang="en-US" altLang="ko-KR" dirty="0"/>
              <a:t>E</a:t>
            </a:r>
            <a:r>
              <a:rPr lang="ko-KR" altLang="en-US" dirty="0"/>
              <a:t>까지 데이터가 들어있는 상황에서 두번째 자리에 </a:t>
            </a:r>
            <a:r>
              <a:rPr lang="en-US" altLang="ko-KR" dirty="0"/>
              <a:t>G</a:t>
            </a:r>
            <a:r>
              <a:rPr lang="ko-KR" altLang="en-US" dirty="0"/>
              <a:t>를 추가하는 중이에요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먼저 원래 두번째 자리에 있던 </a:t>
            </a:r>
            <a:r>
              <a:rPr lang="en-US" altLang="ko-KR" dirty="0"/>
              <a:t>B</a:t>
            </a:r>
            <a:r>
              <a:rPr lang="ko-KR" altLang="en-US" dirty="0"/>
              <a:t>를 </a:t>
            </a:r>
            <a:r>
              <a:rPr lang="en-US" altLang="ko-KR" dirty="0"/>
              <a:t>moved_value</a:t>
            </a:r>
            <a:r>
              <a:rPr lang="ko-KR" altLang="en-US" dirty="0"/>
              <a:t>에 저장하고</a:t>
            </a:r>
            <a:r>
              <a:rPr lang="en-US" altLang="ko-KR" dirty="0"/>
              <a:t>, </a:t>
            </a:r>
            <a:r>
              <a:rPr lang="ko-KR" altLang="en-US" dirty="0"/>
              <a:t>거기에는 </a:t>
            </a:r>
            <a:r>
              <a:rPr lang="en-US" altLang="ko-KR" dirty="0"/>
              <a:t>G</a:t>
            </a:r>
            <a:r>
              <a:rPr lang="ko-KR" altLang="en-US" dirty="0"/>
              <a:t>를 저장해요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그리고 반복은 세번째 자리부터 여섯번째 자리까지 실행되요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원래 세번째 자리에 있던 </a:t>
            </a:r>
            <a:r>
              <a:rPr lang="en-US" altLang="ko-KR" dirty="0"/>
              <a:t>C</a:t>
            </a:r>
            <a:r>
              <a:rPr lang="ko-KR" altLang="en-US" dirty="0"/>
              <a:t>를 </a:t>
            </a:r>
            <a:r>
              <a:rPr lang="en-US" altLang="ko-KR" dirty="0"/>
              <a:t>tmp</a:t>
            </a:r>
            <a:r>
              <a:rPr lang="ko-KR" altLang="en-US" dirty="0"/>
              <a:t>에 저장하고</a:t>
            </a:r>
            <a:r>
              <a:rPr lang="en-US" altLang="ko-KR" dirty="0"/>
              <a:t>, </a:t>
            </a:r>
            <a:r>
              <a:rPr lang="ko-KR" altLang="en-US" dirty="0"/>
              <a:t>거기에 </a:t>
            </a:r>
            <a:r>
              <a:rPr lang="en-US" altLang="ko-KR" dirty="0"/>
              <a:t>moved_value</a:t>
            </a:r>
            <a:r>
              <a:rPr lang="ko-KR" altLang="en-US" dirty="0"/>
              <a:t>에 있던 </a:t>
            </a:r>
            <a:r>
              <a:rPr lang="en-US" altLang="ko-KR" dirty="0"/>
              <a:t>B</a:t>
            </a:r>
            <a:r>
              <a:rPr lang="ko-KR" altLang="en-US" dirty="0"/>
              <a:t>를 저장해요</a:t>
            </a:r>
            <a:r>
              <a:rPr lang="en-US" altLang="ko-KR" dirty="0"/>
              <a:t>. moved_value</a:t>
            </a:r>
            <a:r>
              <a:rPr lang="ko-KR" altLang="en-US" dirty="0"/>
              <a:t>는 </a:t>
            </a:r>
            <a:r>
              <a:rPr lang="en-US" altLang="ko-KR" dirty="0"/>
              <a:t>C</a:t>
            </a:r>
            <a:r>
              <a:rPr lang="ko-KR" altLang="en-US" dirty="0"/>
              <a:t>로 바꿔요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다음 반복에서</a:t>
            </a:r>
            <a:r>
              <a:rPr lang="en-US" altLang="ko-KR" dirty="0"/>
              <a:t>, </a:t>
            </a:r>
            <a:r>
              <a:rPr lang="ko-KR" altLang="en-US" dirty="0"/>
              <a:t>원래 네번째 자리에 있던 </a:t>
            </a:r>
            <a:r>
              <a:rPr lang="en-US" altLang="ko-KR" dirty="0"/>
              <a:t>D</a:t>
            </a:r>
            <a:r>
              <a:rPr lang="ko-KR" altLang="en-US" dirty="0"/>
              <a:t>를 </a:t>
            </a:r>
            <a:r>
              <a:rPr lang="en-US" altLang="ko-KR" dirty="0"/>
              <a:t>tmp</a:t>
            </a:r>
            <a:r>
              <a:rPr lang="ko-KR" altLang="en-US" dirty="0"/>
              <a:t>에 저장하고</a:t>
            </a:r>
            <a:r>
              <a:rPr lang="en-US" altLang="ko-KR" dirty="0"/>
              <a:t>, </a:t>
            </a:r>
            <a:r>
              <a:rPr lang="ko-KR" altLang="en-US" dirty="0"/>
              <a:t>거기에 </a:t>
            </a:r>
            <a:r>
              <a:rPr lang="en-US" altLang="ko-KR" dirty="0"/>
              <a:t>moved_value</a:t>
            </a:r>
            <a:r>
              <a:rPr lang="ko-KR" altLang="en-US" dirty="0"/>
              <a:t>에 있던 </a:t>
            </a:r>
            <a:r>
              <a:rPr lang="en-US" altLang="ko-KR" dirty="0"/>
              <a:t>C</a:t>
            </a:r>
            <a:r>
              <a:rPr lang="ko-KR" altLang="en-US" dirty="0"/>
              <a:t>를 저장해요</a:t>
            </a:r>
            <a:r>
              <a:rPr lang="en-US" altLang="ko-KR" dirty="0"/>
              <a:t>. moved_value</a:t>
            </a:r>
            <a:r>
              <a:rPr lang="ko-KR" altLang="en-US" dirty="0"/>
              <a:t>는 </a:t>
            </a:r>
            <a:r>
              <a:rPr lang="en-US" altLang="ko-KR" dirty="0"/>
              <a:t>D</a:t>
            </a:r>
            <a:r>
              <a:rPr lang="ko-KR" altLang="en-US" dirty="0"/>
              <a:t>로 바꿔요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다음 반복에서</a:t>
            </a:r>
            <a:r>
              <a:rPr lang="en-US" altLang="ko-KR" dirty="0"/>
              <a:t>, </a:t>
            </a:r>
            <a:r>
              <a:rPr lang="ko-KR" altLang="en-US" dirty="0"/>
              <a:t>원래 다섯번째 자리에 있던 </a:t>
            </a:r>
            <a:r>
              <a:rPr lang="en-US" altLang="ko-KR" dirty="0"/>
              <a:t>E</a:t>
            </a:r>
            <a:r>
              <a:rPr lang="ko-KR" altLang="en-US" dirty="0"/>
              <a:t>를 </a:t>
            </a:r>
            <a:r>
              <a:rPr lang="en-US" altLang="ko-KR" dirty="0"/>
              <a:t>tmp</a:t>
            </a:r>
            <a:r>
              <a:rPr lang="ko-KR" altLang="en-US" dirty="0"/>
              <a:t>에 저장하고</a:t>
            </a:r>
            <a:r>
              <a:rPr lang="en-US" altLang="ko-KR" dirty="0"/>
              <a:t>, </a:t>
            </a:r>
            <a:r>
              <a:rPr lang="ko-KR" altLang="en-US" dirty="0"/>
              <a:t>거기에 </a:t>
            </a:r>
            <a:r>
              <a:rPr lang="en-US" altLang="ko-KR" dirty="0"/>
              <a:t>moved_value</a:t>
            </a:r>
            <a:r>
              <a:rPr lang="ko-KR" altLang="en-US" dirty="0"/>
              <a:t>에 있던 </a:t>
            </a:r>
            <a:r>
              <a:rPr lang="en-US" altLang="ko-KR" dirty="0"/>
              <a:t>D</a:t>
            </a:r>
            <a:r>
              <a:rPr lang="ko-KR" altLang="en-US" dirty="0"/>
              <a:t>를 저장해요</a:t>
            </a:r>
            <a:r>
              <a:rPr lang="en-US" altLang="ko-KR" dirty="0"/>
              <a:t>. moved_value</a:t>
            </a:r>
            <a:r>
              <a:rPr lang="ko-KR" altLang="en-US" dirty="0"/>
              <a:t>는 </a:t>
            </a:r>
            <a:r>
              <a:rPr lang="en-US" altLang="ko-KR" dirty="0"/>
              <a:t>E</a:t>
            </a:r>
            <a:r>
              <a:rPr lang="ko-KR" altLang="en-US" dirty="0"/>
              <a:t>로 바꿔요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다음 반복에서</a:t>
            </a:r>
            <a:r>
              <a:rPr lang="en-US" altLang="ko-KR" dirty="0"/>
              <a:t>, </a:t>
            </a:r>
            <a:r>
              <a:rPr lang="ko-KR" altLang="en-US" dirty="0"/>
              <a:t>원래 여섯번째 무슨 값이 있었든 그 값을 </a:t>
            </a:r>
            <a:r>
              <a:rPr lang="en-US" altLang="ko-KR" dirty="0"/>
              <a:t>tmp</a:t>
            </a:r>
            <a:r>
              <a:rPr lang="ko-KR" altLang="en-US" dirty="0"/>
              <a:t>에 저장하고</a:t>
            </a:r>
            <a:r>
              <a:rPr lang="en-US" altLang="ko-KR" dirty="0"/>
              <a:t>, </a:t>
            </a:r>
            <a:r>
              <a:rPr lang="ko-KR" altLang="en-US" dirty="0"/>
              <a:t>거기에 </a:t>
            </a:r>
            <a:r>
              <a:rPr lang="en-US" altLang="ko-KR" dirty="0"/>
              <a:t>moved_value</a:t>
            </a:r>
            <a:r>
              <a:rPr lang="ko-KR" altLang="en-US" dirty="0"/>
              <a:t>에 있던 </a:t>
            </a:r>
            <a:r>
              <a:rPr lang="en-US" altLang="ko-KR" dirty="0"/>
              <a:t>E</a:t>
            </a:r>
            <a:r>
              <a:rPr lang="ko-KR" altLang="en-US" dirty="0"/>
              <a:t>를 저장해요</a:t>
            </a:r>
            <a:r>
              <a:rPr lang="en-US" altLang="ko-KR" dirty="0"/>
              <a:t>. moved_value</a:t>
            </a:r>
            <a:r>
              <a:rPr lang="ko-KR" altLang="en-US" dirty="0"/>
              <a:t>는 </a:t>
            </a:r>
            <a:r>
              <a:rPr lang="en-US" altLang="ko-KR" dirty="0"/>
              <a:t>tmp</a:t>
            </a:r>
            <a:r>
              <a:rPr lang="ko-KR" altLang="en-US" dirty="0"/>
              <a:t>에 있는 값으로 바뀌어요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반복이 끝나면</a:t>
            </a:r>
            <a:r>
              <a:rPr lang="en-US" altLang="ko-KR" dirty="0"/>
              <a:t>, </a:t>
            </a:r>
            <a:r>
              <a:rPr lang="ko-KR" altLang="en-US" dirty="0"/>
              <a:t>모든 데이터가 보존되어 있고</a:t>
            </a:r>
            <a:r>
              <a:rPr lang="en-US" altLang="ko-KR" dirty="0"/>
              <a:t>, </a:t>
            </a:r>
            <a:r>
              <a:rPr lang="ko-KR" altLang="en-US" dirty="0"/>
              <a:t>새로운 데이터가 원하는 자리에 추가되었어요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리스트의 </a:t>
            </a:r>
            <a:r>
              <a:rPr lang="en-US" altLang="ko-KR" dirty="0"/>
              <a:t>size</a:t>
            </a:r>
            <a:r>
              <a:rPr lang="ko-KR" altLang="en-US" dirty="0"/>
              <a:t>가 </a:t>
            </a:r>
            <a:r>
              <a:rPr lang="en-US" altLang="ko-KR" dirty="0"/>
              <a:t>1 </a:t>
            </a:r>
            <a:r>
              <a:rPr lang="ko-KR" altLang="en-US" dirty="0"/>
              <a:t>증가해서 </a:t>
            </a:r>
            <a:r>
              <a:rPr lang="en-US" altLang="ko-KR" dirty="0"/>
              <a:t>6</a:t>
            </a:r>
            <a:r>
              <a:rPr lang="ko-KR" altLang="en-US" dirty="0"/>
              <a:t>이 되고 함수가 종료되요</a:t>
            </a:r>
            <a:r>
              <a:rPr lang="en-US" altLang="ko-KR" dirty="0"/>
              <a:t>. 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6489DF-1097-6F5A-775A-A21D43D325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51197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F136A-0647-B8BD-38AF-F59FAB01C7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4974A0E-232D-406B-C918-2D1D82BE7B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8B81E43-7CD6-5AE5-70B2-B1ABF7D64A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이번에는 리스트에서 데이터를 삭제해볼게요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배열에서 데이터를 왼쪽에 모아두고 있었기 때문에</a:t>
            </a:r>
            <a:r>
              <a:rPr lang="en-US" altLang="ko-KR"/>
              <a:t>, </a:t>
            </a:r>
            <a:r>
              <a:rPr lang="ko-KR" altLang="en-US"/>
              <a:t>데이터를 삭제하고 나면 그 자리를 옆에 있던 데이터들로 채워야 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리스트 </a:t>
            </a:r>
            <a:r>
              <a:rPr lang="en-US" altLang="ko-KR"/>
              <a:t>L </a:t>
            </a:r>
            <a:r>
              <a:rPr lang="ko-KR" altLang="en-US"/>
              <a:t>에서 세번째 데이터인 </a:t>
            </a:r>
            <a:r>
              <a:rPr lang="en-US" altLang="ko-KR"/>
              <a:t>B</a:t>
            </a:r>
            <a:r>
              <a:rPr lang="ko-KR" altLang="en-US"/>
              <a:t>를 삭제한다면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그 옆에 있던 </a:t>
            </a:r>
            <a:r>
              <a:rPr lang="en-US" altLang="ko-KR"/>
              <a:t>C</a:t>
            </a:r>
            <a:r>
              <a:rPr lang="ko-KR" altLang="en-US"/>
              <a:t>를 한칸 이동해서 </a:t>
            </a:r>
            <a:r>
              <a:rPr lang="en-US" altLang="ko-KR"/>
              <a:t>B</a:t>
            </a:r>
            <a:r>
              <a:rPr lang="ko-KR" altLang="en-US"/>
              <a:t>에 저장하고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en-US" altLang="ko-KR"/>
              <a:t>C</a:t>
            </a:r>
            <a:r>
              <a:rPr lang="ko-KR" altLang="en-US"/>
              <a:t>가 있던 자리가 비게 되니</a:t>
            </a:r>
            <a:r>
              <a:rPr lang="en-US" altLang="ko-KR"/>
              <a:t>, </a:t>
            </a:r>
            <a:r>
              <a:rPr lang="ko-KR" altLang="en-US"/>
              <a:t>그 옆에 있던 </a:t>
            </a:r>
            <a:r>
              <a:rPr lang="en-US" altLang="ko-KR"/>
              <a:t>D</a:t>
            </a:r>
            <a:r>
              <a:rPr lang="ko-KR" altLang="en-US"/>
              <a:t>를 한칸 이동해서 원래 </a:t>
            </a:r>
            <a:r>
              <a:rPr lang="en-US" altLang="ko-KR"/>
              <a:t>C </a:t>
            </a:r>
            <a:r>
              <a:rPr lang="ko-KR" altLang="en-US"/>
              <a:t>자리에 저장하고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그 옆에 있던 </a:t>
            </a:r>
            <a:r>
              <a:rPr lang="en-US" altLang="ko-KR"/>
              <a:t>E</a:t>
            </a:r>
            <a:r>
              <a:rPr lang="ko-KR" altLang="en-US"/>
              <a:t>를 한칸 이동해서 원래 </a:t>
            </a:r>
            <a:r>
              <a:rPr lang="en-US" altLang="ko-KR"/>
              <a:t>D </a:t>
            </a:r>
            <a:r>
              <a:rPr lang="ko-KR" altLang="en-US"/>
              <a:t>자리에 저장해요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그리고 리스트의 </a:t>
            </a:r>
            <a:r>
              <a:rPr lang="en-US" altLang="ko-KR"/>
              <a:t>size</a:t>
            </a:r>
            <a:r>
              <a:rPr lang="ko-KR" altLang="en-US"/>
              <a:t>를 </a:t>
            </a:r>
            <a:r>
              <a:rPr lang="en-US" altLang="ko-KR"/>
              <a:t>1 </a:t>
            </a:r>
            <a:r>
              <a:rPr lang="ko-KR" altLang="en-US"/>
              <a:t>작게 하면</a:t>
            </a:r>
            <a:r>
              <a:rPr lang="en-US" altLang="ko-KR"/>
              <a:t>, E</a:t>
            </a:r>
            <a:r>
              <a:rPr lang="ko-KR" altLang="en-US"/>
              <a:t>는 원래 자리와 그 옆자리에 모두 저장되어 있지만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실제 데이터로 인식되는 것은 왼쪽에 있는 </a:t>
            </a:r>
            <a:r>
              <a:rPr lang="en-US" altLang="ko-KR"/>
              <a:t>E </a:t>
            </a:r>
            <a:r>
              <a:rPr lang="ko-KR" altLang="en-US"/>
              <a:t>까지가 되어요</a:t>
            </a:r>
            <a:r>
              <a:rPr lang="en-US" altLang="ko-KR"/>
              <a:t>.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0D87084-0939-7ADE-067E-5C8AC14E92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8661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2AE78-5B63-CF0E-797B-65C8EBD17B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F0604A1-A879-2C67-BB54-F47B2F54B0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6194636-CD7C-4DAE-75B9-B5F582BFA8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방금 한 작업을 일반화해서 함수로 만들어 볼게요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함수 이름은 </a:t>
            </a:r>
            <a:r>
              <a:rPr lang="en-US" altLang="ko-KR"/>
              <a:t>DELETE</a:t>
            </a:r>
            <a:r>
              <a:rPr lang="ko-KR" altLang="en-US"/>
              <a:t>이고</a:t>
            </a:r>
            <a:r>
              <a:rPr lang="en-US" altLang="ko-KR"/>
              <a:t>, </a:t>
            </a:r>
            <a:r>
              <a:rPr lang="ko-KR" altLang="en-US"/>
              <a:t>리스트 </a:t>
            </a:r>
            <a:r>
              <a:rPr lang="en-US" altLang="ko-KR"/>
              <a:t>L</a:t>
            </a:r>
            <a:r>
              <a:rPr lang="ko-KR" altLang="en-US"/>
              <a:t>과 삭제할 데이터의 위치 </a:t>
            </a:r>
            <a:r>
              <a:rPr lang="en-US" altLang="ko-KR"/>
              <a:t>index</a:t>
            </a:r>
            <a:r>
              <a:rPr lang="ko-KR" altLang="en-US"/>
              <a:t>를 매개변수로 받아요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반복을 하는데</a:t>
            </a:r>
            <a:r>
              <a:rPr lang="en-US" altLang="ko-KR"/>
              <a:t>, </a:t>
            </a:r>
            <a:r>
              <a:rPr lang="ko-KR" altLang="en-US"/>
              <a:t>삭제할 데이터 위치의 오른쪽 모든 데이터들에 대해 반복해요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반복할 작업은 데이터들을 한칸 왼쪽 자리에 저장하는 거에요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반복이 끝났으면 </a:t>
            </a:r>
            <a:r>
              <a:rPr lang="en-US" altLang="ko-KR"/>
              <a:t>size</a:t>
            </a:r>
            <a:r>
              <a:rPr lang="ko-KR" altLang="en-US"/>
              <a:t>를 </a:t>
            </a:r>
            <a:r>
              <a:rPr lang="en-US" altLang="ko-KR"/>
              <a:t>1 </a:t>
            </a:r>
            <a:r>
              <a:rPr lang="ko-KR" altLang="en-US"/>
              <a:t>작게 해주면 되요</a:t>
            </a:r>
            <a:r>
              <a:rPr lang="en-US" altLang="ko-KR"/>
              <a:t>. </a:t>
            </a:r>
            <a:r>
              <a:rPr lang="ko-KR" altLang="en-US"/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A1A77D-3D35-F2F3-6532-783D23C7D0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4642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9D1B75-DE4F-01FC-4729-9BC5BE43F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1C34959-A2F6-A219-E7BA-B8C3E3E97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CA9C09C-1D9D-2C35-511C-E1651B726B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DELETE</a:t>
            </a:r>
            <a:r>
              <a:rPr lang="ko-KR" altLang="en-US"/>
              <a:t> 함수의 실행 과정을 볼게요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리스트 </a:t>
            </a:r>
            <a:r>
              <a:rPr lang="en-US" altLang="ko-KR"/>
              <a:t>L</a:t>
            </a:r>
            <a:r>
              <a:rPr lang="ko-KR" altLang="en-US"/>
              <a:t>에는 </a:t>
            </a:r>
            <a:r>
              <a:rPr lang="en-US" altLang="ko-KR"/>
              <a:t>A, G, B, C, D, E</a:t>
            </a:r>
            <a:r>
              <a:rPr lang="ko-KR" altLang="en-US"/>
              <a:t>가 들어 있고</a:t>
            </a:r>
            <a:r>
              <a:rPr lang="en-US" altLang="ko-KR"/>
              <a:t>, </a:t>
            </a:r>
            <a:r>
              <a:rPr lang="ko-KR" altLang="en-US"/>
              <a:t>세번째 데이터 </a:t>
            </a:r>
            <a:r>
              <a:rPr lang="en-US" altLang="ko-KR"/>
              <a:t>B</a:t>
            </a:r>
            <a:r>
              <a:rPr lang="ko-KR" altLang="en-US"/>
              <a:t>를 지우려고 해요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en-US" altLang="ko-KR"/>
              <a:t>i</a:t>
            </a:r>
            <a:r>
              <a:rPr lang="ko-KR" altLang="en-US"/>
              <a:t>가 </a:t>
            </a:r>
            <a:r>
              <a:rPr lang="en-US" altLang="ko-KR"/>
              <a:t>3 + 1 </a:t>
            </a:r>
            <a:r>
              <a:rPr lang="ko-KR" altLang="en-US"/>
              <a:t>부터 </a:t>
            </a:r>
            <a:r>
              <a:rPr lang="en-US" altLang="ko-KR"/>
              <a:t>size</a:t>
            </a:r>
            <a:r>
              <a:rPr lang="ko-KR" altLang="en-US"/>
              <a:t>까지니까 </a:t>
            </a:r>
            <a:r>
              <a:rPr lang="en-US" altLang="ko-KR"/>
              <a:t>C</a:t>
            </a:r>
            <a:r>
              <a:rPr lang="ko-KR" altLang="en-US"/>
              <a:t>부터 </a:t>
            </a:r>
            <a:r>
              <a:rPr lang="en-US" altLang="ko-KR"/>
              <a:t>E</a:t>
            </a:r>
            <a:r>
              <a:rPr lang="ko-KR" altLang="en-US"/>
              <a:t>까지 반복을 하게 되고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ko-KR" altLang="en-US"/>
              <a:t>반복할 작업은 </a:t>
            </a:r>
            <a:r>
              <a:rPr lang="en-US" altLang="ko-KR"/>
              <a:t>i - 1 </a:t>
            </a:r>
            <a:r>
              <a:rPr lang="ko-KR" altLang="en-US"/>
              <a:t>자리에 </a:t>
            </a:r>
            <a:r>
              <a:rPr lang="en-US" altLang="ko-KR"/>
              <a:t>i </a:t>
            </a:r>
            <a:r>
              <a:rPr lang="ko-KR" altLang="en-US"/>
              <a:t>자리의 데이터를 저장하는 것이니까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en-US" altLang="ko-KR"/>
              <a:t>B </a:t>
            </a:r>
            <a:r>
              <a:rPr lang="ko-KR" altLang="en-US"/>
              <a:t>자리에 </a:t>
            </a:r>
            <a:r>
              <a:rPr lang="en-US" altLang="ko-KR"/>
              <a:t>C</a:t>
            </a:r>
            <a:r>
              <a:rPr lang="ko-KR" altLang="en-US"/>
              <a:t>가 저장되고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en-US" altLang="ko-KR"/>
              <a:t>C </a:t>
            </a:r>
            <a:r>
              <a:rPr lang="ko-KR" altLang="en-US"/>
              <a:t>자리에 </a:t>
            </a:r>
            <a:r>
              <a:rPr lang="en-US" altLang="ko-KR"/>
              <a:t>D</a:t>
            </a:r>
            <a:r>
              <a:rPr lang="ko-KR" altLang="en-US"/>
              <a:t>가 저장되고</a:t>
            </a:r>
            <a:r>
              <a:rPr lang="en-US" altLang="ko-KR"/>
              <a:t>, </a:t>
            </a:r>
          </a:p>
          <a:p>
            <a:endParaRPr lang="en-US" altLang="ko-KR"/>
          </a:p>
          <a:p>
            <a:r>
              <a:rPr lang="en-US" altLang="ko-KR"/>
              <a:t>D </a:t>
            </a:r>
            <a:r>
              <a:rPr lang="ko-KR" altLang="en-US"/>
              <a:t>자리에 </a:t>
            </a:r>
            <a:r>
              <a:rPr lang="en-US" altLang="ko-KR"/>
              <a:t>E</a:t>
            </a:r>
            <a:r>
              <a:rPr lang="ko-KR" altLang="en-US"/>
              <a:t>가 저장되요</a:t>
            </a:r>
            <a:r>
              <a:rPr lang="en-US" altLang="ko-KR"/>
              <a:t>. </a:t>
            </a:r>
          </a:p>
          <a:p>
            <a:endParaRPr lang="en-US" altLang="ko-KR"/>
          </a:p>
          <a:p>
            <a:r>
              <a:rPr lang="ko-KR" altLang="en-US"/>
              <a:t>그리고 </a:t>
            </a:r>
            <a:r>
              <a:rPr lang="en-US" altLang="ko-KR"/>
              <a:t>size</a:t>
            </a:r>
            <a:r>
              <a:rPr lang="ko-KR" altLang="en-US"/>
              <a:t>가 </a:t>
            </a:r>
            <a:r>
              <a:rPr lang="en-US" altLang="ko-KR"/>
              <a:t>1 </a:t>
            </a:r>
            <a:r>
              <a:rPr lang="ko-KR" altLang="en-US"/>
              <a:t>작아진 </a:t>
            </a:r>
            <a:r>
              <a:rPr lang="en-US" altLang="ko-KR"/>
              <a:t>5</a:t>
            </a:r>
            <a:r>
              <a:rPr lang="ko-KR" altLang="en-US"/>
              <a:t>로 바뀌어서 유효한 데이터가 여기까지로 설정되요</a:t>
            </a:r>
            <a:r>
              <a:rPr lang="en-US" altLang="ko-KR"/>
              <a:t>. </a:t>
            </a:r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05CBF9-22D9-BEB0-3384-4F3A7AEAD9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F3005-54B2-4F13-8D6E-05C92289A98E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608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431" y="4043369"/>
            <a:ext cx="8771138" cy="607653"/>
          </a:xfrm>
        </p:spPr>
        <p:txBody>
          <a:bodyPr wrap="square" anchor="b"/>
          <a:lstStyle>
            <a:lvl1pPr algn="ctr"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968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5975" y="262442"/>
            <a:ext cx="5976500" cy="607653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25625"/>
            <a:ext cx="85153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1810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44852" y="200299"/>
            <a:ext cx="5976500" cy="60765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vert="horz" wrap="none" lIns="540000" tIns="108000" rIns="540000" bIns="0" rtlCol="0" anchor="ctr">
            <a:sp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8515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10/10/2025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8889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txStyles>
    <p:titleStyle>
      <a:lvl1pPr algn="r" defTabSz="914400" rtl="0" eaLnBrk="1" latinLnBrk="1" hangingPunct="1">
        <a:lnSpc>
          <a:spcPct val="90000"/>
        </a:lnSpc>
        <a:spcBef>
          <a:spcPct val="0"/>
        </a:spcBef>
        <a:buNone/>
        <a:defRPr sz="3600" b="1" kern="1200">
          <a:solidFill>
            <a:srgbClr val="002060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8.png"/><Relationship Id="rId13" Type="http://schemas.openxmlformats.org/officeDocument/2006/relationships/customXml" Target="../ink/ink6.xml"/><Relationship Id="rId18" Type="http://schemas.openxmlformats.org/officeDocument/2006/relationships/image" Target="../media/image93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90.png"/><Relationship Id="rId17" Type="http://schemas.openxmlformats.org/officeDocument/2006/relationships/customXml" Target="../ink/ink8.xml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.png"/><Relationship Id="rId20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89.png"/><Relationship Id="rId19" Type="http://schemas.openxmlformats.org/officeDocument/2006/relationships/customXml" Target="../ink/ink9.xml"/><Relationship Id="rId4" Type="http://schemas.openxmlformats.org/officeDocument/2006/relationships/image" Target="../media/image86.png"/><Relationship Id="rId9" Type="http://schemas.openxmlformats.org/officeDocument/2006/relationships/customXml" Target="../ink/ink4.xml"/><Relationship Id="rId14" Type="http://schemas.openxmlformats.org/officeDocument/2006/relationships/image" Target="../media/image9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customXml" Target="../ink/ink15.xml"/><Relationship Id="rId18" Type="http://schemas.openxmlformats.org/officeDocument/2006/relationships/image" Target="../media/image102.png"/><Relationship Id="rId3" Type="http://schemas.openxmlformats.org/officeDocument/2006/relationships/customXml" Target="../ink/ink10.xml"/><Relationship Id="rId7" Type="http://schemas.openxmlformats.org/officeDocument/2006/relationships/customXml" Target="../ink/ink12.xml"/><Relationship Id="rId12" Type="http://schemas.openxmlformats.org/officeDocument/2006/relationships/image" Target="../media/image99.png"/><Relationship Id="rId17" Type="http://schemas.openxmlformats.org/officeDocument/2006/relationships/customXml" Target="../ink/ink17.xml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6.png"/><Relationship Id="rId11" Type="http://schemas.openxmlformats.org/officeDocument/2006/relationships/customXml" Target="../ink/ink14.xml"/><Relationship Id="rId5" Type="http://schemas.openxmlformats.org/officeDocument/2006/relationships/customXml" Target="../ink/ink11.xml"/><Relationship Id="rId15" Type="http://schemas.openxmlformats.org/officeDocument/2006/relationships/customXml" Target="../ink/ink16.xml"/><Relationship Id="rId10" Type="http://schemas.openxmlformats.org/officeDocument/2006/relationships/image" Target="../media/image98.png"/><Relationship Id="rId4" Type="http://schemas.openxmlformats.org/officeDocument/2006/relationships/image" Target="../media/image95.png"/><Relationship Id="rId9" Type="http://schemas.openxmlformats.org/officeDocument/2006/relationships/customXml" Target="../ink/ink13.xml"/><Relationship Id="rId14" Type="http://schemas.openxmlformats.org/officeDocument/2006/relationships/image" Target="../media/image10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customXml" Target="../ink/ink23.xml"/><Relationship Id="rId18" Type="http://schemas.openxmlformats.org/officeDocument/2006/relationships/image" Target="../media/image110.png"/><Relationship Id="rId26" Type="http://schemas.openxmlformats.org/officeDocument/2006/relationships/image" Target="../media/image114.png"/><Relationship Id="rId3" Type="http://schemas.openxmlformats.org/officeDocument/2006/relationships/customXml" Target="../ink/ink18.xml"/><Relationship Id="rId21" Type="http://schemas.openxmlformats.org/officeDocument/2006/relationships/customXml" Target="../ink/ink27.xml"/><Relationship Id="rId7" Type="http://schemas.openxmlformats.org/officeDocument/2006/relationships/customXml" Target="../ink/ink20.xml"/><Relationship Id="rId12" Type="http://schemas.openxmlformats.org/officeDocument/2006/relationships/image" Target="../media/image107.png"/><Relationship Id="rId17" Type="http://schemas.openxmlformats.org/officeDocument/2006/relationships/customXml" Target="../ink/ink25.xml"/><Relationship Id="rId25" Type="http://schemas.openxmlformats.org/officeDocument/2006/relationships/customXml" Target="../ink/ink29.xml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09.png"/><Relationship Id="rId20" Type="http://schemas.openxmlformats.org/officeDocument/2006/relationships/image" Target="../media/image111.png"/><Relationship Id="rId29" Type="http://schemas.openxmlformats.org/officeDocument/2006/relationships/customXml" Target="../ink/ink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11" Type="http://schemas.openxmlformats.org/officeDocument/2006/relationships/customXml" Target="../ink/ink22.xml"/><Relationship Id="rId24" Type="http://schemas.openxmlformats.org/officeDocument/2006/relationships/image" Target="../media/image113.png"/><Relationship Id="rId5" Type="http://schemas.openxmlformats.org/officeDocument/2006/relationships/customXml" Target="../ink/ink19.xml"/><Relationship Id="rId15" Type="http://schemas.openxmlformats.org/officeDocument/2006/relationships/customXml" Target="../ink/ink24.xml"/><Relationship Id="rId23" Type="http://schemas.openxmlformats.org/officeDocument/2006/relationships/customXml" Target="../ink/ink28.xml"/><Relationship Id="rId28" Type="http://schemas.openxmlformats.org/officeDocument/2006/relationships/image" Target="../media/image115.png"/><Relationship Id="rId10" Type="http://schemas.openxmlformats.org/officeDocument/2006/relationships/image" Target="../media/image106.png"/><Relationship Id="rId19" Type="http://schemas.openxmlformats.org/officeDocument/2006/relationships/customXml" Target="../ink/ink26.xml"/><Relationship Id="rId4" Type="http://schemas.openxmlformats.org/officeDocument/2006/relationships/image" Target="../media/image103.png"/><Relationship Id="rId9" Type="http://schemas.openxmlformats.org/officeDocument/2006/relationships/customXml" Target="../ink/ink21.xml"/><Relationship Id="rId14" Type="http://schemas.openxmlformats.org/officeDocument/2006/relationships/image" Target="../media/image108.png"/><Relationship Id="rId22" Type="http://schemas.openxmlformats.org/officeDocument/2006/relationships/image" Target="../media/image112.png"/><Relationship Id="rId27" Type="http://schemas.openxmlformats.org/officeDocument/2006/relationships/customXml" Target="../ink/ink30.xml"/><Relationship Id="rId30" Type="http://schemas.openxmlformats.org/officeDocument/2006/relationships/image" Target="../media/image11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customXml" Target="../ink/ink32.xml"/><Relationship Id="rId7" Type="http://schemas.openxmlformats.org/officeDocument/2006/relationships/customXml" Target="../ink/ink3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8.png"/><Relationship Id="rId5" Type="http://schemas.openxmlformats.org/officeDocument/2006/relationships/customXml" Target="../ink/ink33.xml"/><Relationship Id="rId4" Type="http://schemas.openxmlformats.org/officeDocument/2006/relationships/image" Target="../media/image1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2.png"/><Relationship Id="rId13" Type="http://schemas.openxmlformats.org/officeDocument/2006/relationships/customXml" Target="../ink/ink40.xml"/><Relationship Id="rId3" Type="http://schemas.openxmlformats.org/officeDocument/2006/relationships/customXml" Target="../ink/ink35.xml"/><Relationship Id="rId7" Type="http://schemas.openxmlformats.org/officeDocument/2006/relationships/customXml" Target="../ink/ink37.xml"/><Relationship Id="rId12" Type="http://schemas.openxmlformats.org/officeDocument/2006/relationships/image" Target="../media/image124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1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1.png"/><Relationship Id="rId11" Type="http://schemas.openxmlformats.org/officeDocument/2006/relationships/customXml" Target="../ink/ink39.xml"/><Relationship Id="rId5" Type="http://schemas.openxmlformats.org/officeDocument/2006/relationships/customXml" Target="../ink/ink36.xml"/><Relationship Id="rId15" Type="http://schemas.openxmlformats.org/officeDocument/2006/relationships/customXml" Target="../ink/ink41.xml"/><Relationship Id="rId10" Type="http://schemas.openxmlformats.org/officeDocument/2006/relationships/image" Target="../media/image123.png"/><Relationship Id="rId4" Type="http://schemas.openxmlformats.org/officeDocument/2006/relationships/image" Target="../media/image120.png"/><Relationship Id="rId9" Type="http://schemas.openxmlformats.org/officeDocument/2006/relationships/customXml" Target="../ink/ink38.xml"/><Relationship Id="rId14" Type="http://schemas.openxmlformats.org/officeDocument/2006/relationships/image" Target="../media/image12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9.png"/><Relationship Id="rId13" Type="http://schemas.openxmlformats.org/officeDocument/2006/relationships/customXml" Target="../ink/ink47.xml"/><Relationship Id="rId3" Type="http://schemas.openxmlformats.org/officeDocument/2006/relationships/customXml" Target="../ink/ink42.xml"/><Relationship Id="rId7" Type="http://schemas.openxmlformats.org/officeDocument/2006/relationships/customXml" Target="../ink/ink44.xml"/><Relationship Id="rId12" Type="http://schemas.openxmlformats.org/officeDocument/2006/relationships/image" Target="../media/image13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8.png"/><Relationship Id="rId11" Type="http://schemas.openxmlformats.org/officeDocument/2006/relationships/customXml" Target="../ink/ink46.xml"/><Relationship Id="rId5" Type="http://schemas.openxmlformats.org/officeDocument/2006/relationships/customXml" Target="../ink/ink43.xml"/><Relationship Id="rId10" Type="http://schemas.openxmlformats.org/officeDocument/2006/relationships/image" Target="../media/image130.png"/><Relationship Id="rId4" Type="http://schemas.openxmlformats.org/officeDocument/2006/relationships/image" Target="../media/image127.png"/><Relationship Id="rId9" Type="http://schemas.openxmlformats.org/officeDocument/2006/relationships/customXml" Target="../ink/ink45.xml"/><Relationship Id="rId14" Type="http://schemas.openxmlformats.org/officeDocument/2006/relationships/image" Target="../media/image13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5.png"/><Relationship Id="rId13" Type="http://schemas.openxmlformats.org/officeDocument/2006/relationships/customXml" Target="../ink/ink53.xml"/><Relationship Id="rId3" Type="http://schemas.openxmlformats.org/officeDocument/2006/relationships/customXml" Target="../ink/ink48.xml"/><Relationship Id="rId7" Type="http://schemas.openxmlformats.org/officeDocument/2006/relationships/customXml" Target="../ink/ink50.xml"/><Relationship Id="rId12" Type="http://schemas.openxmlformats.org/officeDocument/2006/relationships/image" Target="../media/image13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4.png"/><Relationship Id="rId11" Type="http://schemas.openxmlformats.org/officeDocument/2006/relationships/customXml" Target="../ink/ink52.xml"/><Relationship Id="rId5" Type="http://schemas.openxmlformats.org/officeDocument/2006/relationships/customXml" Target="../ink/ink49.xml"/><Relationship Id="rId10" Type="http://schemas.openxmlformats.org/officeDocument/2006/relationships/image" Target="../media/image136.png"/><Relationship Id="rId4" Type="http://schemas.openxmlformats.org/officeDocument/2006/relationships/image" Target="../media/image133.png"/><Relationship Id="rId9" Type="http://schemas.openxmlformats.org/officeDocument/2006/relationships/customXml" Target="../ink/ink51.xml"/><Relationship Id="rId14" Type="http://schemas.openxmlformats.org/officeDocument/2006/relationships/image" Target="../media/image13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13" Type="http://schemas.openxmlformats.org/officeDocument/2006/relationships/customXml" Target="../ink/ink59.xml"/><Relationship Id="rId3" Type="http://schemas.openxmlformats.org/officeDocument/2006/relationships/customXml" Target="../ink/ink54.xml"/><Relationship Id="rId7" Type="http://schemas.openxmlformats.org/officeDocument/2006/relationships/customXml" Target="../ink/ink56.xml"/><Relationship Id="rId12" Type="http://schemas.openxmlformats.org/officeDocument/2006/relationships/image" Target="../media/image143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0.png"/><Relationship Id="rId11" Type="http://schemas.openxmlformats.org/officeDocument/2006/relationships/customXml" Target="../ink/ink58.xml"/><Relationship Id="rId5" Type="http://schemas.openxmlformats.org/officeDocument/2006/relationships/customXml" Target="../ink/ink55.xml"/><Relationship Id="rId15" Type="http://schemas.openxmlformats.org/officeDocument/2006/relationships/customXml" Target="../ink/ink60.xml"/><Relationship Id="rId10" Type="http://schemas.openxmlformats.org/officeDocument/2006/relationships/image" Target="../media/image142.png"/><Relationship Id="rId4" Type="http://schemas.openxmlformats.org/officeDocument/2006/relationships/image" Target="../media/image139.png"/><Relationship Id="rId9" Type="http://schemas.openxmlformats.org/officeDocument/2006/relationships/customXml" Target="../ink/ink57.xml"/><Relationship Id="rId14" Type="http://schemas.openxmlformats.org/officeDocument/2006/relationships/image" Target="../media/image14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6816B7-6D05-0D98-AA94-B87094BF62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2450E-430A-FB36-7F6B-44EB2793D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4078" y="262442"/>
            <a:ext cx="6348397" cy="607653"/>
          </a:xfrm>
        </p:spPr>
        <p:txBody>
          <a:bodyPr>
            <a:spAutoFit/>
          </a:bodyPr>
          <a:lstStyle/>
          <a:p>
            <a:r>
              <a:rPr lang="ko-KR" altLang="en-US"/>
              <a:t>리스트에서 제공하는 기능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F7964-90F8-D516-56E4-1CA5537E95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데이터 추가</a:t>
            </a:r>
            <a:r>
              <a:rPr lang="en-US" altLang="ko-KR"/>
              <a:t>, </a:t>
            </a:r>
            <a:r>
              <a:rPr lang="ko-KR" altLang="en-US"/>
              <a:t>삭제 기능이 제공된다</a:t>
            </a:r>
          </a:p>
          <a:p>
            <a:endParaRPr lang="ko-KR" altLang="en-US"/>
          </a:p>
          <a:p>
            <a:pPr marL="0" indent="0">
              <a:buNone/>
            </a:pPr>
            <a:r>
              <a:rPr lang="en-US"/>
              <a:t>	   </a:t>
            </a:r>
            <a:r>
              <a:t> - INSERT(</a:t>
            </a:r>
            <a:r>
              <a:rPr lang="en-US"/>
              <a:t>L, </a:t>
            </a:r>
            <a:r>
              <a:t>k, </a:t>
            </a:r>
            <a:r>
              <a:rPr lang="en-US"/>
              <a:t>val</a:t>
            </a:r>
            <a:r>
              <a:t>): k번째 위치에 </a:t>
            </a:r>
            <a:r>
              <a:rPr lang="ko-KR" altLang="en-US"/>
              <a:t>데이터</a:t>
            </a:r>
            <a:r>
              <a:t> 추가</a:t>
            </a:r>
          </a:p>
          <a:p>
            <a:endParaRPr/>
          </a:p>
          <a:p>
            <a:pPr marL="0" indent="0">
              <a:buNone/>
            </a:pPr>
            <a:r>
              <a:rPr lang="en-US"/>
              <a:t>	   </a:t>
            </a:r>
            <a:r>
              <a:t> - DELETE(</a:t>
            </a:r>
            <a:r>
              <a:rPr lang="en-US"/>
              <a:t>L, </a:t>
            </a:r>
            <a:r>
              <a:t>k): k번째 원소 삭제</a:t>
            </a:r>
          </a:p>
          <a:p>
            <a:pPr marL="0" indent="0">
              <a:buNone/>
            </a:pPr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343DB53C-4B83-AF42-41AC-358C5067F868}"/>
                  </a:ext>
                </a:extLst>
              </p14:cNvPr>
              <p14:cNvContentPartPr/>
              <p14:nvPr/>
            </p14:nvContentPartPr>
            <p14:xfrm>
              <a:off x="2039400" y="2265480"/>
              <a:ext cx="711720" cy="4140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343DB53C-4B83-AF42-41AC-358C5067F86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023200" y="2249280"/>
                <a:ext cx="74412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2710C969-32DC-EE8A-39B4-FD47EBB83C94}"/>
                  </a:ext>
                </a:extLst>
              </p14:cNvPr>
              <p14:cNvContentPartPr/>
              <p14:nvPr/>
            </p14:nvContentPartPr>
            <p14:xfrm>
              <a:off x="3001320" y="2269440"/>
              <a:ext cx="728280" cy="3744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2710C969-32DC-EE8A-39B4-FD47EBB83C9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985120" y="2253240"/>
                <a:ext cx="760680" cy="6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C35158D1-205E-E8D7-25DC-69E50074B832}"/>
                  </a:ext>
                </a:extLst>
              </p14:cNvPr>
              <p14:cNvContentPartPr/>
              <p14:nvPr/>
            </p14:nvContentPartPr>
            <p14:xfrm>
              <a:off x="2068200" y="3252240"/>
              <a:ext cx="1184400" cy="4140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C35158D1-205E-E8D7-25DC-69E50074B83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052000" y="3236040"/>
                <a:ext cx="1216800" cy="7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778F585E-F37C-D7CE-67A7-F41CF0C2D5E9}"/>
                  </a:ext>
                </a:extLst>
              </p14:cNvPr>
              <p14:cNvContentPartPr/>
              <p14:nvPr/>
            </p14:nvContentPartPr>
            <p14:xfrm>
              <a:off x="3354840" y="3219480"/>
              <a:ext cx="181440" cy="2880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778F585E-F37C-D7CE-67A7-F41CF0C2D5E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338640" y="3203280"/>
                <a:ext cx="213840" cy="61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7BA3694B-6382-7E17-0F8E-A8ECD7F31315}"/>
                  </a:ext>
                </a:extLst>
              </p14:cNvPr>
              <p14:cNvContentPartPr/>
              <p14:nvPr/>
            </p14:nvContentPartPr>
            <p14:xfrm>
              <a:off x="3675600" y="3240000"/>
              <a:ext cx="251280" cy="1656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7BA3694B-6382-7E17-0F8E-A8ECD7F3131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659400" y="3223800"/>
                <a:ext cx="28368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E990A5F7-826C-4984-EB8B-3C2FA0B0366B}"/>
                  </a:ext>
                </a:extLst>
              </p14:cNvPr>
              <p14:cNvContentPartPr/>
              <p14:nvPr/>
            </p14:nvContentPartPr>
            <p14:xfrm>
              <a:off x="4008600" y="3252240"/>
              <a:ext cx="456840" cy="2916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E990A5F7-826C-4984-EB8B-3C2FA0B0366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992400" y="3236040"/>
                <a:ext cx="489240" cy="6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BD7CB10A-C03F-D8B0-8EEA-2EA3090F9BDD}"/>
                  </a:ext>
                </a:extLst>
              </p14:cNvPr>
              <p14:cNvContentPartPr/>
              <p14:nvPr/>
            </p14:nvContentPartPr>
            <p14:xfrm>
              <a:off x="2117520" y="4239000"/>
              <a:ext cx="1126800" cy="57960"/>
            </p14:xfrm>
          </p:contentPart>
        </mc:Choice>
        <mc:Fallback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BD7CB10A-C03F-D8B0-8EEA-2EA3090F9BDD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101320" y="4222800"/>
                <a:ext cx="115920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BCB1C96C-2E99-4CB7-7A5C-99BEC0FCB07A}"/>
                  </a:ext>
                </a:extLst>
              </p14:cNvPr>
              <p14:cNvContentPartPr/>
              <p14:nvPr/>
            </p14:nvContentPartPr>
            <p14:xfrm>
              <a:off x="3408480" y="4276080"/>
              <a:ext cx="189360" cy="1260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BCB1C96C-2E99-4CB7-7A5C-99BEC0FCB07A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392280" y="4259880"/>
                <a:ext cx="22176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0BF4AA0A-E726-BE4E-53DC-D10D3B37B7E2}"/>
                  </a:ext>
                </a:extLst>
              </p14:cNvPr>
              <p14:cNvContentPartPr/>
              <p14:nvPr/>
            </p14:nvContentPartPr>
            <p14:xfrm>
              <a:off x="3724920" y="4276080"/>
              <a:ext cx="247320" cy="1656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0BF4AA0A-E726-BE4E-53DC-D10D3B37B7E2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708720" y="4259880"/>
                <a:ext cx="279720" cy="4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995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303"/>
    </mc:Choice>
    <mc:Fallback>
      <p:transition spd="slow" advTm="1430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0"/>
                            </p:stCondLst>
                            <p:childTnLst>
                              <p:par>
                                <p:cTn id="21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6000"/>
                            </p:stCondLst>
                            <p:childTnLst>
                              <p:par>
                                <p:cTn id="25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0"/>
                            </p:stCondLst>
                            <p:childTnLst>
                              <p:par>
                                <p:cTn id="29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500"/>
                            </p:stCondLst>
                            <p:childTnLst>
                              <p:par>
                                <p:cTn id="33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9500"/>
                            </p:stCondLst>
                            <p:childTnLst>
                              <p:par>
                                <p:cTn id="37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F8E8F-B5F6-DA6E-3E76-73B609393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57D0C-E6DF-85D3-8FC1-542F311BE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4078" y="262442"/>
            <a:ext cx="6348397" cy="607653"/>
          </a:xfrm>
        </p:spPr>
        <p:txBody>
          <a:bodyPr>
            <a:spAutoFit/>
          </a:bodyPr>
          <a:lstStyle/>
          <a:p>
            <a:r>
              <a:rPr lang="ko-KR" altLang="en-US"/>
              <a:t>리스트에 데이터 추가하기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40A38-07B1-577C-94C0-A21C4FAF46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리스트 </a:t>
            </a:r>
            <a:r>
              <a:rPr lang="en-US" altLang="ko-KR"/>
              <a:t>L</a:t>
            </a:r>
            <a:r>
              <a:rPr lang="ko-KR" altLang="en-US"/>
              <a:t>에서 두번째 자리에 </a:t>
            </a:r>
            <a:r>
              <a:rPr lang="en-US" altLang="ko-KR"/>
              <a:t>G</a:t>
            </a:r>
            <a:r>
              <a:rPr lang="ko-KR" altLang="en-US"/>
              <a:t>를 추가하려면</a:t>
            </a:r>
            <a:r>
              <a:rPr lang="en-US" altLang="ko-KR"/>
              <a:t>?</a:t>
            </a:r>
            <a:endParaRPr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15DDB99C-3A22-4477-54DB-91881E7E6DA5}"/>
              </a:ext>
            </a:extLst>
          </p:cNvPr>
          <p:cNvGrpSpPr/>
          <p:nvPr/>
        </p:nvGrpSpPr>
        <p:grpSpPr>
          <a:xfrm>
            <a:off x="4867274" y="2811463"/>
            <a:ext cx="3657600" cy="531812"/>
            <a:chOff x="3933825" y="3211513"/>
            <a:chExt cx="5200650" cy="762000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67951D4A-BC09-9966-6B33-639CD701CFC3}"/>
                </a:ext>
              </a:extLst>
            </p:cNvPr>
            <p:cNvSpPr/>
            <p:nvPr/>
          </p:nvSpPr>
          <p:spPr>
            <a:xfrm>
              <a:off x="39338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7C05922-911F-D1E9-3821-7F60D1899773}"/>
                </a:ext>
              </a:extLst>
            </p:cNvPr>
            <p:cNvSpPr/>
            <p:nvPr/>
          </p:nvSpPr>
          <p:spPr>
            <a:xfrm>
              <a:off x="48006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B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6390B299-A0A4-D91B-39F4-7C7F740677B0}"/>
                </a:ext>
              </a:extLst>
            </p:cNvPr>
            <p:cNvSpPr/>
            <p:nvPr/>
          </p:nvSpPr>
          <p:spPr>
            <a:xfrm>
              <a:off x="566737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C</a:t>
              </a:r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908C4B0A-5AC8-6341-7169-5E889EEB03A0}"/>
                </a:ext>
              </a:extLst>
            </p:cNvPr>
            <p:cNvSpPr/>
            <p:nvPr/>
          </p:nvSpPr>
          <p:spPr>
            <a:xfrm>
              <a:off x="653415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D</a:t>
              </a:r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44BAC20-95A3-3679-A308-2E83AC163731}"/>
                </a:ext>
              </a:extLst>
            </p:cNvPr>
            <p:cNvSpPr/>
            <p:nvPr/>
          </p:nvSpPr>
          <p:spPr>
            <a:xfrm>
              <a:off x="74009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E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9102206B-AEEA-62BF-9743-0235F51E46D0}"/>
                </a:ext>
              </a:extLst>
            </p:cNvPr>
            <p:cNvSpPr/>
            <p:nvPr/>
          </p:nvSpPr>
          <p:spPr>
            <a:xfrm>
              <a:off x="82677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7D9C82AE-F9BD-AC22-3FA1-3484039503C0}"/>
              </a:ext>
            </a:extLst>
          </p:cNvPr>
          <p:cNvSpPr txBox="1"/>
          <p:nvPr/>
        </p:nvSpPr>
        <p:spPr>
          <a:xfrm>
            <a:off x="4572000" y="244213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L</a:t>
            </a:r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7D2BAB6B-418F-5016-0897-A4D6370C0533}"/>
                  </a:ext>
                </a:extLst>
              </p14:cNvPr>
              <p14:cNvContentPartPr/>
              <p14:nvPr/>
            </p14:nvContentPartPr>
            <p14:xfrm>
              <a:off x="4596840" y="2734560"/>
              <a:ext cx="238320" cy="1260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7D2BAB6B-418F-5016-0897-A4D6370C053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587480" y="2725200"/>
                <a:ext cx="257040" cy="3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D4C5A944-44B7-D648-E11F-26CF309FC43A}"/>
                  </a:ext>
                </a:extLst>
              </p14:cNvPr>
              <p14:cNvContentPartPr/>
              <p14:nvPr/>
            </p14:nvContentPartPr>
            <p14:xfrm>
              <a:off x="5143680" y="2479320"/>
              <a:ext cx="2478960" cy="29232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D4C5A944-44B7-D648-E11F-26CF309FC43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22080" y="2457720"/>
                <a:ext cx="2522160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7ECCCE6D-FEE3-9798-B365-42E4D6BF1AF4}"/>
                  </a:ext>
                </a:extLst>
              </p14:cNvPr>
              <p14:cNvContentPartPr/>
              <p14:nvPr/>
            </p14:nvContentPartPr>
            <p14:xfrm>
              <a:off x="5513400" y="3260520"/>
              <a:ext cx="324720" cy="58824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7ECCCE6D-FEE3-9798-B365-42E4D6BF1AF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91800" y="3238920"/>
                <a:ext cx="367920" cy="63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E7BA63D9-1991-3655-4A6D-F805F1513B47}"/>
                  </a:ext>
                </a:extLst>
              </p14:cNvPr>
              <p14:cNvContentPartPr/>
              <p14:nvPr/>
            </p14:nvContentPartPr>
            <p14:xfrm>
              <a:off x="5517720" y="2828880"/>
              <a:ext cx="707400" cy="102384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E7BA63D9-1991-3655-4A6D-F805F1513B4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496120" y="2807280"/>
                <a:ext cx="750600" cy="10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9EDE20C3-90EF-F218-CCE4-C7A15F16F533}"/>
                  </a:ext>
                </a:extLst>
              </p14:cNvPr>
              <p14:cNvContentPartPr/>
              <p14:nvPr/>
            </p14:nvContentPartPr>
            <p14:xfrm>
              <a:off x="6044040" y="2853360"/>
              <a:ext cx="629280" cy="97884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9EDE20C3-90EF-F218-CCE4-C7A15F16F53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022440" y="2831760"/>
                <a:ext cx="672480" cy="102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4326088B-5904-097D-C028-A45290CF736B}"/>
                  </a:ext>
                </a:extLst>
              </p14:cNvPr>
              <p14:cNvContentPartPr/>
              <p14:nvPr/>
            </p14:nvContentPartPr>
            <p14:xfrm>
              <a:off x="6508440" y="2873880"/>
              <a:ext cx="728280" cy="92124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4326088B-5904-097D-C028-A45290CF736B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486840" y="2852280"/>
                <a:ext cx="771480" cy="9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C4915029-6024-882A-5F95-C3E9FBC73F12}"/>
                  </a:ext>
                </a:extLst>
              </p14:cNvPr>
              <p14:cNvContentPartPr/>
              <p14:nvPr/>
            </p14:nvContentPartPr>
            <p14:xfrm>
              <a:off x="7039080" y="2894400"/>
              <a:ext cx="826200" cy="896760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C4915029-6024-882A-5F95-C3E9FBC73F1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017480" y="2872800"/>
                <a:ext cx="869400" cy="9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D6096839-82CE-F096-7071-2B0FB9FF8CFF}"/>
                  </a:ext>
                </a:extLst>
              </p14:cNvPr>
              <p14:cNvContentPartPr/>
              <p14:nvPr/>
            </p14:nvContentPartPr>
            <p14:xfrm>
              <a:off x="7705080" y="2923200"/>
              <a:ext cx="579960" cy="851400"/>
            </p14:xfrm>
          </p:contentPart>
        </mc:Choice>
        <mc:Fallback xmlns=""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D6096839-82CE-F096-7071-2B0FB9FF8CF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688880" y="2901600"/>
                <a:ext cx="617760" cy="889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7425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1577"/>
    </mc:Choice>
    <mc:Fallback>
      <p:transition spd="slow" advTm="21577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6000"/>
                            </p:stCondLst>
                            <p:childTnLst>
                              <p:par>
                                <p:cTn id="17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500"/>
                            </p:stCondLst>
                            <p:childTnLst>
                              <p:par>
                                <p:cTn id="21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000"/>
                            </p:stCondLst>
                            <p:childTnLst>
                              <p:par>
                                <p:cTn id="25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500"/>
                            </p:stCondLst>
                            <p:childTnLst>
                              <p:par>
                                <p:cTn id="29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6000"/>
                            </p:stCondLst>
                            <p:childTnLst>
                              <p:par>
                                <p:cTn id="33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5258" y="262442"/>
            <a:ext cx="7427218" cy="607653"/>
          </a:xfrm>
        </p:spPr>
        <p:txBody>
          <a:bodyPr>
            <a:spAutoFit/>
          </a:bodyPr>
          <a:lstStyle/>
          <a:p>
            <a:r>
              <a:rPr lang="ko-KR" altLang="en-US"/>
              <a:t>리스트에 데이터 추가하기 </a:t>
            </a:r>
            <a:r>
              <a:rPr lang="en-US" altLang="ko-KR"/>
              <a:t>(1/2)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INSERT(</a:t>
            </a:r>
            <a:r>
              <a:rPr lang="ko-KR" altLang="en-US"/>
              <a:t>리스트 </a:t>
            </a:r>
            <a:r>
              <a:rPr lang="en-US" altLang="ko-KR"/>
              <a:t>L, </a:t>
            </a:r>
            <a:r>
              <a:rPr lang="ko-KR" altLang="en-US"/>
              <a:t>순서 </a:t>
            </a:r>
            <a:r>
              <a:rPr lang="en-US" altLang="ko-KR"/>
              <a:t>index, </a:t>
            </a:r>
            <a:r>
              <a:rPr lang="ko-KR" altLang="en-US"/>
              <a:t>데이터 </a:t>
            </a:r>
            <a:r>
              <a:rPr lang="en-US" altLang="ko-KR"/>
              <a:t>value):</a:t>
            </a:r>
          </a:p>
          <a:p>
            <a:pPr>
              <a:lnSpc>
                <a:spcPct val="150000"/>
              </a:lnSpc>
            </a:pPr>
            <a:r>
              <a:rPr lang="en-US" altLang="ko-KR"/>
              <a:t>moved_value = L-&gt;data[index]</a:t>
            </a:r>
          </a:p>
          <a:p>
            <a:pPr>
              <a:lnSpc>
                <a:spcPct val="150000"/>
              </a:lnSpc>
            </a:pPr>
            <a:r>
              <a:rPr lang="en-US" altLang="ko-KR"/>
              <a:t>L-&gt;data[index] = value</a:t>
            </a:r>
          </a:p>
          <a:p>
            <a:pPr>
              <a:lnSpc>
                <a:spcPct val="150000"/>
              </a:lnSpc>
            </a:pPr>
            <a:r>
              <a:rPr lang="ko-KR" altLang="en-US"/>
              <a:t>반복</a:t>
            </a:r>
            <a:r>
              <a:rPr lang="en-US" altLang="ko-KR"/>
              <a:t>: i</a:t>
            </a:r>
            <a:r>
              <a:rPr lang="ko-KR" altLang="en-US"/>
              <a:t>는 </a:t>
            </a:r>
            <a:r>
              <a:rPr lang="en-US" altLang="ko-KR"/>
              <a:t>index + 1</a:t>
            </a:r>
            <a:r>
              <a:rPr lang="ko-KR" altLang="en-US"/>
              <a:t>부터 </a:t>
            </a:r>
            <a:r>
              <a:rPr lang="en-US" altLang="ko-KR"/>
              <a:t>L-&gt;size + 1</a:t>
            </a:r>
            <a:r>
              <a:rPr lang="ko-KR" altLang="en-US"/>
              <a:t>까지 </a:t>
            </a:r>
            <a:endParaRPr lang="en-US" altLang="ko-KR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/>
              <a:t>  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EEF454DD-8DFF-E928-FA80-BBE4FCF40BD4}"/>
                  </a:ext>
                </a:extLst>
              </p14:cNvPr>
              <p14:cNvContentPartPr/>
              <p14:nvPr/>
            </p14:nvContentPartPr>
            <p14:xfrm>
              <a:off x="1459440" y="2179080"/>
              <a:ext cx="1077840" cy="11556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EEF454DD-8DFF-E928-FA80-BBE4FCF40BD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37840" y="2157480"/>
                <a:ext cx="1121040" cy="158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E90B6037-0C6A-7197-F6D9-9DBDC1E23331}"/>
                  </a:ext>
                </a:extLst>
              </p14:cNvPr>
              <p14:cNvContentPartPr/>
              <p14:nvPr/>
            </p14:nvContentPartPr>
            <p14:xfrm>
              <a:off x="3856680" y="2191320"/>
              <a:ext cx="304560" cy="4968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E90B6037-0C6A-7197-F6D9-9DBDC1E2333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40480" y="2175120"/>
                <a:ext cx="33696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42CD6F25-4324-20D7-8169-F13B4AAC82ED}"/>
                  </a:ext>
                </a:extLst>
              </p14:cNvPr>
              <p14:cNvContentPartPr/>
              <p14:nvPr/>
            </p14:nvContentPartPr>
            <p14:xfrm>
              <a:off x="4974840" y="2220120"/>
              <a:ext cx="777600" cy="1296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42CD6F25-4324-20D7-8169-F13B4AAC82E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958640" y="2203920"/>
                <a:ext cx="81000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8520547F-8B58-0F10-4615-ECF07538D3B5}"/>
                  </a:ext>
                </a:extLst>
              </p14:cNvPr>
              <p14:cNvContentPartPr/>
              <p14:nvPr/>
            </p14:nvContentPartPr>
            <p14:xfrm>
              <a:off x="7104600" y="2216160"/>
              <a:ext cx="826920" cy="4536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8520547F-8B58-0F10-4615-ECF07538D3B5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088400" y="2199960"/>
                <a:ext cx="859320" cy="7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잉크 10">
                <a:extLst>
                  <a:ext uri="{FF2B5EF4-FFF2-40B4-BE49-F238E27FC236}">
                    <a16:creationId xmlns:a16="http://schemas.microsoft.com/office/drawing/2014/main" id="{E9F4968B-28F1-8BCF-8CE7-F8139D633C7F}"/>
                  </a:ext>
                </a:extLst>
              </p14:cNvPr>
              <p14:cNvContentPartPr/>
              <p14:nvPr/>
            </p14:nvContentPartPr>
            <p14:xfrm>
              <a:off x="6510960" y="750960"/>
              <a:ext cx="2076840" cy="1085400"/>
            </p14:xfrm>
          </p:contentPart>
        </mc:Choice>
        <mc:Fallback xmlns="">
          <p:pic>
            <p:nvPicPr>
              <p:cNvPr id="11" name="잉크 10">
                <a:extLst>
                  <a:ext uri="{FF2B5EF4-FFF2-40B4-BE49-F238E27FC236}">
                    <a16:creationId xmlns:a16="http://schemas.microsoft.com/office/drawing/2014/main" id="{E9F4968B-28F1-8BCF-8CE7-F8139D633C7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501600" y="741600"/>
                <a:ext cx="2095560" cy="11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DE5A10EF-618E-CBD3-8330-A920172CB931}"/>
                  </a:ext>
                </a:extLst>
              </p14:cNvPr>
              <p14:cNvContentPartPr/>
              <p14:nvPr/>
            </p14:nvContentPartPr>
            <p14:xfrm>
              <a:off x="7718040" y="1045080"/>
              <a:ext cx="194040" cy="13176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DE5A10EF-618E-CBD3-8330-A920172CB931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708680" y="1035720"/>
                <a:ext cx="212760" cy="150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294BD533-2C4C-4A18-2807-B49157ECD16A}"/>
                  </a:ext>
                </a:extLst>
              </p14:cNvPr>
              <p14:cNvContentPartPr/>
              <p14:nvPr/>
            </p14:nvContentPartPr>
            <p14:xfrm>
              <a:off x="7561800" y="1076400"/>
              <a:ext cx="619200" cy="81360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294BD533-2C4C-4A18-2807-B49157ECD16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552440" y="1067040"/>
                <a:ext cx="637920" cy="83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9101355D-C2E7-2500-BDAE-6598960A977F}"/>
                  </a:ext>
                </a:extLst>
              </p14:cNvPr>
              <p14:cNvContentPartPr/>
              <p14:nvPr/>
            </p14:nvContentPartPr>
            <p14:xfrm>
              <a:off x="748440" y="2540880"/>
              <a:ext cx="61920" cy="1102320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9101355D-C2E7-2500-BDAE-6598960A977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32240" y="2524680"/>
                <a:ext cx="94320" cy="11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739CAFB1-FEC6-0B95-909A-D586C43F1A2A}"/>
                  </a:ext>
                </a:extLst>
              </p14:cNvPr>
              <p14:cNvContentPartPr/>
              <p14:nvPr/>
            </p14:nvContentPartPr>
            <p14:xfrm>
              <a:off x="8161920" y="945000"/>
              <a:ext cx="538200" cy="782280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739CAFB1-FEC6-0B95-909A-D586C43F1A2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8152560" y="935640"/>
                <a:ext cx="556920" cy="80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E7F6C22A-7058-2C93-9695-AA31DD143BB4}"/>
                  </a:ext>
                </a:extLst>
              </p14:cNvPr>
              <p14:cNvContentPartPr/>
              <p14:nvPr/>
            </p14:nvContentPartPr>
            <p14:xfrm>
              <a:off x="8024400" y="1063800"/>
              <a:ext cx="769680" cy="794880"/>
            </p14:xfrm>
          </p:contentPart>
        </mc:Choice>
        <mc:Fallback xmlns=""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E7F6C22A-7058-2C93-9695-AA31DD143BB4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015040" y="1054440"/>
                <a:ext cx="788400" cy="81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F292DD07-516D-9B3A-1759-824F7AE3CECC}"/>
                  </a:ext>
                </a:extLst>
              </p14:cNvPr>
              <p14:cNvContentPartPr/>
              <p14:nvPr/>
            </p14:nvContentPartPr>
            <p14:xfrm>
              <a:off x="8737560" y="1195200"/>
              <a:ext cx="187920" cy="12960"/>
            </p14:xfrm>
          </p:contentPart>
        </mc:Choice>
        <mc:Fallback xmlns=""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F292DD07-516D-9B3A-1759-824F7AE3CECC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8728200" y="1185840"/>
                <a:ext cx="206640" cy="3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FB4076E8-55EA-E5E0-9F0A-E8B1694FB6DC}"/>
                  </a:ext>
                </a:extLst>
              </p14:cNvPr>
              <p14:cNvContentPartPr/>
              <p14:nvPr/>
            </p14:nvContentPartPr>
            <p14:xfrm>
              <a:off x="1807560" y="4404960"/>
              <a:ext cx="3259080" cy="135828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FB4076E8-55EA-E5E0-9F0A-E8B1694FB6D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1798200" y="4395600"/>
                <a:ext cx="3277800" cy="137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F9D65110-8922-982E-5C5A-833A33CC129D}"/>
                  </a:ext>
                </a:extLst>
              </p14:cNvPr>
              <p14:cNvContentPartPr/>
              <p14:nvPr/>
            </p14:nvContentPartPr>
            <p14:xfrm>
              <a:off x="1920240" y="4705560"/>
              <a:ext cx="3677760" cy="1727280"/>
            </p14:xfrm>
          </p:contentPart>
        </mc:Choice>
        <mc:Fallback xmlns=""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F9D65110-8922-982E-5C5A-833A33CC129D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1910880" y="4696200"/>
                <a:ext cx="3696480" cy="174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1" name="잉크 20">
                <a:extLst>
                  <a:ext uri="{FF2B5EF4-FFF2-40B4-BE49-F238E27FC236}">
                    <a16:creationId xmlns:a16="http://schemas.microsoft.com/office/drawing/2014/main" id="{01B8A9F3-F417-44E3-9BF9-CAEA24E3C1FE}"/>
                  </a:ext>
                </a:extLst>
              </p14:cNvPr>
              <p14:cNvContentPartPr/>
              <p14:nvPr/>
            </p14:nvContentPartPr>
            <p14:xfrm>
              <a:off x="4559400" y="4655520"/>
              <a:ext cx="1220040" cy="1495800"/>
            </p14:xfrm>
          </p:contentPart>
        </mc:Choice>
        <mc:Fallback xmlns="">
          <p:pic>
            <p:nvPicPr>
              <p:cNvPr id="21" name="잉크 20">
                <a:extLst>
                  <a:ext uri="{FF2B5EF4-FFF2-40B4-BE49-F238E27FC236}">
                    <a16:creationId xmlns:a16="http://schemas.microsoft.com/office/drawing/2014/main" id="{01B8A9F3-F417-44E3-9BF9-CAEA24E3C1FE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4550040" y="4646160"/>
                <a:ext cx="1238760" cy="151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06485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905"/>
    </mc:Choice>
    <mc:Fallback>
      <p:transition spd="slow" advTm="509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50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4000"/>
                            </p:stCondLst>
                            <p:childTnLst>
                              <p:par>
                                <p:cTn id="17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500"/>
                            </p:stCondLst>
                            <p:childTnLst>
                              <p:par>
                                <p:cTn id="21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7000"/>
                            </p:stCondLst>
                            <p:childTnLst>
                              <p:par>
                                <p:cTn id="25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6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3500"/>
                            </p:stCondLst>
                            <p:childTnLst>
                              <p:par>
                                <p:cTn id="29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5000"/>
                            </p:stCondLst>
                            <p:childTnLst>
                              <p:par>
                                <p:cTn id="33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7500"/>
                            </p:stCondLst>
                            <p:childTnLst>
                              <p:par>
                                <p:cTn id="37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20000"/>
                            </p:stCondLst>
                            <p:childTnLst>
                              <p:par>
                                <p:cTn id="41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22500"/>
                            </p:stCondLst>
                            <p:childTnLst>
                              <p:par>
                                <p:cTn id="45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4000"/>
                            </p:stCondLst>
                            <p:childTnLst>
                              <p:par>
                                <p:cTn id="49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34500"/>
                            </p:stCondLst>
                            <p:childTnLst>
                              <p:par>
                                <p:cTn id="53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6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41000"/>
                            </p:stCondLst>
                            <p:childTnLst>
                              <p:par>
                                <p:cTn id="57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4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77EE9-1BBD-9FD6-1A01-D0ED8D405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B94347-6FF9-8F1B-ECF6-6CEFA9A39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5258" y="262442"/>
            <a:ext cx="7427218" cy="607653"/>
          </a:xfrm>
        </p:spPr>
        <p:txBody>
          <a:bodyPr>
            <a:spAutoFit/>
          </a:bodyPr>
          <a:lstStyle/>
          <a:p>
            <a:r>
              <a:rPr lang="ko-KR" altLang="en-US"/>
              <a:t>리스트에 데이터 추가하기 </a:t>
            </a:r>
            <a:r>
              <a:rPr lang="en-US" altLang="ko-KR"/>
              <a:t>(2/2)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F02A03-7282-3C39-1758-140455345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ko-KR"/>
              <a:t>  	tmp = L-&gt;data[i]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/>
              <a:t>	L-&gt;data[i]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moved_value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/>
              <a:t>	moved_value = tmp</a:t>
            </a:r>
          </a:p>
          <a:p>
            <a:pPr>
              <a:lnSpc>
                <a:spcPct val="150000"/>
              </a:lnSpc>
            </a:pPr>
            <a:r>
              <a:rPr lang="en-US" altLang="ko-KR"/>
              <a:t>L-&gt;size += 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FC58E59E-E00A-C446-4A36-A9CD0D6A1FD9}"/>
                  </a:ext>
                </a:extLst>
              </p14:cNvPr>
              <p14:cNvContentPartPr/>
              <p14:nvPr/>
            </p14:nvContentPartPr>
            <p14:xfrm>
              <a:off x="1438560" y="1808280"/>
              <a:ext cx="6486120" cy="212184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FC58E59E-E00A-C446-4A36-A9CD0D6A1FD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29200" y="1798920"/>
                <a:ext cx="6504840" cy="214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1AE1C4AE-009E-A10A-D8CE-CC89FB85E063}"/>
                  </a:ext>
                </a:extLst>
              </p14:cNvPr>
              <p14:cNvContentPartPr/>
              <p14:nvPr/>
            </p14:nvContentPartPr>
            <p14:xfrm>
              <a:off x="7836840" y="1896120"/>
              <a:ext cx="1051200" cy="129564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1AE1C4AE-009E-A10A-D8CE-CC89FB85E06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27480" y="1886760"/>
                <a:ext cx="1069920" cy="131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B1170ED8-A8EC-9B70-92EA-563F3D8832DD}"/>
                  </a:ext>
                </a:extLst>
              </p14:cNvPr>
              <p14:cNvContentPartPr/>
              <p14:nvPr/>
            </p14:nvContentPartPr>
            <p14:xfrm>
              <a:off x="775440" y="4811760"/>
              <a:ext cx="1964520" cy="5040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B1170ED8-A8EC-9B70-92EA-563F3D8832D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66080" y="4802400"/>
                <a:ext cx="1983240" cy="69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1070363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8589"/>
    </mc:Choice>
    <mc:Fallback>
      <p:transition spd="slow" advTm="28589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50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60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1FEE5-95E3-F986-DE01-87FEE2F22B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69279-DA46-6FFA-94BF-57A3D553A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4078" y="262442"/>
            <a:ext cx="6348397" cy="607653"/>
          </a:xfrm>
        </p:spPr>
        <p:txBody>
          <a:bodyPr>
            <a:spAutoFit/>
          </a:bodyPr>
          <a:lstStyle/>
          <a:p>
            <a:r>
              <a:rPr lang="ko-KR" altLang="en-US"/>
              <a:t>리스트에 데이터 추가하기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B0DB3-39AE-718E-FE84-9ED66E320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INSERT(L, 2, G)</a:t>
            </a:r>
            <a:r>
              <a:rPr lang="ko-KR" altLang="en-US"/>
              <a:t>의 실행 과정은</a:t>
            </a:r>
            <a:r>
              <a:rPr lang="en-US" altLang="ko-KR"/>
              <a:t>?</a:t>
            </a:r>
            <a:endParaRPr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8E12341-2570-E0EA-00B1-2AA0DC707F2F}"/>
              </a:ext>
            </a:extLst>
          </p:cNvPr>
          <p:cNvGrpSpPr/>
          <p:nvPr/>
        </p:nvGrpSpPr>
        <p:grpSpPr>
          <a:xfrm>
            <a:off x="4867274" y="2811463"/>
            <a:ext cx="3657600" cy="531812"/>
            <a:chOff x="3933825" y="3211513"/>
            <a:chExt cx="5200650" cy="762000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C0167489-BE1B-4E5F-CD8A-8269289FADD1}"/>
                </a:ext>
              </a:extLst>
            </p:cNvPr>
            <p:cNvSpPr/>
            <p:nvPr/>
          </p:nvSpPr>
          <p:spPr>
            <a:xfrm>
              <a:off x="39338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8B1329A-4A75-0112-A115-13570ED06000}"/>
                </a:ext>
              </a:extLst>
            </p:cNvPr>
            <p:cNvSpPr/>
            <p:nvPr/>
          </p:nvSpPr>
          <p:spPr>
            <a:xfrm>
              <a:off x="48006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B</a:t>
              </a:r>
              <a:endParaRPr lang="ko-KR" altLang="en-US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2101B1EF-6AEF-5A10-D725-970E05276CE3}"/>
                </a:ext>
              </a:extLst>
            </p:cNvPr>
            <p:cNvSpPr/>
            <p:nvPr/>
          </p:nvSpPr>
          <p:spPr>
            <a:xfrm>
              <a:off x="566737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C</a:t>
              </a:r>
              <a:endParaRPr lang="ko-KR" altLang="en-US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72E783D-6ECC-4A8D-3927-242F610C9845}"/>
                </a:ext>
              </a:extLst>
            </p:cNvPr>
            <p:cNvSpPr/>
            <p:nvPr/>
          </p:nvSpPr>
          <p:spPr>
            <a:xfrm>
              <a:off x="653415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D</a:t>
              </a:r>
              <a:endParaRPr lang="ko-KR" altLang="en-US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E5418C2-5D98-BB5E-9277-85E2D2A7C2F0}"/>
                </a:ext>
              </a:extLst>
            </p:cNvPr>
            <p:cNvSpPr/>
            <p:nvPr/>
          </p:nvSpPr>
          <p:spPr>
            <a:xfrm>
              <a:off x="74009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E</a:t>
              </a:r>
              <a:endParaRPr lang="ko-KR" altLang="en-US"/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E1CC12D0-CC9F-7888-5C4F-CA18B294202E}"/>
                </a:ext>
              </a:extLst>
            </p:cNvPr>
            <p:cNvSpPr/>
            <p:nvPr/>
          </p:nvSpPr>
          <p:spPr>
            <a:xfrm>
              <a:off x="82677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0D6382F0-38D7-E963-4D2C-E6444CDE6A20}"/>
              </a:ext>
            </a:extLst>
          </p:cNvPr>
          <p:cNvSpPr txBox="1"/>
          <p:nvPr/>
        </p:nvSpPr>
        <p:spPr>
          <a:xfrm>
            <a:off x="4572000" y="244213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L</a:t>
            </a:r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DD37CC51-9466-46D1-D2F7-220BBF706C72}"/>
                  </a:ext>
                </a:extLst>
              </p14:cNvPr>
              <p14:cNvContentPartPr/>
              <p14:nvPr/>
            </p14:nvContentPartPr>
            <p14:xfrm>
              <a:off x="4397040" y="2327760"/>
              <a:ext cx="1620000" cy="150192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DD37CC51-9466-46D1-D2F7-220BBF706C7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87680" y="2318400"/>
                <a:ext cx="1638720" cy="152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D47BFB81-4ED7-E856-5460-E4DF280B5F15}"/>
                  </a:ext>
                </a:extLst>
              </p14:cNvPr>
              <p14:cNvContentPartPr/>
              <p14:nvPr/>
            </p14:nvContentPartPr>
            <p14:xfrm>
              <a:off x="6110640" y="2152440"/>
              <a:ext cx="2351880" cy="47592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D47BFB81-4ED7-E856-5460-E4DF280B5F1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01280" y="2143080"/>
                <a:ext cx="2370600" cy="49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EFD675F2-C3D1-7BA3-CCAF-4FE9517E4486}"/>
                  </a:ext>
                </a:extLst>
              </p14:cNvPr>
              <p14:cNvContentPartPr/>
              <p14:nvPr/>
            </p14:nvContentPartPr>
            <p14:xfrm>
              <a:off x="4853520" y="2990880"/>
              <a:ext cx="1845360" cy="133272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EFD675F2-C3D1-7BA3-CCAF-4FE9517E448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844160" y="2981520"/>
                <a:ext cx="1864080" cy="135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A7DBC68F-5A23-E2CA-0A8A-B26EAAD2B1BB}"/>
                  </a:ext>
                </a:extLst>
              </p14:cNvPr>
              <p14:cNvContentPartPr/>
              <p14:nvPr/>
            </p14:nvContentPartPr>
            <p14:xfrm>
              <a:off x="6073200" y="2978640"/>
              <a:ext cx="1219680" cy="134568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A7DBC68F-5A23-E2CA-0A8A-B26EAAD2B1BB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063840" y="2969280"/>
                <a:ext cx="1238400" cy="136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0" name="잉크 9">
                <a:extLst>
                  <a:ext uri="{FF2B5EF4-FFF2-40B4-BE49-F238E27FC236}">
                    <a16:creationId xmlns:a16="http://schemas.microsoft.com/office/drawing/2014/main" id="{19D781AE-C47A-7756-6412-3F1B9119BD06}"/>
                  </a:ext>
                </a:extLst>
              </p14:cNvPr>
              <p14:cNvContentPartPr/>
              <p14:nvPr/>
            </p14:nvContentPartPr>
            <p14:xfrm>
              <a:off x="6792480" y="2966040"/>
              <a:ext cx="1057320" cy="1245600"/>
            </p14:xfrm>
          </p:contentPart>
        </mc:Choice>
        <mc:Fallback xmlns="">
          <p:pic>
            <p:nvPicPr>
              <p:cNvPr id="10" name="잉크 9">
                <a:extLst>
                  <a:ext uri="{FF2B5EF4-FFF2-40B4-BE49-F238E27FC236}">
                    <a16:creationId xmlns:a16="http://schemas.microsoft.com/office/drawing/2014/main" id="{19D781AE-C47A-7756-6412-3F1B9119BD0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783120" y="2956680"/>
                <a:ext cx="1076040" cy="12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9" name="잉크 18">
                <a:extLst>
                  <a:ext uri="{FF2B5EF4-FFF2-40B4-BE49-F238E27FC236}">
                    <a16:creationId xmlns:a16="http://schemas.microsoft.com/office/drawing/2014/main" id="{92D8FA6E-22E5-80AE-780D-526A46542E4E}"/>
                  </a:ext>
                </a:extLst>
              </p14:cNvPr>
              <p14:cNvContentPartPr/>
              <p14:nvPr/>
            </p14:nvContentPartPr>
            <p14:xfrm>
              <a:off x="7336440" y="2897280"/>
              <a:ext cx="1232640" cy="1251720"/>
            </p14:xfrm>
          </p:contentPart>
        </mc:Choice>
        <mc:Fallback xmlns="">
          <p:pic>
            <p:nvPicPr>
              <p:cNvPr id="19" name="잉크 18">
                <a:extLst>
                  <a:ext uri="{FF2B5EF4-FFF2-40B4-BE49-F238E27FC236}">
                    <a16:creationId xmlns:a16="http://schemas.microsoft.com/office/drawing/2014/main" id="{92D8FA6E-22E5-80AE-780D-526A46542E4E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327080" y="2887920"/>
                <a:ext cx="1251360" cy="12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0" name="잉크 19">
                <a:extLst>
                  <a:ext uri="{FF2B5EF4-FFF2-40B4-BE49-F238E27FC236}">
                    <a16:creationId xmlns:a16="http://schemas.microsoft.com/office/drawing/2014/main" id="{E7262357-B780-59F1-DC9F-EEF8E5685446}"/>
                  </a:ext>
                </a:extLst>
              </p14:cNvPr>
              <p14:cNvContentPartPr/>
              <p14:nvPr/>
            </p14:nvContentPartPr>
            <p14:xfrm>
              <a:off x="5053680" y="4818240"/>
              <a:ext cx="3146400" cy="400680"/>
            </p14:xfrm>
          </p:contentPart>
        </mc:Choice>
        <mc:Fallback xmlns="">
          <p:pic>
            <p:nvPicPr>
              <p:cNvPr id="20" name="잉크 19">
                <a:extLst>
                  <a:ext uri="{FF2B5EF4-FFF2-40B4-BE49-F238E27FC236}">
                    <a16:creationId xmlns:a16="http://schemas.microsoft.com/office/drawing/2014/main" id="{E7262357-B780-59F1-DC9F-EEF8E5685446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5044320" y="4808880"/>
                <a:ext cx="3165120" cy="419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16946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40488"/>
    </mc:Choice>
    <mc:Fallback>
      <p:transition spd="slow" advTm="404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4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6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500"/>
                            </p:stCondLst>
                            <p:childTnLst>
                              <p:par>
                                <p:cTn id="17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6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2000"/>
                            </p:stCondLst>
                            <p:childTnLst>
                              <p:par>
                                <p:cTn id="21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6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8500"/>
                            </p:stCondLst>
                            <p:childTnLst>
                              <p:par>
                                <p:cTn id="25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6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5000"/>
                            </p:stCondLst>
                            <p:childTnLst>
                              <p:par>
                                <p:cTn id="29" presetID="63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4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2CC4A-A0BB-6E1E-E646-00E7E1DF1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6D5E3-7F33-B11F-4FCA-A89E75189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2413" y="262442"/>
            <a:ext cx="6810062" cy="607653"/>
          </a:xfrm>
        </p:spPr>
        <p:txBody>
          <a:bodyPr>
            <a:spAutoFit/>
          </a:bodyPr>
          <a:lstStyle/>
          <a:p>
            <a:r>
              <a:rPr lang="ko-KR" altLang="en-US"/>
              <a:t>리스트에서 데이터 삭제하기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1D524-FDC9-F3EA-D77D-51B0FCABBC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리스트 </a:t>
            </a:r>
            <a:r>
              <a:rPr lang="en-US" altLang="ko-KR"/>
              <a:t>L</a:t>
            </a:r>
            <a:r>
              <a:rPr lang="ko-KR" altLang="en-US"/>
              <a:t>에서 세번째 데이터를 삭제하려면</a:t>
            </a:r>
            <a:r>
              <a:rPr lang="en-US" altLang="ko-KR"/>
              <a:t>?</a:t>
            </a:r>
            <a:endParaRPr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16EEB3AB-07E3-102A-5D38-CE16528C93AD}"/>
              </a:ext>
            </a:extLst>
          </p:cNvPr>
          <p:cNvGrpSpPr/>
          <p:nvPr/>
        </p:nvGrpSpPr>
        <p:grpSpPr>
          <a:xfrm>
            <a:off x="4867274" y="2811463"/>
            <a:ext cx="3657600" cy="531812"/>
            <a:chOff x="3933825" y="3211513"/>
            <a:chExt cx="5200650" cy="76200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8F679CE-DCC6-424F-8B4A-F3D1045221E6}"/>
                </a:ext>
              </a:extLst>
            </p:cNvPr>
            <p:cNvSpPr/>
            <p:nvPr/>
          </p:nvSpPr>
          <p:spPr>
            <a:xfrm>
              <a:off x="39338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6E21F23-4AE9-01B2-07D0-85D34117FA92}"/>
                </a:ext>
              </a:extLst>
            </p:cNvPr>
            <p:cNvSpPr/>
            <p:nvPr/>
          </p:nvSpPr>
          <p:spPr>
            <a:xfrm>
              <a:off x="48006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G</a:t>
              </a:r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6EE217E-83C6-3044-BFFB-0B0C11492097}"/>
                </a:ext>
              </a:extLst>
            </p:cNvPr>
            <p:cNvSpPr/>
            <p:nvPr/>
          </p:nvSpPr>
          <p:spPr>
            <a:xfrm>
              <a:off x="566737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B</a:t>
              </a:r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CBE750D-E81D-9220-66D0-683FA5087797}"/>
                </a:ext>
              </a:extLst>
            </p:cNvPr>
            <p:cNvSpPr/>
            <p:nvPr/>
          </p:nvSpPr>
          <p:spPr>
            <a:xfrm>
              <a:off x="653415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C</a:t>
              </a:r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6E346EC-E9E4-7EAB-CF7B-70758EED0C5B}"/>
                </a:ext>
              </a:extLst>
            </p:cNvPr>
            <p:cNvSpPr/>
            <p:nvPr/>
          </p:nvSpPr>
          <p:spPr>
            <a:xfrm>
              <a:off x="74009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D</a:t>
              </a:r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830FF4A9-242C-6E7F-1077-EA0F90C6367C}"/>
                </a:ext>
              </a:extLst>
            </p:cNvPr>
            <p:cNvSpPr/>
            <p:nvPr/>
          </p:nvSpPr>
          <p:spPr>
            <a:xfrm>
              <a:off x="82677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E</a:t>
              </a:r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D7C69D4-5D12-2FE0-C02F-FCB4424287EC}"/>
              </a:ext>
            </a:extLst>
          </p:cNvPr>
          <p:cNvSpPr txBox="1"/>
          <p:nvPr/>
        </p:nvSpPr>
        <p:spPr>
          <a:xfrm>
            <a:off x="4572000" y="244213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L</a:t>
            </a:r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C07B555C-2D1E-0314-B50D-517104F526A6}"/>
                  </a:ext>
                </a:extLst>
              </p14:cNvPr>
              <p14:cNvContentPartPr/>
              <p14:nvPr/>
            </p14:nvContentPartPr>
            <p14:xfrm>
              <a:off x="4847040" y="882360"/>
              <a:ext cx="1857960" cy="71352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C07B555C-2D1E-0314-B50D-517104F526A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837680" y="873000"/>
                <a:ext cx="1876680" cy="73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C97B0D2F-0AA6-7A00-DBBE-DD0FF4442273}"/>
                  </a:ext>
                </a:extLst>
              </p14:cNvPr>
              <p14:cNvContentPartPr/>
              <p14:nvPr/>
            </p14:nvContentPartPr>
            <p14:xfrm>
              <a:off x="6148080" y="2922120"/>
              <a:ext cx="406800" cy="32580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C97B0D2F-0AA6-7A00-DBBE-DD0FF444227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138720" y="2912760"/>
                <a:ext cx="42552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1ED2877F-CE8E-3CE0-DC91-9D472F7DA8F8}"/>
                  </a:ext>
                </a:extLst>
              </p14:cNvPr>
              <p14:cNvContentPartPr/>
              <p14:nvPr/>
            </p14:nvContentPartPr>
            <p14:xfrm>
              <a:off x="6512760" y="2907000"/>
              <a:ext cx="390960" cy="362160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1ED2877F-CE8E-3CE0-DC91-9D472F7DA8F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96560" y="2890800"/>
                <a:ext cx="42336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972A6C23-FB06-CBD5-6583-C800FA39E044}"/>
                  </a:ext>
                </a:extLst>
              </p14:cNvPr>
              <p14:cNvContentPartPr/>
              <p14:nvPr/>
            </p14:nvContentPartPr>
            <p14:xfrm>
              <a:off x="6858000" y="2943720"/>
              <a:ext cx="699480" cy="436320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972A6C23-FB06-CBD5-6583-C800FA39E044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841800" y="2927520"/>
                <a:ext cx="731880" cy="46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F89D1E32-F033-B411-5CB6-7EF30DFAF1D5}"/>
                  </a:ext>
                </a:extLst>
              </p14:cNvPr>
              <p14:cNvContentPartPr/>
              <p14:nvPr/>
            </p14:nvContentPartPr>
            <p14:xfrm>
              <a:off x="7437600" y="2993040"/>
              <a:ext cx="645840" cy="419760"/>
            </p14:xfrm>
          </p:contentPart>
        </mc:Choice>
        <mc:Fallback xmlns=""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F89D1E32-F033-B411-5CB6-7EF30DFAF1D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421400" y="2976840"/>
                <a:ext cx="678240" cy="45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306D14EC-ECDD-0A6A-B634-012B1809EDFD}"/>
                  </a:ext>
                </a:extLst>
              </p14:cNvPr>
              <p14:cNvContentPartPr/>
              <p14:nvPr/>
            </p14:nvContentPartPr>
            <p14:xfrm>
              <a:off x="5057280" y="2331360"/>
              <a:ext cx="2680920" cy="325080"/>
            </p14:xfrm>
          </p:contentPart>
        </mc:Choice>
        <mc:Fallback xmlns=""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306D14EC-ECDD-0A6A-B634-012B1809EDF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041080" y="2315160"/>
                <a:ext cx="2713320" cy="357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8668466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543"/>
    </mc:Choice>
    <mc:Fallback>
      <p:transition spd="slow" advTm="16543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000"/>
                            </p:stCondLst>
                            <p:childTnLst>
                              <p:par>
                                <p:cTn id="17" presetID="6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9000"/>
                            </p:stCondLst>
                            <p:childTnLst>
                              <p:par>
                                <p:cTn id="21" presetID="6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1000"/>
                            </p:stCondLst>
                            <p:childTnLst>
                              <p:par>
                                <p:cTn id="25" presetID="6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3BA2F1-2C87-AA40-C141-693477670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EF6F3-5CFE-A770-767F-95299E603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2415" y="262442"/>
            <a:ext cx="6810061" cy="607653"/>
          </a:xfrm>
        </p:spPr>
        <p:txBody>
          <a:bodyPr>
            <a:spAutoFit/>
          </a:bodyPr>
          <a:lstStyle/>
          <a:p>
            <a:r>
              <a:rPr lang="ko-KR" altLang="en-US"/>
              <a:t>리스트에서 데이터 삭제하기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017134-7675-CA4E-135A-461C758B3A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/>
              <a:t>함수 </a:t>
            </a:r>
            <a:r>
              <a:rPr lang="en-US" altLang="ko-KR"/>
              <a:t>DELETE(</a:t>
            </a:r>
            <a:r>
              <a:rPr lang="ko-KR" altLang="en-US"/>
              <a:t>리스트 </a:t>
            </a:r>
            <a:r>
              <a:rPr lang="en-US" altLang="ko-KR"/>
              <a:t>L, </a:t>
            </a:r>
            <a:r>
              <a:rPr lang="ko-KR" altLang="en-US"/>
              <a:t>순서 </a:t>
            </a:r>
            <a:r>
              <a:rPr lang="en-US" altLang="ko-KR"/>
              <a:t>index):</a:t>
            </a:r>
          </a:p>
          <a:p>
            <a:pPr>
              <a:lnSpc>
                <a:spcPct val="150000"/>
              </a:lnSpc>
            </a:pPr>
            <a:r>
              <a:rPr lang="ko-KR" altLang="en-US"/>
              <a:t>반복</a:t>
            </a:r>
            <a:r>
              <a:rPr lang="en-US" altLang="ko-KR"/>
              <a:t>: i</a:t>
            </a:r>
            <a:r>
              <a:rPr lang="ko-KR" altLang="en-US"/>
              <a:t>는 </a:t>
            </a:r>
            <a:r>
              <a:rPr lang="en-US" altLang="ko-KR"/>
              <a:t>index + 1</a:t>
            </a:r>
            <a:r>
              <a:rPr lang="ko-KR" altLang="en-US"/>
              <a:t>부터 </a:t>
            </a:r>
            <a:r>
              <a:rPr lang="en-US" altLang="ko-KR"/>
              <a:t>L-&gt;size </a:t>
            </a:r>
            <a:r>
              <a:rPr lang="ko-KR" altLang="en-US"/>
              <a:t>까지 </a:t>
            </a:r>
            <a:endParaRPr lang="en-US" altLang="ko-KR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/>
              <a:t>	L-&gt;data[i - 1]</a:t>
            </a:r>
            <a:r>
              <a:rPr lang="ko-KR" altLang="en-US"/>
              <a:t> </a:t>
            </a:r>
            <a:r>
              <a:rPr lang="en-US" altLang="ko-KR"/>
              <a:t>=</a:t>
            </a:r>
            <a:r>
              <a:rPr lang="ko-KR" altLang="en-US"/>
              <a:t> </a:t>
            </a:r>
            <a:r>
              <a:rPr lang="en-US" altLang="ko-KR"/>
              <a:t>L-&gt;data[i]</a:t>
            </a:r>
          </a:p>
          <a:p>
            <a:pPr>
              <a:lnSpc>
                <a:spcPct val="150000"/>
              </a:lnSpc>
            </a:pPr>
            <a:r>
              <a:rPr lang="en-US" altLang="ko-KR"/>
              <a:t>L-&gt;size -= 1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잉크 3">
                <a:extLst>
                  <a:ext uri="{FF2B5EF4-FFF2-40B4-BE49-F238E27FC236}">
                    <a16:creationId xmlns:a16="http://schemas.microsoft.com/office/drawing/2014/main" id="{1F0036BE-2A9D-E8ED-6556-8B47427C23E5}"/>
                  </a:ext>
                </a:extLst>
              </p14:cNvPr>
              <p14:cNvContentPartPr/>
              <p14:nvPr/>
            </p14:nvContentPartPr>
            <p14:xfrm>
              <a:off x="1476000" y="2261160"/>
              <a:ext cx="1197000" cy="29160"/>
            </p14:xfrm>
          </p:contentPart>
        </mc:Choice>
        <mc:Fallback xmlns="">
          <p:pic>
            <p:nvPicPr>
              <p:cNvPr id="4" name="잉크 3">
                <a:extLst>
                  <a:ext uri="{FF2B5EF4-FFF2-40B4-BE49-F238E27FC236}">
                    <a16:creationId xmlns:a16="http://schemas.microsoft.com/office/drawing/2014/main" id="{1F0036BE-2A9D-E8ED-6556-8B47427C23E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54400" y="2239560"/>
                <a:ext cx="124020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잉크 4">
                <a:extLst>
                  <a:ext uri="{FF2B5EF4-FFF2-40B4-BE49-F238E27FC236}">
                    <a16:creationId xmlns:a16="http://schemas.microsoft.com/office/drawing/2014/main" id="{CCB9EF3A-6607-17BE-0DA8-92AFCBF2BFBC}"/>
                  </a:ext>
                </a:extLst>
              </p14:cNvPr>
              <p14:cNvContentPartPr/>
              <p14:nvPr/>
            </p14:nvContentPartPr>
            <p14:xfrm>
              <a:off x="3877200" y="2224440"/>
              <a:ext cx="263520" cy="16560"/>
            </p14:xfrm>
          </p:contentPart>
        </mc:Choice>
        <mc:Fallback xmlns="">
          <p:pic>
            <p:nvPicPr>
              <p:cNvPr id="5" name="잉크 4">
                <a:extLst>
                  <a:ext uri="{FF2B5EF4-FFF2-40B4-BE49-F238E27FC236}">
                    <a16:creationId xmlns:a16="http://schemas.microsoft.com/office/drawing/2014/main" id="{CCB9EF3A-6607-17BE-0DA8-92AFCBF2BFB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855600" y="2202840"/>
                <a:ext cx="306720" cy="59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잉크 5">
                <a:extLst>
                  <a:ext uri="{FF2B5EF4-FFF2-40B4-BE49-F238E27FC236}">
                    <a16:creationId xmlns:a16="http://schemas.microsoft.com/office/drawing/2014/main" id="{3A1D3160-56E7-273E-B25C-A71DD1D183FB}"/>
                  </a:ext>
                </a:extLst>
              </p14:cNvPr>
              <p14:cNvContentPartPr/>
              <p14:nvPr/>
            </p14:nvContentPartPr>
            <p14:xfrm>
              <a:off x="5057280" y="2199600"/>
              <a:ext cx="793800" cy="25200"/>
            </p14:xfrm>
          </p:contentPart>
        </mc:Choice>
        <mc:Fallback xmlns="">
          <p:pic>
            <p:nvPicPr>
              <p:cNvPr id="6" name="잉크 5">
                <a:extLst>
                  <a:ext uri="{FF2B5EF4-FFF2-40B4-BE49-F238E27FC236}">
                    <a16:creationId xmlns:a16="http://schemas.microsoft.com/office/drawing/2014/main" id="{3A1D3160-56E7-273E-B25C-A71DD1D183F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035680" y="2178000"/>
                <a:ext cx="837000" cy="6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잉크 6">
                <a:extLst>
                  <a:ext uri="{FF2B5EF4-FFF2-40B4-BE49-F238E27FC236}">
                    <a16:creationId xmlns:a16="http://schemas.microsoft.com/office/drawing/2014/main" id="{2DBA8A92-87D7-9202-F7C5-4608D105426A}"/>
                  </a:ext>
                </a:extLst>
              </p14:cNvPr>
              <p14:cNvContentPartPr/>
              <p14:nvPr/>
            </p14:nvContentPartPr>
            <p14:xfrm>
              <a:off x="6837480" y="2043360"/>
              <a:ext cx="1649160" cy="798120"/>
            </p14:xfrm>
          </p:contentPart>
        </mc:Choice>
        <mc:Fallback xmlns="">
          <p:pic>
            <p:nvPicPr>
              <p:cNvPr id="7" name="잉크 6">
                <a:extLst>
                  <a:ext uri="{FF2B5EF4-FFF2-40B4-BE49-F238E27FC236}">
                    <a16:creationId xmlns:a16="http://schemas.microsoft.com/office/drawing/2014/main" id="{2DBA8A92-87D7-9202-F7C5-4608D105426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815880" y="2021760"/>
                <a:ext cx="1686960" cy="841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잉크 7">
                <a:extLst>
                  <a:ext uri="{FF2B5EF4-FFF2-40B4-BE49-F238E27FC236}">
                    <a16:creationId xmlns:a16="http://schemas.microsoft.com/office/drawing/2014/main" id="{E9819429-58D4-30C1-CC54-F5D4F9271AD6}"/>
                  </a:ext>
                </a:extLst>
              </p14:cNvPr>
              <p14:cNvContentPartPr/>
              <p14:nvPr/>
            </p14:nvContentPartPr>
            <p14:xfrm>
              <a:off x="7544520" y="2590200"/>
              <a:ext cx="818640" cy="251280"/>
            </p14:xfrm>
          </p:contentPart>
        </mc:Choice>
        <mc:Fallback xmlns="">
          <p:pic>
            <p:nvPicPr>
              <p:cNvPr id="8" name="잉크 7">
                <a:extLst>
                  <a:ext uri="{FF2B5EF4-FFF2-40B4-BE49-F238E27FC236}">
                    <a16:creationId xmlns:a16="http://schemas.microsoft.com/office/drawing/2014/main" id="{E9819429-58D4-30C1-CC54-F5D4F9271AD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528320" y="2574000"/>
                <a:ext cx="85104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잉크 8">
                <a:extLst>
                  <a:ext uri="{FF2B5EF4-FFF2-40B4-BE49-F238E27FC236}">
                    <a16:creationId xmlns:a16="http://schemas.microsoft.com/office/drawing/2014/main" id="{CCEBC4A1-2818-92DA-594F-26FA89AA9D18}"/>
                  </a:ext>
                </a:extLst>
              </p14:cNvPr>
              <p14:cNvContentPartPr/>
              <p14:nvPr/>
            </p14:nvContentPartPr>
            <p14:xfrm>
              <a:off x="6870240" y="3075480"/>
              <a:ext cx="1394280" cy="374400"/>
            </p14:xfrm>
          </p:contentPart>
        </mc:Choice>
        <mc:Fallback xmlns="">
          <p:pic>
            <p:nvPicPr>
              <p:cNvPr id="9" name="잉크 8">
                <a:extLst>
                  <a:ext uri="{FF2B5EF4-FFF2-40B4-BE49-F238E27FC236}">
                    <a16:creationId xmlns:a16="http://schemas.microsoft.com/office/drawing/2014/main" id="{CCEBC4A1-2818-92DA-594F-26FA89AA9D1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854040" y="3059280"/>
                <a:ext cx="1426680" cy="4068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3384988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6465"/>
    </mc:Choice>
    <mc:Fallback>
      <p:transition spd="slow" advTm="1646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250"/>
                            </p:stCondLst>
                            <p:childTnLst>
                              <p:par>
                                <p:cTn id="17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7500"/>
                            </p:stCondLst>
                            <p:childTnLst>
                              <p:par>
                                <p:cTn id="21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750"/>
                            </p:stCondLst>
                            <p:childTnLst>
                              <p:par>
                                <p:cTn id="25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58796-1C4D-DE69-6C71-E3E4F4B9D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3C4DC-36BE-2863-E32B-19EF015185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2413" y="262442"/>
            <a:ext cx="6810062" cy="607653"/>
          </a:xfrm>
        </p:spPr>
        <p:txBody>
          <a:bodyPr>
            <a:spAutoFit/>
          </a:bodyPr>
          <a:lstStyle/>
          <a:p>
            <a:r>
              <a:rPr lang="ko-KR" altLang="en-US"/>
              <a:t>리스트에서 데이터 삭제하기</a:t>
            </a:r>
            <a:endParaRPr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FFB145-2C2F-2EAC-9EC7-5FE7E4F874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DELETE(L, 3)</a:t>
            </a:r>
            <a:r>
              <a:rPr lang="ko-KR" altLang="en-US"/>
              <a:t>의 실행 과정은</a:t>
            </a:r>
            <a:r>
              <a:rPr lang="en-US" altLang="ko-KR"/>
              <a:t>?</a:t>
            </a:r>
            <a:endParaRPr lang="ko-KR" altLang="en-US"/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048A63B1-336F-4CB2-F1C3-4FB93EFB0516}"/>
              </a:ext>
            </a:extLst>
          </p:cNvPr>
          <p:cNvGrpSpPr/>
          <p:nvPr/>
        </p:nvGrpSpPr>
        <p:grpSpPr>
          <a:xfrm>
            <a:off x="4867274" y="2811463"/>
            <a:ext cx="3657600" cy="531812"/>
            <a:chOff x="3933825" y="3211513"/>
            <a:chExt cx="5200650" cy="762000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27541E24-D749-844F-8EAF-BEC8B47B9CA8}"/>
                </a:ext>
              </a:extLst>
            </p:cNvPr>
            <p:cNvSpPr/>
            <p:nvPr/>
          </p:nvSpPr>
          <p:spPr>
            <a:xfrm>
              <a:off x="39338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A</a:t>
              </a:r>
              <a:endParaRPr lang="ko-KR" altLang="en-US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423C0345-4656-0763-2A80-BE19AAC7DDA4}"/>
                </a:ext>
              </a:extLst>
            </p:cNvPr>
            <p:cNvSpPr/>
            <p:nvPr/>
          </p:nvSpPr>
          <p:spPr>
            <a:xfrm>
              <a:off x="48006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G</a:t>
              </a:r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C9C6FEF-0BA8-0450-1257-2165275602EB}"/>
                </a:ext>
              </a:extLst>
            </p:cNvPr>
            <p:cNvSpPr/>
            <p:nvPr/>
          </p:nvSpPr>
          <p:spPr>
            <a:xfrm>
              <a:off x="566737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B</a:t>
              </a:r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12D8176-DCCB-43D4-602B-14BEDEE55DA3}"/>
                </a:ext>
              </a:extLst>
            </p:cNvPr>
            <p:cNvSpPr/>
            <p:nvPr/>
          </p:nvSpPr>
          <p:spPr>
            <a:xfrm>
              <a:off x="653415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C</a:t>
              </a:r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9BA24B91-941D-05DD-BCAD-D15C02805297}"/>
                </a:ext>
              </a:extLst>
            </p:cNvPr>
            <p:cNvSpPr/>
            <p:nvPr/>
          </p:nvSpPr>
          <p:spPr>
            <a:xfrm>
              <a:off x="7400925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D</a:t>
              </a:r>
              <a:endParaRPr lang="ko-KR" altLang="en-US"/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7AA4D88-2FD4-07A5-9D61-D4C68086B132}"/>
                </a:ext>
              </a:extLst>
            </p:cNvPr>
            <p:cNvSpPr/>
            <p:nvPr/>
          </p:nvSpPr>
          <p:spPr>
            <a:xfrm>
              <a:off x="8267700" y="3211513"/>
              <a:ext cx="866775" cy="7620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ko-KR"/>
                <a:t>E</a:t>
              </a:r>
              <a:endParaRPr lang="ko-KR" alt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DE62AF4-A139-27EE-5EA2-88AA0A085DB5}"/>
              </a:ext>
            </a:extLst>
          </p:cNvPr>
          <p:cNvSpPr txBox="1"/>
          <p:nvPr/>
        </p:nvSpPr>
        <p:spPr>
          <a:xfrm>
            <a:off x="4572000" y="244213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/>
              <a:t>L</a:t>
            </a:r>
            <a:endParaRPr lang="ko-KR" alt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61F9F390-80A5-17F7-A0FF-1B1D6A8C98A9}"/>
                  </a:ext>
                </a:extLst>
              </p14:cNvPr>
              <p14:cNvContentPartPr/>
              <p14:nvPr/>
            </p14:nvContentPartPr>
            <p14:xfrm>
              <a:off x="6286680" y="2433960"/>
              <a:ext cx="193320" cy="205920"/>
            </p14:xfrm>
          </p:contentPart>
        </mc:Choice>
        <mc:Fallback xmlns=""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61F9F390-80A5-17F7-A0FF-1B1D6A8C98A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65080" y="2412360"/>
                <a:ext cx="236520" cy="24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잉크 12">
                <a:extLst>
                  <a:ext uri="{FF2B5EF4-FFF2-40B4-BE49-F238E27FC236}">
                    <a16:creationId xmlns:a16="http://schemas.microsoft.com/office/drawing/2014/main" id="{2495A0CC-C518-CC47-D319-AC281A192325}"/>
                  </a:ext>
                </a:extLst>
              </p14:cNvPr>
              <p14:cNvContentPartPr/>
              <p14:nvPr/>
            </p14:nvContentPartPr>
            <p14:xfrm>
              <a:off x="6973560" y="2158920"/>
              <a:ext cx="1220040" cy="444600"/>
            </p14:xfrm>
          </p:contentPart>
        </mc:Choice>
        <mc:Fallback xmlns="">
          <p:pic>
            <p:nvPicPr>
              <p:cNvPr id="13" name="잉크 12">
                <a:extLst>
                  <a:ext uri="{FF2B5EF4-FFF2-40B4-BE49-F238E27FC236}">
                    <a16:creationId xmlns:a16="http://schemas.microsoft.com/office/drawing/2014/main" id="{2495A0CC-C518-CC47-D319-AC281A192325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64200" y="2149560"/>
                <a:ext cx="1238760" cy="463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잉크 13">
                <a:extLst>
                  <a:ext uri="{FF2B5EF4-FFF2-40B4-BE49-F238E27FC236}">
                    <a16:creationId xmlns:a16="http://schemas.microsoft.com/office/drawing/2014/main" id="{64826104-3BD5-E9D3-1C3E-652EF6F1B66F}"/>
                  </a:ext>
                </a:extLst>
              </p14:cNvPr>
              <p14:cNvContentPartPr/>
              <p14:nvPr/>
            </p14:nvContentPartPr>
            <p14:xfrm>
              <a:off x="6315120" y="2956320"/>
              <a:ext cx="576000" cy="333360"/>
            </p14:xfrm>
          </p:contentPart>
        </mc:Choice>
        <mc:Fallback xmlns="">
          <p:pic>
            <p:nvPicPr>
              <p:cNvPr id="14" name="잉크 13">
                <a:extLst>
                  <a:ext uri="{FF2B5EF4-FFF2-40B4-BE49-F238E27FC236}">
                    <a16:creationId xmlns:a16="http://schemas.microsoft.com/office/drawing/2014/main" id="{64826104-3BD5-E9D3-1C3E-652EF6F1B66F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93520" y="2940120"/>
                <a:ext cx="613800" cy="3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잉크 14">
                <a:extLst>
                  <a:ext uri="{FF2B5EF4-FFF2-40B4-BE49-F238E27FC236}">
                    <a16:creationId xmlns:a16="http://schemas.microsoft.com/office/drawing/2014/main" id="{F7E26020-3634-00C6-9107-B44B013AFB19}"/>
                  </a:ext>
                </a:extLst>
              </p14:cNvPr>
              <p14:cNvContentPartPr/>
              <p14:nvPr/>
            </p14:nvContentPartPr>
            <p14:xfrm>
              <a:off x="6919560" y="3005640"/>
              <a:ext cx="604800" cy="320760"/>
            </p14:xfrm>
          </p:contentPart>
        </mc:Choice>
        <mc:Fallback xmlns="">
          <p:pic>
            <p:nvPicPr>
              <p:cNvPr id="15" name="잉크 14">
                <a:extLst>
                  <a:ext uri="{FF2B5EF4-FFF2-40B4-BE49-F238E27FC236}">
                    <a16:creationId xmlns:a16="http://schemas.microsoft.com/office/drawing/2014/main" id="{F7E26020-3634-00C6-9107-B44B013AFB19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897960" y="2989440"/>
                <a:ext cx="642600" cy="35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잉크 15">
                <a:extLst>
                  <a:ext uri="{FF2B5EF4-FFF2-40B4-BE49-F238E27FC236}">
                    <a16:creationId xmlns:a16="http://schemas.microsoft.com/office/drawing/2014/main" id="{688E0F25-9A9C-C6CE-A83F-FE08A530B098}"/>
                  </a:ext>
                </a:extLst>
              </p14:cNvPr>
              <p14:cNvContentPartPr/>
              <p14:nvPr/>
            </p14:nvContentPartPr>
            <p14:xfrm>
              <a:off x="7540560" y="3009600"/>
              <a:ext cx="530640" cy="308880"/>
            </p14:xfrm>
          </p:contentPart>
        </mc:Choice>
        <mc:Fallback xmlns="">
          <p:pic>
            <p:nvPicPr>
              <p:cNvPr id="16" name="잉크 15">
                <a:extLst>
                  <a:ext uri="{FF2B5EF4-FFF2-40B4-BE49-F238E27FC236}">
                    <a16:creationId xmlns:a16="http://schemas.microsoft.com/office/drawing/2014/main" id="{688E0F25-9A9C-C6CE-A83F-FE08A530B09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518960" y="2991960"/>
                <a:ext cx="568440" cy="34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7" name="잉크 16">
                <a:extLst>
                  <a:ext uri="{FF2B5EF4-FFF2-40B4-BE49-F238E27FC236}">
                    <a16:creationId xmlns:a16="http://schemas.microsoft.com/office/drawing/2014/main" id="{1715FF42-AEBA-EFBD-F81D-D4706FA88F19}"/>
                  </a:ext>
                </a:extLst>
              </p14:cNvPr>
              <p14:cNvContentPartPr/>
              <p14:nvPr/>
            </p14:nvContentPartPr>
            <p14:xfrm>
              <a:off x="5069520" y="3466080"/>
              <a:ext cx="2672640" cy="333360"/>
            </p14:xfrm>
          </p:contentPart>
        </mc:Choice>
        <mc:Fallback xmlns="">
          <p:pic>
            <p:nvPicPr>
              <p:cNvPr id="17" name="잉크 16">
                <a:extLst>
                  <a:ext uri="{FF2B5EF4-FFF2-40B4-BE49-F238E27FC236}">
                    <a16:creationId xmlns:a16="http://schemas.microsoft.com/office/drawing/2014/main" id="{1715FF42-AEBA-EFBD-F81D-D4706FA88F1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5047920" y="3444480"/>
                <a:ext cx="2715840" cy="371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8" name="잉크 17">
                <a:extLst>
                  <a:ext uri="{FF2B5EF4-FFF2-40B4-BE49-F238E27FC236}">
                    <a16:creationId xmlns:a16="http://schemas.microsoft.com/office/drawing/2014/main" id="{3B2139B3-41B3-BBF9-A419-9AA7E69E5AE7}"/>
                  </a:ext>
                </a:extLst>
              </p14:cNvPr>
              <p14:cNvContentPartPr/>
              <p14:nvPr/>
            </p14:nvContentPartPr>
            <p14:xfrm>
              <a:off x="7787160" y="3671640"/>
              <a:ext cx="144360" cy="136080"/>
            </p14:xfrm>
          </p:contentPart>
        </mc:Choice>
        <mc:Fallback xmlns="">
          <p:pic>
            <p:nvPicPr>
              <p:cNvPr id="18" name="잉크 17">
                <a:extLst>
                  <a:ext uri="{FF2B5EF4-FFF2-40B4-BE49-F238E27FC236}">
                    <a16:creationId xmlns:a16="http://schemas.microsoft.com/office/drawing/2014/main" id="{3B2139B3-41B3-BBF9-A419-9AA7E69E5AE7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765560" y="3650040"/>
                <a:ext cx="182160" cy="17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190097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988"/>
    </mc:Choice>
    <mc:Fallback>
      <p:transition spd="slow" advTm="1498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250"/>
                            </p:stCondLst>
                            <p:childTnLst>
                              <p:par>
                                <p:cTn id="9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2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500"/>
                            </p:stCondLst>
                            <p:childTnLst>
                              <p:par>
                                <p:cTn id="13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5750"/>
                            </p:stCondLst>
                            <p:childTnLst>
                              <p:par>
                                <p:cTn id="17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8000"/>
                            </p:stCondLst>
                            <p:childTnLst>
                              <p:par>
                                <p:cTn id="21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0250"/>
                            </p:stCondLst>
                            <p:childTnLst>
                              <p:par>
                                <p:cTn id="25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2500"/>
                            </p:stCondLst>
                            <p:childTnLst>
                              <p:par>
                                <p:cTn id="29" presetID="63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drawProgress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테마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21255</TotalTime>
  <Words>1026</Words>
  <Application>Microsoft Office PowerPoint</Application>
  <PresentationFormat>화면 슬라이드 쇼(4:3)</PresentationFormat>
  <Paragraphs>175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3" baseType="lpstr">
      <vt:lpstr>맑은 고딕</vt:lpstr>
      <vt:lpstr>Aptos</vt:lpstr>
      <vt:lpstr>Aptos Display</vt:lpstr>
      <vt:lpstr>Arial</vt:lpstr>
      <vt:lpstr>Office 테마</vt:lpstr>
      <vt:lpstr>리스트에서 제공하는 기능</vt:lpstr>
      <vt:lpstr>리스트에 데이터 추가하기</vt:lpstr>
      <vt:lpstr>리스트에 데이터 추가하기 (1/2)</vt:lpstr>
      <vt:lpstr>리스트에 데이터 추가하기 (2/2)</vt:lpstr>
      <vt:lpstr>리스트에 데이터 추가하기</vt:lpstr>
      <vt:lpstr>리스트에서 데이터 삭제하기</vt:lpstr>
      <vt:lpstr>리스트에서 데이터 삭제하기</vt:lpstr>
      <vt:lpstr>리스트에서 데이터 삭제하기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자료구조 (Data Structure) 1주차: 리스트</dc:title>
  <dc:creator>K C</dc:creator>
  <cp:lastModifiedBy>K C</cp:lastModifiedBy>
  <cp:revision>46</cp:revision>
  <dcterms:created xsi:type="dcterms:W3CDTF">2025-07-28T15:04:23Z</dcterms:created>
  <dcterms:modified xsi:type="dcterms:W3CDTF">2025-10-11T00:51:06Z</dcterms:modified>
</cp:coreProperties>
</file>