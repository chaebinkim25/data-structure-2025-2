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6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7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8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9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0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notesSlides/notesSlide11.xml" ContentType="application/vnd.openxmlformats-officedocument.presentationml.notesSlide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3"/>
  </p:notesMasterIdLst>
  <p:sldIdLst>
    <p:sldId id="332" r:id="rId2"/>
    <p:sldId id="330" r:id="rId3"/>
    <p:sldId id="331" r:id="rId4"/>
    <p:sldId id="334" r:id="rId5"/>
    <p:sldId id="275" r:id="rId6"/>
    <p:sldId id="276" r:id="rId7"/>
    <p:sldId id="277" r:id="rId8"/>
    <p:sldId id="278" r:id="rId9"/>
    <p:sldId id="279" r:id="rId10"/>
    <p:sldId id="270" r:id="rId11"/>
    <p:sldId id="27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10" autoAdjust="0"/>
  </p:normalViewPr>
  <p:slideViewPr>
    <p:cSldViewPr snapToGrid="0">
      <p:cViewPr varScale="1">
        <p:scale>
          <a:sx n="83" d="100"/>
          <a:sy n="83" d="100"/>
        </p:scale>
        <p:origin x="18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64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13637 7583 6260,'-8'0'0,"0"0"0,6 6 0,-8-5 0,7 4 0,-5-5 0,6 0 0,-8 0 0,8 0 0,-8 0 0,8 4 0,-6-1 0,6 1 0,-5-4 0,3 0 0,3 0 0,-9 5 0,8-3 0,-6 1 0,5-1 0,-2-1 0,5 3 0,-1-3 0,-3 3 0,3-3 0,-4-1 0,5 0 0,0-5 0,0-1 0,0-6 0,5 1 0,-4-4 0,3-1 0,-3 1 0,-1 4 0,0-2 0,0-2 0,0 2 0,0-2 0,0 1 0,0-1 0,0 2 0,0-2 0,0 2 0,0 2 0,0 3 0,0 0 0,0 5 0,0-5 0,0 6 0,0-9 0,0 10 0,0-4 0,0 5 0,0 5 0,2-4 0,1 3 0,-1-3 0,8-1 0,-8 0 0,6 0 0,-4 0 0,3 0 0,-3 0 0,4 0 0,-1 0 0,5 0 0,-1 0 0,2 0 0,2 0 0,-2-1 0,2-3 0,2 2 0,-2-6 0,5 1 0,-2-5 0</inkml:trace>
  <inkml:trace contextRef="#ctx0" brushRef="#br1" timeOffset="1">23390 7469 6239,'0'-6'-44,"0"1"30,0 5 28,5 0-5,-4 0-3,4-5 1,-5 3-16,0-3-1,0 5 20,5 0-5,-3 0 1,4 0-6,-2 0 0,-3 0 0,9 0 1,-3-5 1,4 4 5,0-3 1,1 3-2,-1 1 0,-3 0-6,0 0 0,-1 0 0,5 0 0,-1 0 0,0 0 0,1 0 0,-1 0 0,-3 0 0,-1 0 0,1 0-3,4 0 1,-5 0 0,1 0 0,-4 0 1,3 0 1,-4 0 0,7 0 0,-9 1-13,3 3 0,-3-3 6,-1 9 1,0-3 0,0 4 1,0-3-1,0-1 1,-1 5 1,-3 3 1,3 2-2,-3-2 1,-1-2 1,1 2 1,0 1 4,4-1 0,0 2-1,0-2 0,0-2 1,0 2-3,0-2 0,5-2 0,2 1 0</inkml:trace>
  <inkml:trace contextRef="#ctx0" brushRef="#br1" timeOffset="2">17428 7104 8865,'0'11'69,"0"1"0,0-1-46,0 0 0,0 1-12,0-1 1,0 5-5,0-1 0,0 1-3,0-1 1,0-1-2,0 5 1,0-5 1,0 2-18,0-4 1,5 5 0,2 1 0</inkml:trace>
  <inkml:trace contextRef="#ctx0" brushRef="#br1" timeOffset="3">17428 7252 11494,'-6'12'1072,"-3"-5"-2436,5 1 713,0-6 747,4 4-347,0-6 141,5 0 1,-2 0 27,5 0 0,-5 0 82,5 0 0,0 0-134,3 0 0,1 0-29,-1 0 0,0 0 39,1 0 0,-1-4 84,1 0 1,-1 0-1,0 4 1</inkml:trace>
  <inkml:trace contextRef="#ctx0" brushRef="#br1" timeOffset="4">17657 7115 9437,'6'0'0,"-1"0"0,-5 0 0,5 0 0,-4 0 0,4 0 0,-5 0 0,6 0 0,-5 0 0,4 0 0,-5 0 19,0 5 1,0-2-1,0 4 1,0-3 20,0 4-21,0-1 1,0 5-1,0-1 1,0 1-1,0-1 1,0 4 0,0 1 0,0-1-1,0-4 1,-4 4 44,0 1 0,0-1-27,4-4 1,0 1-6,0-1 0,-5 1 0,-1-1 0</inkml:trace>
  <inkml:trace contextRef="#ctx0" brushRef="#br1" timeOffset="5">17554 7378 9248,'6'0'0,"-1"0"0,0 0 0,-2 0 0,5 0 0,-6 0 0,7-1 99,-5-3-11,5 3 1,-3-10 0,5 5 0</inkml:trace>
  <inkml:trace contextRef="#ctx0" brushRef="#br1" timeOffset="6">17862 7047 14923,'-5'6'-32,"4"-1"1,-5-5-890,2 0 461,2 0 322,-3 0 0,5 1 165,0 3-8,0-3-12,0 5 0,0-5 152,0 3-426,0-3 1,0 5 345,0-2 1,0-1-1,0 4 0,0-3 0,0 4 0,0-1-79,0 5 0,0-1 0,0 0 0,0 5 0,0-1 0,0 5 0,0-1 0,0 2 0,0-2 0,0 5 0,0-5 0,0 4 0,0-8 0,0 4 0,0-4 0,0 5 0,0-7 0,0 4 0</inkml:trace>
  <inkml:trace contextRef="#ctx0" brushRef="#br1" timeOffset="7">17862 7241 14923,'7'0'-807,"-1"0"-1009,-2 0 1816,-3 0 0,9 0 0,-7 0 0,4 0 0,-3 0 0,4 0 0,-4 0 0,3 0 0,-3 0 0,4 0 76,-1 0 1,5-5-1,-1-2 1</inkml:trace>
  <inkml:trace contextRef="#ctx0" brushRef="#br1" timeOffset="8">18045 7058 13574,'0'12'235,"0"-1"1,-1 2-941,-3 2 1,3-2 449,-3 2 1,1 1 348,-1-1 0,3 6-69,-3-2 0,-1-1 43,2 1 1,-3 0-29,3 4 0,0 3 96,-5 1 1,6 3-92,-2-3 0,-1 3-56,1-3 1,0 0-32,4-4 0,0-2-120,0-2 135,0 3 1,0-10 0,0 5 0</inkml:trace>
  <inkml:trace contextRef="#ctx0" brushRef="#br1" timeOffset="9">18376 7035 11159,'-6'0'0,"1"0"0,0 0 0,3 0 0,-4 0 0,2 0 0,3 0 0,-9 0 131,3 5 0,0-2 127,-1 4 1,4-3 86,-3 4 1,3-2 17,-4 2 1,2 2-9,-2-2 0,0 2-59,4 1 0,-5 4-16,1 1 0,2-1-6,-2-4 1,5 5-187,-5-1 1,5 0-183,0-4 0,1 5-399,2-1 191,0 0 0,0-3-283,0-1 255,5 0 0,2-4-179,4-3 1,1-3 209,-1-1 0,4 0 79,0 0 1,1-1 137,-5-3 0,0-3 274,1-4 0,3-2 72,0-2 0,-1 2 25,-6-2 1,2-1 30,-2 0 1,-2 0 152,2 1 0,-6 2-289,2-2 1,-3 1 19,-1-1-146,5 2 0,-3-4-448,1 6 152,-6 5 1,-4-5 0,-4 5 0</inkml:trace>
  <inkml:trace contextRef="#ctx0" brushRef="#br1" timeOffset="10">18422 7058 12845,'6'0'-1949,"4"0"1166,-8 0 778,8 0 2,-9-5 237,9 4 0,-7-4 177,4 5-523,-4 0 109,7 0 1,-7 0 1,4 0 0,-3 0 1,4 0 0,-5 0 0,5 0 0,0 0 0,3 0 0</inkml:trace>
  <inkml:trace contextRef="#ctx0" brushRef="#br1" timeOffset="11">18479 7195 12029,'0'6'-688,"0"0"0,1-3 207,3 1 0,-1 0 308,4-4 0,-3 0 268,4 0 0,-5 0-32,5 0 0,-2-1 120,2-3 0,2 3-71,-2-3 1,-2 3 24,2 1-110,-1 0 1,5-6 0,-1 0 0</inkml:trace>
  <inkml:trace contextRef="#ctx0" brushRef="#br1" timeOffset="12">18685 6944 12801,'7'0'-772,"1"0"-964,-6 0 1736,3 0 0,-3 0 0,1 0 0,-1 0 0,3 0 0,-5 0 45,0 5 0,0 1 0,0 6 0,-1-1 76,-3 1 0,1-1 68,-4 0 1,3 6-38,-4 2 1,4 3-21,-3 0 0,3 1-2,-4 0 0,5 0-1,-5 0 1,4 0-45,-4-1 0,6 1-38,-2 0 1,-1-4-36,1 0 1,-5 0 0,3 4 0</inkml:trace>
  <inkml:trace contextRef="#ctx0" brushRef="#br1" timeOffset="13">18422 7504 12031,'-6'-7'-4144,"0"2"3649,6 5 990,0 0-199,0-5-149,0 4 1,2-4 169,2 5 0,-2 0-285,6 0 59,-1-5 0,5 2 212,-1-5 1,1 6-43,-1-2 1,4-2-141,0-2 1,2 2-5,-2-2 0,2 4-66,2-3 1,2 4-230,-2-1 0,-1 2 226,1-2 0,-1 3-100,1-3 0,-3 3-53,-4 1 0,-1 4-230,1-1 70,-1 6 1,-3-2-17,-1 4 1,-4-3-4,1-1 185,-3 1 1,-5 3 177,0 1 0,-5-1 95,2 1 0,-3-5-14,-2 1 1,1-1 126,-1 5 0,0-5-3,-4 1 0,6-4-1,-5 3 0,9-3-67,-6 4 0,3-6-76,-2 2 0,0-1-271,-1 1-20,1-3 0,-1 8 177,1-6-79,-1 6 0,5-6 78,-1 5 0,4-5 180,-3 5-165,4 0 1,-2 3 97,5 0-164,0 1 1,5-2-176,3-2 1,3 0-112,5-4 0,-2 4 75,5-4 0,0 1 12,3-1 0,1-3 105,0 3 1,5-3-1,1-1 1</inkml:trace>
  <inkml:trace contextRef="#ctx0" brushRef="#br1" timeOffset="14">19461 7001 8974,'-6'0'-718,"-1"0"-898,4 0 1616,1 0 0,-8 0 0,9 0 0,-9 0 0,9-5-13,-5 4-2,1-4-30,4 5 45,-4 0 0,5 0 0,5 0 0,-2 0 0,4 0 0,-4 0 0,7 0 6,-2 0 1,-2 0 8,2 0 7,-1 0 1,5 0-23,-1 0 0,0 0 0,1 0 0,-1 0 0,1 0 0,-1 0 0,1 0 0,-1 0 0,0 0 0,1 0 0,-1 0 0,1 0 0,-5 0 0,1 0 0,-1 5-10,5-4 1,-6 9-6,-2-2 0,-3-2 13,-1 2 0,-1-1 10,-3 5 0,-2 0 9,-6 4 1,1-4 3,0 4 0,-1 0-2,1-1 0,-4 2 4,-1-2 0,-3-2 6,4 2 1,-1-2 4,0-2 0,4-3-17,-4-1 0,0 0-15,1 0 0,-6 3 0,4-3 0</inkml:trace>
  <inkml:trace contextRef="#ctx0" brushRef="#br1" timeOffset="15">19381 7252 8974,'7'0'-2514,"-1"0"2514,-2 0 0,-3 0 0,5 0 0,-2 0 0,-3 0 0,6 4-36,-3 0-5,-3 0 21,9 1 1,-4 0 0,6 2 1,-5 4-3,1-4 1,0 3-1,3 2 1,-1-1 1,-2 1 0,2-1-1,-2 0 1,2 1 9,1-1 13,-5 6 1,5-5 0,-5 5 0</inkml:trace>
  <inkml:trace contextRef="#ctx0" brushRef="#br1" timeOffset="16">19575 7207 12554,'2'6'-1878,"1"-2"0,-1-2 1527,2 2 1,-2-3 234,2 3-249,-3-3 509,9-1 0,-7 0 138,4 0-70,1 0-172,3 0 0,1-5 1,-1-1-1</inkml:trace>
  <inkml:trace contextRef="#ctx0" brushRef="#br1" timeOffset="17">19770 7195 12554,'-6'12'1055,"5"-1"-1995,-3 0 0,2 1 597,-2-1 0,3-3 391,-3-1 0,-1 1 30,1 4 1,-1-1-46,1 0 0,3 1-54,-3-1 0,2 1 108,-2-1 1,1 0-66,-4 1 1,-1-1 0,-3 1 0</inkml:trace>
  <inkml:trace contextRef="#ctx0" brushRef="#br1" timeOffset="18">19495 7538 11306,'0'7'-1200,"0"1"1,0-4 1208,0 3-4,0-4-4,0 7 1,0-7-1,0 4 0,2-3-100,1 4 1,0-6-9,5 2 0,-1-3 93,5-1 1,-1 4-58,1 0 0,0 0 39,3-4 1,-2 0 27,2 0 1,2-2 27,-2-1 3,5 1 0,-2-8 0,5 4 0</inkml:trace>
  <inkml:trace contextRef="#ctx0" brushRef="#br1" timeOffset="19">19987 6978 9866,'11'0'-728,"-3"-4"-676,-1 1 1507,1-6 0,3 7-158,1-1 61,-1-4 0,0 6 0,1-4 0</inkml:trace>
  <inkml:trace contextRef="#ctx0" brushRef="#br1" timeOffset="20">19907 7138 9866,'0'6'-751,"0"1"-896,0-3 1643,0-3 3,0 4 0,1-5 4,3 0 0,-2 0-1,6 0 1,-1-1 23,5-3 0,-1 3-5,1-3 0,-1 1 7,1-1 1,-1 3-5,0-3 0,1-1 14,-1 1 0,4-1-8,1 2 0,-1 1-13,-4-2 1,2 2 3,2-2 1,-2 3-30,2-3 1,-2 3-9,-2 1 0,1 0-36,-1 0 11,1 0 5,-1 0 1,-5 1-56,-2 3 26,-3 2 0,-4 6 71,-1-1 1,-5 0 32,1 1 1,-6 3 25,-1 0 0,0 1 6,3-5 1,-3 2-1,0 2 0,0-2-2,3 2 1,-3-2 12,0-2 1,0 0-27,3 1 0,1 4 0,-1 2 0</inkml:trace>
  <inkml:trace contextRef="#ctx0" brushRef="#br1" timeOffset="21">20066 7298 9866,'2'8'-1045,"2"-1"1,-3-3 611,3 4 0,-3-5 457,-1 5 0,4-4-83,-1 3 1,1-3 53,-4 4 0,4-4-28,0 3 1,1-4 12,-1 1-27,-3 2 0,9-1 21,-2 3 1,-3-2-24,-1-2-73,2-3 111,0 9 0,2-7 16,0 4-13,-6-4 0,8 7 0,-3-4 1</inkml:trace>
  <inkml:trace contextRef="#ctx0" brushRef="#br1" timeOffset="22">20215 7264 11460,'8'0'0,"-1"0"-374,-4 0 0,3 0-1309,-2 0 1683,-3 0 0,5 0-1,-2 0 1,-2 0 0,3 1-104,-5 3-64,5-3 1,-3 4 68,6-5 0,-4 0 99,3 0 0,-3 0 0,4 0 0,-6 0 0,8 0 0,-3 0 0</inkml:trace>
  <inkml:trace contextRef="#ctx0" brushRef="#br1" timeOffset="23">20386 7070 10712,'0'-7'-1735,"0"2"1718,0 5 34,0 5-22,0 2 0,0 4 1,0 0 1,-1 1 54,-3-1 0,3 1-13,-3-1 0,-1 4 16,1 0 1,-1 6-8,1-2 1,2 1 6,-6-1 0,6 5-30,-2-5 1,-1 5 18,1-5 1,0 2-24,4-2 1,0 2-68,0-2 1,0-2-48,0-2 33,0-2 1,1-3-47,3-2 0,-1-3-40,4-5 1,-3-2 187,4-1 0,4-4 0,6-4 0</inkml:trace>
  <inkml:trace contextRef="#ctx0" brushRef="#br1" timeOffset="24">20523 6955 11460,'-1'8'-686,"-3"0"0,3-5 450,-3 5 0,3-4 173,1 3 1,-4 1 117,0 3 0,0 2-89,4 2 1,-1-1 13,-3 5 1,3 0-3,-3 4 1,3 5 19,1 3 1,-1-2-50,-3 1 1,3 1-23,-3 3 0,3-4 54,1 1 0,0-6-143,0 2 134,0-3 1,5-1 0,1 0 0</inkml:trace>
  <inkml:trace contextRef="#ctx0" brushRef="#br1" timeOffset="25">13648 9845 18172,'0'7'-4061,"0"1"2571,0 0 1153,0 3 236,0 0 0,0-3 33,0 0 1,0-4 19,0 3 0,0-3 12,0 4 0,0-5-217,0 5 1,0-4 252,0 3 0,0-3 0,0 4 0,4-4-389,0 3 332,-1 1 1,-3 3 0,0 1 0</inkml:trace>
  <inkml:trace contextRef="#ctx0" brushRef="#br1" timeOffset="26">13728 9936 15830,'6'-6'-1028,"4"1"1582,-8 0-1250,8 3 908,-9-3 1,5 5-552,-2 0 97,-3 0 151,10 0 0,-9 0 91,6 0 0,-4 0-219,3 0 1,-3 0-209,4 0 457,-1 0 0,5 0-263,-1 0 0,-3 0 233,-1 0 0,1 0 0,3 0 0,1 0 0,4 0 0,1 0 0,2 0 0,-3 0 0,-4 0 0,3 0 0,0 0 0,2 0 0,-2 0 0,-1 0 0,5 0 0,-4-1 67,4-3 1,-4 3-1,4-3 1,-5 3-48,2 1 0,0-4 88,-1 0 1,2 0-54,-2 4 0,-2 0-55,2 0 0,-2 0 0,-2 0 0,1 0 0,-1 0 0,0 0-68,1 0 0,-1 0 0,1 0 1,0 0 47,4 0 0,-4 0-89,3 0 1,-2 0 53,-1 0 1,0 0 54,3 0 0,-2 0 0,2 0 0,3 0 0,1 0 0,-1 0 0,1 0 0,-4 0 0,4 0 0,-4 0 0,5 0 0,-5 0 0,4 0 0,-5 0 0,1 0 0,1 0 0,0 0 0,0 0 0,-1 0 0,-2 0 0,2 0 0,-2 0 0,-2 0 0,1 0 0,-1 0 0,1 0 0,-1 0 0,1 0 0,-1 0 0,0 0 0,1 0 0,-1 0 0,1 0 0,-3 0 0,2 0 0,-2 2-96,6 2 1,-2-3-1,-2 3 1,4-3 75,1-1 1,3 0 19,-4 0 0,1 0 0,0 0 0,-2-1 70,5-3 1,-5 3 8,1-3 0,-3 2 13,0 2 99,4 0-96,2 0 1,0 0-58,-3 0-38,-2 0 0,-2 4-296,1 0 144,-6 0 0,4 1 1,-3 1-1</inkml:trace>
  <inkml:trace contextRef="#ctx0" brushRef="#br1" timeOffset="27">17976 9799 12100,'-6'0'-1828,"1"-5"906,5 4 855,0-4 0,0 3-111,0-1 154,0 1-193,0-3 143,0 5 38,-5 0 22,4 0 182,-4 0 0,3 0 61,-1 0 15,1 0-116,-8 0 1,4 2 64,-6 1 0,1 0 36,-1 4 1,1-3-112,0 4 1,-1-4 0,1 3 0,-1 0 12,1 0 0,1 3-56,2-2 0,-2-2 18,2 2 0,2-2 46,-2 2-136,6 2-331,-3-4 157,5 6 0,5-4-157,3-1 0,-2-4 98,2 0 0,3 0 106,4 1 0,0-3-17,-3 3 0,-1-3 73,1-1 0,3 1-37,0 3 1,0-3 136,-3 3 1,0 1-47,4-1 0,-4 1 154,4-1 0,-2-1-117,1 4 0,-3-3-61,4 4 0,-4-5-24,0 5 0,-5-4-141,1 3-104,0-4 235,-2 7-158,-1-3 115,-5 4 1,-5-3 269,-3-1 1,-2-3 89,-1 4 1,-2-5-7,-2 5 0,2-4-25,-2 3 1,-3-3 52,-1 4 0,3-4-279,0 3 1,0-4 167,1 1 0,-6 2 0,4 0 0</inkml:trace>
  <inkml:trace contextRef="#ctx0" brushRef="#br1" timeOffset="28">18239 9765 18536,'8'0'-1263,"-1"0"1,-3-1 757,4-3 740,-6 2 1,7-4-101,-5 2-147,5 3 0,-7-5-679,6 2 495,-5 3 87,7-4 115,-9 0 0,9 3 0,-4-3 0</inkml:trace>
  <inkml:trace contextRef="#ctx0" brushRef="#br1" timeOffset="29">18262 10005 14426,'11'11'-2894,"0"1"1591,-4-1 0,-1-3 735,-2-1 1,-2-3 439,1 4 0,2-5 38,-1 5 0,0-4 56,-4 3 12,0-4 0,5 7 0,1-4 1</inkml:trace>
  <inkml:trace contextRef="#ctx0" brushRef="#br1" timeOffset="30">18525 9890 13234,'6'0'-2776,"0"-3"3186,-2-1 1,-1 0-374,4 4-98,-4-5 232,7 4 0,-4-6 0,6 4-126,-1 1 1,1-3 53,-1 5 0,0-1-42,1-3 1,-1 3-131,1-3 1,-1 3 44,1 1 0,-2 1-24,-3 3 1,2-2-319,-5 6 1,4-4 57,-5 3 1,2 1-14,-1 3 1,-2-3 38,1 0 0,-1-1 70,-2 5 1,0-1 21,0 1 0,-4-1 136,0 0 0,-5 1 54,2-1 0,-4 1 231,0-1 0,-2 2 31,-2 2 1,2-2 54,-2 2 0,1-2-7,-1-2 0,4-3-17,-1-1 0,1-4 111,3 1 56,3 2-446,-5-5 161,9 4 0,-3-5-231,8 0 1,-2 0-50,6 0 16,-1 0 1,5 0-31,-1 0 0,4 0 36,1 0 0,-1 0-76,-4 0 0,1 0-185,-1 0 305,6 0 1,-5-5 0,5-1 0</inkml:trace>
  <inkml:trace contextRef="#ctx0" brushRef="#br1" timeOffset="31">18902 9970 10744,'6'0'91,"4"-1"77,-2-3 0,-2 3 2,2-3 1,-1 3-206,5 1 0,-1-1 66,0-3 1,1 3-12,-1-3 1,1 3-47,-1 1 1,1-4 202,-1 0-96,0 0 1,1 3-103,-1-3 1,-3 3-3,-1-3 0,-3-1 85,4 1 50,-6-5-309,9 3 493,-10-6-410,4 1 1,-6 3-157,-3 1 0,1 4 64,-4-1 0,3 2-6,-4-2 0,4 3-66,-3-3-200,-1 3 540,-3 1 1,-1 1-138,1 3 1,3 1 377,1 3 1,0 2 62,0-3 0,-3 3-45,2 2 0,2 1-153,-2 2 0,6-3-87,-2 4 1,2 0-163,2-1 1,0 2-32,0-2 1,6-1-392,1 5 1,5-5-64,3 1 0,1-2-415,3-2 889,3 1 1,1-1-1,6 1 1</inkml:trace>
  <inkml:trace contextRef="#ctx0" brushRef="#br1" timeOffset="32">22556 9982 11961,'7'0'-2932,"-2"0"2932,-5 0 0,0 0 0</inkml:trace>
  <inkml:trace contextRef="#ctx0" brushRef="#br1" timeOffset="33">22294 10016 11961,'11'0'-2749,"-3"0"2852,-1 0 0,-3 0-82,4 0 0,-5 0 1,5 0-31,0 0 1,3 0-17,0 0 1,0-1 96,-4-3 1,3 3-3,-2-3 1,2 3-30,2 1-22,-1 0 1,0 0-50,1 0 1,-1 0 21,1 0 0,-1 0-3,1 0 0,0 0 13,3 0 1,-2 0-54,2 0 0,-2 0-7,-2 0 1,1 0 29,-1 0 0,1 0 51,-1 0 1,4 0-23,1 0 1,-1 0-1,-4 0 0,4 0 8,1 0 1,0 0 2,-1 0 0,-1 0 22,5 0 0,-5 0 2,2 0 1,-4 0-17,0 0 0,-1 0-5,1 0 0,-1 0-28,0 0 0,1 0 30,-1 0 0,1 0-28,-1 0 1,1 0 42,-1 0 0,0-2 36,1-1 0,-1 1-1,1-1 0,-1 1-24,0 2 0,1 0-13,-1 0 1,1 0-4,-1 0 0,4 0-51,1 0 1,-1 0 48,-4 0 0,4 0-56,1 0 0,0 0 12,-1 0 0,-2 0-5,2 0 1,2 2-5,-2 1 1,4-1 10,-4 1 1,1-1 3,-5-2 1,0 0 24,1 0 0,3 3-65,0 1 0,1 0 39,-5-4 0,0 0-21,1 0 0,-1 4-23,1 0 0,-1 0 49,0-4 0,1 0 15,-1 0 1,-3 3-96,0 1 1,-1 0-10,5-4 0,-5 0 128,1 0 0,-4 0-87,3 0 12,-4 0 190,7 0-85,-9 0-51,4 0-114,-5 0 154,5 0-355,-3 0 306,3 0 1,0 0 0,1 0 0</inkml:trace>
  <inkml:trace contextRef="#ctx0" brushRef="#br1" timeOffset="34">23675 9811 10450,'0'6'-1355,"0"0"867,0-2 380,0-3 1,0 9 0,0-2 0,-3-2 214,-1 2 1,0 1-169,4 6 0,-4-1-22,0 5 1,-1-4-166,2 4 1,1 0 188,-2 4 0,2 0-9,-2 0 0,3-1 76,-3-3 0,3 2 0,1-3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681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24075 6978 10879,'0'6'-2877,"0"0"2799,0-6 1,1 3-151,3 1 49,-2 0 138,3-4 399,-5 0-503,5 0-290,-4-5 302,4 4 17,-5-4 0,1 5 69,3 0 0,-3-2 61,3-2-29,3 3 1,-5-4 45,6 5-24,-6 0 3,8 0 0,-7 0 65,5 0 1,-5 0-85,5 0 0,-4 0 44,3 0 0,-3 0-24,4 0 1,-4 0 10,3 0 0,-3 1 17,4 3 1,-5-1 10,5 4 0,-4-3-32,3 4 0,-3-4 8,4 3-33,-1 1 0,4 3 27,-4 1 0,3-1-4,-2 1 1,1-5-3,-1 1 0,2 3-7,-3 4 0,3 1-18,2-5 1,-1 4-4,1 0 1,-1 1 7,1-5 1,-1 4-7,0 1 0,0-1-74,-4-4 1,3 1 83,-2-1 0,1 4-86,-2 1 0,2-1 46,-5-4 0,4 1-8,-4-1 1,1 0-7,-2 1 0,-1-1-5,1 1 0,-1-1-49,-2 1 1,0-1 109,0 0 0,-5 6 0,-2 1 0</inkml:trace>
  <inkml:trace contextRef="#ctx0" brushRef="#br1" timeOffset="1">24269 7481 7557,'0'-7'-659,"0"2"862,0 0-328,0 4 176,0-4-641,0 5 581,5 0-23,-3 5 159,8 1 0,-5 6-76,3-1 1,0-3 18,-4-1 1,5 1-47,-1 3 1,2 1-3,1-1 0,1-3-17,-1-1 0,1 1-4,-1 3 0,0-3 6,1 0 1,0-5-16,4 5 0,-4-5-24,4 0 0,-4-1 32,0-2 1,-1 0-13,1 0 0,-1-2 10,0-1 0,1-4-1,-1-4 1,1-1-38,-1 1 0,1-4-6,-1 0 1,0-2 10,1 2 1,-5 2-7,1-2 0,-2 2-115,2 2 0,1-1 82,-5 1-250,5 0 324,-8-1 0,4 1 0,-5-1 0</inkml:trace>
  <inkml:trace contextRef="#ctx0" brushRef="#br0" timeOffset="2">23070 6510 12292,'0'-6'-1122,"0"0"0,0 5 1252,0-3-101,0 3 8,0-4-1,0 5-162,0-5 223,0 4-38,0-4 1,0 3-63,0-1-136,0 1 169,0-3-224,0 5 16,0-5 372,5 4 0,-2-5-110,4 2 1,1 2-119,3-1 0,1-2-50,-1 1 0,4-4 77,1 4 0,3-3-324,-4 3 333,5-5 0,-2 3 1,5-6-1</inkml:trace>
  <inkml:trace contextRef="#ctx0" brushRef="#br0" timeOffset="3">23070 6658 11017,'12'-5'-327,"-1"-2"1,0 0 141,1 0 1,-2 3 252,-2-4 1,3 1 148,0-5 0,1 2-42,3 2 1,-2-2-127,-2 3 0,4-3-37,1-2 1,3 1-25,-4-1 1,4 5-42,-4-1 1,4 2-130,-4-2 1,4-1-22,-3 5 0,-1-1-63,-4 2 1,1 1 60,-1-2 0,-3 3-24,-1 1 0,-4 1-16,1 3 1,-3-1 82,-1 4 1,0-3 110,0 4 1,-1-1-7,-3 5 0,1-1 115,-4 1 0,0-1-39,0 1 1,-3 3 23,2 0 0,-2 2-44,-1-2 0,0-3 54,4 4 1,-3-2 36,2 1-73,-2-2 1,-2 3 0,1-5-1</inkml:trace>
  <inkml:trace contextRef="#ctx0" brushRef="#br0" timeOffset="4">23401 6658 8203,'0'7'-492,"5"-2"1,-2-5 502,5 0 1,-5 0 18,5 0 0,-4 0-9,3 0 0,1-1-2,3-3 1,1 2 13,-1-1 1,1-2-201,-1 1 0,1 0 176,-1 4 1,5-5 0,2-1 0</inkml:trace>
  <inkml:trace contextRef="#ctx0" brushRef="#br0" timeOffset="5">23299 6898 9379,'11'-5'250,"0"0"-915,1-3 0,3-2 312,0 3 1,4-2 457,-3 1 0,3-2 3,-4 2 0,4 2-51,-4-2 0,4 5-102,-4-5 0,4 2-126,-3-2 0,4-2 181,-1 2-8,-3-2 0,1-1 1,-6-1-1</inkml:trace>
  <inkml:trace contextRef="#ctx0" brushRef="#br0" timeOffset="6">23550 6784 9379,'0'6'-1104,"0"4"925,0-3 328,0 4-218,0 1 0,0-1 98,0 1 0,1-2-196,3-3 1,-3 3 84,3-2 1,-3 2-140,-1 2 209,5-6 0,-3 4 0,3-4 0</inkml:trace>
  <inkml:trace contextRef="#ctx0" brushRef="#br0" timeOffset="7">23664 6498 12850,'6'0'-543,"-1"-1"380,-5-3 189,0 3 1,0-5 0,0 2 317,6 3 1,-4-8-71,6 5 0,-5 0-235,5 4 0,-4-4 221,4 1 0,-5-5 68,5 4-215,0 0 1,3 1-173,0-1 0,0-1 139,-4 1 0,3 3-411,-2-3 1,3 1 53,5-1 1,-4 3 178,3-3 0,-2 3-150,-1 1 1,-1-1-15,0-3 1,-3 3 165,0-3 0,-1 3-62,5 1 0,-5 5-161,1 2 0,-2 0 20,2 0 1,-2 5 347,-2 3 0,-3 1-3,3 0 1,-3 1 33,-1 6 1,0 0-138,0 0 0,0 1-36,0 3 1,-1-3 102,-3 3 1,3-8 56,-3-4 0,-1 1-174,1 0 1,-1-3-220,1-5 343,3-3 1,-9-5-1,4 0 1</inkml:trace>
  <inkml:trace contextRef="#ctx0" brushRef="#br0" timeOffset="8">24075 6316 10815,'0'11'68,"0"1"-295,0-1 1,1 0-79,3 1 0,-2-1 191,1 1 1,0-1 111,1 1 0,-3 3 28,3 0 0,1 4-30,-1-4 0,3 2-1,-3-2 0,4 1-74,-5 4 1,5 1-55,-4-2 1,5-1 70,-2 1 0,0-1-140,0 1 0,-4-3 99,1-4 1,1-1-593,-1 0 651,4 1 0,-1-1 0,4 1 1</inkml:trace>
  <inkml:trace contextRef="#ctx0" brushRef="#br0" timeOffset="9">24189 6533 9364,'7'-5'-1437,"-1"3"2028,-2-1-102,-3-4-456,9 6-172,-3-9 158,4 3 1,-1 0-283,-2-1 307,2 6 0,-4-8 0,6 3 1</inkml:trace>
  <inkml:trace contextRef="#ctx0" brushRef="#br0" timeOffset="10">24372 6053 8438,'0'-8'-173,"0"1"752,0 4-522,5-7 0,2 8 38,4-6 1,-3 5-53,-1 0 1,1 1-59,3 2 0,1 0-119,-1 0 1,0 0 59,1 0 0,3 0 89,0 0 0,1 0-132,-5 0 0,0 5-41,1 3 0,-1 2-22,1 2 1,-6-1 107,-2 0 1,-2 5 80,2-1 0,-3 5 78,3-1 0,-2 3 23,-2 1 1,-4 0 9,0-1 1,-4 1-27,5 0 0,-5-1-121,4-3 0,-4 1 154,5-5 0,-1 4-84,4-4 0,-5 6 1,-2-3-1</inkml:trace>
  <inkml:trace contextRef="#ctx0" brushRef="#br0" timeOffset="11">24635 6704 11991,'0'6'-1021,"0"5"998,0-10 76,0 9 0,0-7 50,0 4-63,0-4-51,0 7 1,0-8-61,0 6 72,0-6 0,1 5-192,3-3 0,-2-3-37,6 3 0,0-3 121,3-1 1,-3 0-103,-1 0 1,1-4 128,3 0 0,1-5 51,-1 2 0,1-3 58,-1-2 1,0 1 4,1-1 1,-6 1 100,-2 0 1,1-1 31,-1 1 0,0-1-46,-4 1-126,0 0 0,-5 0-184,-3 4 1,-2-2-86,-2 5 0,0 0 51,-3 4 0,2 2 31,-2 1 1,1 4 189,-2 4 1,4 1 0,-5-1-1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693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23858 7892 7886,'-6'0'178,"1"0"283,5 0-351,-5 0-206,3 0 91,-3 0 0,5-1-115,0-3 50,0 2-18,0-3-91,0 5 159,5 0 1,-2 0 16,5 0 1,-5 0 0,5 0 0,-2-1 46,2-3 0,2 3 54,-2-3 1,2 3-34,1 1 1,1 0-6,-1 0 1,1 0-1,-1 0 0,5 0-43,4 0 0,1 0-23,2 0 1,1-4 34,3 0 1,3 1-18,8 3 1,-1 0-35,5 0 0,-4 0 2,4 0 0,-2 0 23,2 0 1,-4 3-16,-7 1 1,1 5-26,-6-1 1,5-2-1,-5 2 1,2-6 17,-1 2 0,-3 1-6,3-1 0,1 0 3,-2-4 0,1 0 25,-4 0 1,0 0-7,-1 0 0,0 0 18,-3 0 0,1 0 20,-4 0 0,-1 0-7,-4 0 0,4 0-16,1 0 0,-5 3-41,-3 1 1,-1 0 12,5-4 0,-5 4-52,1 0 0,-4 1-7,3-1 0,-3-3 10,4 3 21,-6-3-2,3 4 0,-3-4-128,1 3 105,-1 2-15,3-4 0,-5 4 115,0-2 0,0-2 8,0 6-111,5-5 1,-3 7 5,6-3 1,-4 0 11,3 0 0,-3 0 2,4 0 0,-4 3 48,3-2 1,-3 2 23,4 2 0,-4-1-69,3 0 1,-3 1-14,4-1 0,-2 6-29,2 2 0,-2 2 121,-2 2 1,-3 1-9,3 3 1,-3 2-11,-1 5 0,4 6-13,0 2 0,-1-1 5,-3 5 0,0-6-5,0 5 1,2-2 72,2 3 0,-2 0-73,6-1 1,-5-3-220,5 0 1,0 0-1,3 4 1</inkml:trace>
  <inkml:trace contextRef="#ctx0" brushRef="#br1" timeOffset="1">24281 9354 8543,'-7'0'0,"1"-2"-695,2-1-869,3 1 1459,-9-3 1,7 1 131,-4 1 0,3-1 57,-4 4 0,4 0-70,-3 0 0,1-1 9,-2-3-33,-2 3-1,3-5 1,-3 5 1,3-3-8,2 3 1,1-5-53,0 2 65,0 3-7,4-4 1,1 3 7,3-1 0,3 1 3,4-2 0,0 3 20,1 1 1,4-1 1,3-3 1,3 3 35,1-3 0,1 1 10,3 0 0,-1 1-47,8-1 0,-1-2 8,9 1 0,4 0-19,3 4 1,7 0-292,1 0 0,-1-4 249,1 0 0,-1 0-26,-6 4 0,-1-3-98,-3-1 156,-6 0 0,1 4 0,-5 0 0,-2 0 0,-2 0 0</inkml:trace>
  <inkml:trace contextRef="#ctx0" brushRef="#br0" timeOffset="2">24201 8223 15570,'-8'-4'-1049,"1"0"1,4-1 101,-1 2 1,2 1 778,-2-2 0,3 2-503,-3-2 366,3 3 1,6-6 737,2 4 1,3 1-181,2-1 1,4 1-312,3 2 1,3 0 201,1 0 0,0 0-27,-1 0 1,1 0 71,0 0 1,-4 5-91,0 3 1,-4 2-5,4 2 1,-5 3-694,2 0 1,-7 5 246,-2-1 1,-4 3 158,0 1 0,-1 0 69,-2-1 1,-5 1 44,-3 0 1,-3 0 81,-5 0 1,2 0 22,-5 0 0,2-2 433,-2-2-249,-3-2 0,9-1 0,-3 2 0</inkml:trace>
  <inkml:trace contextRef="#ctx0" brushRef="#br0" timeOffset="3">24384 8874 13412,'0'11'-859,"-4"-3"191,0 0 0,0-5 469,4 5-166,0-5 285,0 2 11,0-5 0,5 5 0,2 1 0</inkml:trace>
  <inkml:trace contextRef="#ctx0" brushRef="#br0" timeOffset="4">24669 9411 8681,'6'0'-159,"-1"1"-84,-5 3 264,0-3 20,0 4 0,0-4 2,0 3 1,4-1 18,0 4-88,0 1 0,-4 7 141,0 1 0,1 5-101,3 2 0,-3 2 73,3 10 0,-3-2-12,-1 8 1,-3 6 8,-1 7 1,-5-2-262,1 1 0,-2 0 351,-1 4 0,-1-1-153,1-2 0,-2 0 70,-2-4 1,1-1-164,-5-3 0,5-1 57,-1 1 0,-2-5-153,2-3 0,0-8-6,3-3 0,0 1-197,-4-2 371,4-4 0,-6-3 0,3-7 0,-3-4 0</inkml:trace>
  <inkml:trace contextRef="#ctx0" brushRef="#br0" timeOffset="5">23036 11090 9982,'6'5'-658,"3"-3"-7,-5 6 0,1-6 94,-1 2 156,-3 3 378,9-1 0,-7 4 45,4-2 1,-4 2 16,1-3 0,1 0-86,-1 0 1,4 1-32,0 3 1,-2 1 139,2-1 1,0 1-190,3-1 0,1 1 24,-1-1 117,0 0 0,1 1 0,-1-1 0</inkml:trace>
  <inkml:trace contextRef="#ctx0" brushRef="#br1" timeOffset="6">23082 11090 8521,'7'0'-1118,"1"0"0,-4 0 1127,3 0 1,-3-2 24,4-1 1,-1 0 9,5-5 0,-1 5-32,1-5 0,0 4-3,3-3 0,-2 3-10,2-4 0,2 4-9,-2-3 1,0 4-85,-3-1 0,3-1 100,0 2 0,0-1-45,-3 4 0,-5 0 25,1 0-3,0 0 24,3 0 1,-5 5 1,-2 2 0,-1 4 84,1 0 0,-3 0-83,3 1 0,-3 1-4,-1 2 0,0-1 12,0 5 1,0-5-19,0 1 0,5 3 0,1-1 0</inkml:trace>
  <inkml:trace contextRef="#ctx0" brushRef="#br1" timeOffset="7">23207 11295 8447,'8'0'-1581,"-1"0"1199,-4 0 0,6-1 328,-5-3 0,5 3 101,-2-3 0,3 2 7,2-2 0,-1 2-82,1-1 1,-1 0 27,0-1 0,6 3 0,1-4 0</inkml:trace>
  <inkml:trace contextRef="#ctx0" brushRef="#br1" timeOffset="8">23367 11307 8414,'0'11'-1613,"-1"-1"1216,-3-2 1,3 2 211,-3-2 190,3 2 0,-3 1 46,0 1 0,0-1-53,4 0-3,0 1 1,0-1-12,0 1 0,0-1-2,0 1 0,0-5-21,0 1 1,0-1 37,0 5 0,-4-5-12,1 1 13,-1 0 0,4 3 0,0 0 0</inkml:trace>
  <inkml:trace contextRef="#ctx0" brushRef="#br1" timeOffset="9">23196 11592 7847,'6'0'-1299,"-1"0"1314,0 0 0,2-1 53,4-3 0,-3 3-60,-1-3 0,2-1 20,6 1 0,-1-3-1,5 3 1,0-5-28,4 1 1,0 2-128,0-2 0,0 4 127,0-3 0,-1-1 0,1-3 0</inkml:trace>
  <inkml:trace contextRef="#ctx0" brushRef="#br1" timeOffset="10">23527 10964 8525,'0'-11'0,"1"3"-188,3 0 0,-3 5 219,3-5 0,-1 4-75,0-3 1,0 3 11,5-4 0,-5 4 6,5-3 0,0 4 78,3-1 0,-3-1-216,-1 1 1,1 1 25,3 3 0,1 0 133,-1 0 0,1 0-202,-1 0 1,0 5 117,1 2 0,-6 0 5,-2 0 0,1 1 55,-1 3 0,0 2 6,-4 2 0,-2-2 19,-1 2 0,0 2 18,-5-2 0,2 1 58,-1 0 1,-4-4-67,4 4 0,0-4 25,0 0 1,3-2-14,-4-3-13,6 4-1,-3-5 0,5 2-3,0-1 1,1-4-4,3 0 0,-2-1-3,6-2 0,1 0-6,6 0 0,-2 0 10,2 0 1,2 0-192,-2 0 1,4-4 110,-4 0 0,0-1 81,-3 1 0,-1-2 0,1-5 0</inkml:trace>
  <inkml:trace contextRef="#ctx0" brushRef="#br1" timeOffset="11">23584 11375 8514,'12'-6'0,"-1"-3"-529,0 5 0,1-3 372,-1 3 0,1-5 126,-1 1 0,4-1 79,0 2 1,2-3-169,-2 2 0,2-1 106,2 1 0,2 0 14,-2 4 0,3-5 0,1 3 0</inkml:trace>
  <inkml:trace contextRef="#ctx0" brushRef="#br1" timeOffset="12">23984 10793 8558,'6'-5'-836,"-1"3"1,-5-4 1165,0 2 93,5 3-362,-3-4-41,3 5 1,-5 1 24,0 3 0,0 0-15,0 7 0,0-2-29,0 6 1,0 2 72,0-2 0,1 4-176,3-4 0,-3 4 65,3-3 0,1 0-11,-1-1 1,5-3-7,-2-1 1,3-1-154,2-6 0,0 4 119,4-5 1,-4 1-159,4-4 0,1-1 11,2-3 0,-2 2 235,-2-6 0,3 0 0,0-3 0</inkml:trace>
  <inkml:trace contextRef="#ctx0" brushRef="#br1" timeOffset="13">24052 11067 8557,'22'-12'-1131,"-3"1"0,1 3 915,-5 1 0,6-1 282,-2-3 1,2 1-67,2 2 0,5-2 0,1 3 0</inkml:trace>
  <inkml:trace contextRef="#ctx0" brushRef="#br0" timeOffset="14">24167 11067 10696,'-6'11'-1189,"5"1"0,-5-2 871,2-3 0,3 4 192,-3-4 0,3 0 127,1 0-56,0 1 0,0 3-5,0 1 0,1-5-10,3 1 1,-2-2-82,6 2 0,0 2-81,3-2 1,0-2 142,1 2 0,4-6 89,3 2 0,3-3 0,1-1 0</inkml:trace>
  <inkml:trace contextRef="#ctx0" brushRef="#br1" timeOffset="15">23481 11969 6761,'0'6'-18,"2"-1"664,1-5-664,-1 0 0,8 0 64,-3 0 0,4-5-159,0-2 0,2-3 151,2-2 0,1 1-123,3-1 0,3 1 29,-3 0 0,1 0 79,-1 4 1,3-3-550,-3 2 526,-3 3 0,6-5 0,-4 3 0</inkml:trace>
  <inkml:trace contextRef="#ctx0" brushRef="#br1" timeOffset="16">23573 11912 8396,'0'8'-556,"0"-1"-70,0-4 1,0 3 485,0-2 0,-4-2 576,0 6-368,0 0 1,3 3-4,-3 0 1,3 5-71,-3-1 0,3 0-2,1-3 0,0 3-9,0 0 0,0 4 12,0-4 0,1 1-10,3-5 0,-2 0-7,6 1 1,-4-1-5,3 1 1,1-2-12,4-3 1,-1 2 33,0-5 0,5 0-5,-1-4 1,1 0-54,0 0 1,-3-1-9,7-3 1,-5-1-18,4-3 1,-5-2-359,1 2 443,3-2 0,0-6 0,4-2 0</inkml:trace>
  <inkml:trace contextRef="#ctx0" brushRef="#br1" timeOffset="17">23767 12003 6504,'7'0'152,"1"0"0,-2-1-156,2-3 1,2 2-3,-2-6 1,2 4-139,1-3 0,1 3 98,-1-4 0,-3 4 46,-1-3 0,1-1 0,3-3 0</inkml:trace>
  <inkml:trace contextRef="#ctx0" brushRef="#br1" timeOffset="18">23938 11878 8396,'0'7'-599,"0"1"-716,-5-6 1286,4 9 1,-4-9 93,5 6 1,0-4 123,0 3 1,0-3-22,0 4-237,0-1 0,0 5 106,0-1 0,0 0-105,0 1 0,0-1 9,0 1 1,1-1-365,3 1 423,-3-1 0,9 0 0,-3 1 0</inkml:trace>
  <inkml:trace contextRef="#ctx0" brushRef="#br1" timeOffset="19">24052 11832 8354,'4'18'-906,"0"-3"0,0-1 739,-4 1 0,1-2 233,3 2 0,-3 2 360,3-2 1,-3 5-114,-1-1 0,0-1-394,0 1 0,0-1-62,0 1 1,1 2-77,3-2 1,-2-1 90,1 1 1,2-1-338,-1 1 465,5-3 0,-3 1 0,6 1 0</inkml:trace>
  <inkml:trace contextRef="#ctx0" brushRef="#br1" timeOffset="20">24361 11809 8354,'-12'0'0,"5"4"-1613,-1 0 1209,6 5 1,-9-7 865,4 6-225,2-1 0,-4 5-51,5-1 1,-1-3-153,1 0 0,3-1 2,-3 5 58,3-1-158,1 0 1,1 0 115,3-4 0,-2-2 14,6-5-122,0 0 0,3-5 73,0-2 0,-3-4-79,0 0 1,-5 0 22,5-1 1,-5 1-5,0-1 1,0 5-38,1-1 0,-3 0-384,3-3 464,-3 0 0,-1-1 0,0 1 0</inkml:trace>
  <inkml:trace contextRef="#ctx0" brushRef="#br1" timeOffset="21">24463 11569 8354,'8'4'-2101,"0"0"1724,-6 5 547,8-3 1,-5 6-36,3-1 0,-3 0-70,-5 1 1,4 3 261,0 0 0,1 6-148,-1-2 0,-3 2 19,3 2 1,-3 4-140,-1-1 0,0 6-107,0-1 0,0 0 50,0 0 1,4 0-248,0-4 0,-1 0-146,-3-4 0,4-2-37,0-2 428,5 3 0,-3-10 0,6 5 0</inkml:trace>
  <inkml:trace contextRef="#ctx0" brushRef="#br1" timeOffset="22">24897 11535 8584,'-11'0'-613,"0"0"669,-1-5 213,1 4-382,-1-4 153,1 5-279,0 0 202,-1 0 0,1 1 66,-1 3 1,2 2-1,3 5 1,-4 1-167,4-1 0,-3 2 127,-2 2 1,2 3 22,2 5 0,0 0 71,4 0 0,0-1-64,4 1 0,0-1-14,0-3 0,1 1-16,3-5 0,-1 2-8,4-2 0,1-6-19,3 2 1,4-7-138,1 0 1,-1-3 53,-4-1 0,1 0-163,-1 0 0,1 0-306,-1 0 589,0 0 0,6-5 0,1-1 0</inkml:trace>
  <inkml:trace contextRef="#ctx0" brushRef="#br1" timeOffset="23">24772 11649 8493,'7'-4'-1284,"1"1"1,-4-5 1197,4 4 1,-5-1 85,5 1 0,0-2 0,3-5 0</inkml:trace>
  <inkml:trace contextRef="#ctx0" brushRef="#br1" timeOffset="24">24897 11695 8550,'7'0'-899,"-2"0"1,-4 0 1527,3 0-676,-3-5 151,4 4-220,0-4 0,-2 5 131,5 0 0,-5-4-131,5 0 0,-2-1 43,2 1 0,2 3 61,-2-3 1,2-1-373,1 1 384,1-5 0,-1 3 0,1-6 0</inkml:trace>
  <inkml:trace contextRef="#ctx0" brushRef="#br1" timeOffset="25">25080 11341 7817,'7'0'-1811,"-1"1"1846,-2 3 1,-3-1 153,3 4 1,-3-3-94,-1 4 0,1 0 11,3 8 0,-3-2-77,3 5 0,-3 1-16,-1 7 0,4-3-26,0 2 0,1 0-12,-1 0 1,-3 0-195,3 4 0,1-3 88,-1 3 130,0-4 0,1 7 0,1-4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71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15510 13614 5983,'7'0'-16,"1"0"1,-4 0 14,3 0 0,-3 0-13,4 0 1,-5 0 11,5 0 1,0 0-2,3 0 1,0 0 1,1 0 0,-1 0 1,1 0 1,0-2 74,4-1 1,-4 1-72,4-1 1,0 0 29,-1-1 0,4 3-21,-3-3 1,3 2-18,-4-2 1,5 2 12,-1-1 0,3-2-3,1 1 0,-1-1 3,1 1 1,-2 1-5,1-4 0,-1 4-20,5-1 0,-2-1 19,-1 2 0,0-5-13,0 4 1,4-1 10,-1 1 0,1 3-20,-4-3 1,0 3-6,-1 1 0,-2-4-5,-1 0 1,-2 0 18,2 4 0,3 0 1,-3 0 0,-3 0 10,0 0 1,0 0-15,-1 0 1,2 0 22,-2 0 1,-2 0-19,2 0 1,-6 0 19,-1 0 0,-1 0-5,5 0 1,-5 0 0,1 0 0,-4 4-8,3 0 1,-3 0 0,4-4 0,-5 0-3,5 0 6,-5 0-6,7 5 1,-8-4 7,6 3-4,-6-3 1,5-1-2,-3 0 0,-3 5 19,4-3-9,-5 3 1,4-4-3,0 3 2,-1-3 8,-3 9 0,0-7-15,0 4 1,0-3 59,0 4 0,0-4-32,0 3 0,0 1 4,0 3 1,0 1-25,0-1 1,0 6 0,0 2 0,-3-2-8,-1 2 1,0 2-2,4 5 0,0 0-20,0 4 1,0 1-16,0 3 1,4 1-93,0 4 0,-1 1 83,-3 6 1,2-4-9,1 0 0,-1-2 20,2 2 0,-2 1-4,2-5 1,-3-5-28,3-6 1,1 1 57,-1-2 0,0 1 0,-4-4 0</inkml:trace>
  <inkml:trace contextRef="#ctx0" brushRef="#br0" timeOffset="1">15578 14425 7734,'23'0'0,"0"-2"-96,0-2 0,-1 3 153,1-3 0,1-1-351,3 2 1,2-5 129,5 4 0,6-1 6,2 1 0,3 3 85,5-3 0,1 2-257,2-2 0,5 3 330,-4-3 0,0 2 0,-4 2 0,2 6 0,5 0 0</inkml:trace>
  <inkml:trace contextRef="#ctx0" brushRef="#br0" timeOffset="2">15818 12837 7834,'1'6'-322,"3"-2"1,-3-1-17,3 1 97,-3-3 0,-1 5 157,0-2 81,0-3 2,0 9 0,0-3-7,0 4 1,0 1 37,0-1 0,0-2-9,0 2 0,0-2-48,0 6 1,-1-1 14,-3 2 1,3-4 9,-3 4 0,3-3 7,1 3 0,0-4-3,0 4 0,0-4-8,0 0 0,4-1-4,0 1 0,4-1-21,0 0 1,-2-3 27,2 0 1,3-2 23,5 2 1,0-2 33,-1-2 1,3-3 7,5 3 1,1-7-52,3-1 1,3-4 3,8 0 1,-2-3-46,2-5 0,-1 4-10,1-4 1,-3 4 38,3 0 0,-2-4 0,-2-2 0</inkml:trace>
  <inkml:trace contextRef="#ctx0" brushRef="#br1" timeOffset="3">16549 13477 20326,'-5'6'-3741,"3"-1"2238,-8-5 1836,9 0-171,-4 0 31,5 0-148,5 0 1,-2 0 2,4 0 1,-3 0-109,4 0 1,-1 0 65,5 0 1,-5 0 254,1 0 1,0-4-55,3 0 0,0 1-118,1 3 0,3 0-96,0 0 0,6 0 1,-2 0 0,2-4 95,2 0 0,5 0-55,2 4 1,1-4 34,3 1 1,-2-5 25,6 4 0,1-1-228,-1 1 1,5 3 93,-1-3 0,3 2-62,0-2 0,2 3 149,3-3 0,-1 1-117,8-1 1,-5 2 90,9-6 0,-5 4-306,5-3 0,3 2 256,-32-1 1,0 0-1,32 0-212,-32-1 0,0-1 0,29-2 277,-28 2 0,-1 0 0,29-4-13,-28 6 1,-1 0-1,24-1-21,1-1 1,-7 6-158,4-2 0,-5 2-12,5 2 0,-11 0 56,-1 0 0,-6 6-107,-1 1 1,-1 0-41,0 0 0,-5-4 257,-2 0 0,-3 1 0,-1 1 0,0 3 0,0 0 0</inkml:trace>
  <inkml:trace contextRef="#ctx0" brushRef="#br1" timeOffset="4">16595 14470 21569,'-8'0'-417,"0"0"0,4 0-805,-3 0 1,3 0-149,-4 0 816,6 0 366,-8 0 0,7 0-153,-4 0 28,4 0-416,-2 0 453,5 0 0,5 0 123,3 0 0,2 0 6,1 0 1,1 0 44,-1 0 0,2 0 42,2 0 1,3 0 27,5 0 0,5 4-34,2 0 0,6 0 35,5-4 1,8 0 25,12 0 0,-28-2 1,2 0-201,3 0 1,0 0-1,4-2 1,1-1 220,3 2 0,0-1 1,-3-3-1,1 0-241,2-1 1,0 0 0,-2 1-1,0-1 274,2 2 0,0 1 0,0-1 0,0 0-10,2 0 0,0 1 0,-4 1 1,0 2 13,2-1 1,0 2 0,-4 0 0,1 0-18,0 1 1,1 0-1,0 0 1,0 0-205,2 0 0,-1 0 0,-4 3 0,-1 0 121,-1 0 1,-1 1 0,-3 1-1,1 0-77,-2 1 0,0 0 0,-1-1 1,-1 1-67,0 0 1,1 0-1,25 1-13,-1 1 0,-4-6-1,-3 2 1,-3-3 14,2-1 189,-7 0 0,3-3 0,-6-1 0,-2 1 0,-4 2 0</inkml:trace>
  <inkml:trace contextRef="#ctx0" brushRef="#br1" timeOffset="5">17074 13751 10562,'-7'0'-724,"-1"0"0,4 0 383,-3 0 1,3 0 133,-4 0 1,4 0 149,-3 0 1,3 0 20,-4 0 1,6 0 47,-8 0-17,3 0 3,-4 5 47,-1 1 1,1 6-21,0-1 0,3-3 3,0-1 1,2 1-18,-2 3 1,-1 4-28,6 1 1,-6 0 11,1-1 1,2 2-15,-2 2 1,6 1-24,-2-5 1,3 6-69,1-2 1,0-3 19,0 0 0,0-4 0,0 0 1,5-5-158,2 1 203,3-6 0,6 4 30,-1-6 0,0 0 35,-3 0 0,-1-2 43,0-2 1,5-2 48,-1-5 1,0-1-13,-3 1 0,-1-2-20,0-2 1,1 2 55,-1-2 0,-1-2-71,-2 2 0,1-4-68,-5 4 1,-1-1-46,-3 0 1,-1 2-63,-3-5 0,-2 5-220,-5-1 262,-1-3 1,-4 6 0,-2-5-1</inkml:trace>
  <inkml:trace contextRef="#ctx0" brushRef="#br1" timeOffset="6">17177 13671 14127,'0'6'-4039,"0"0"3398,0-2 1008,-5-2 0,4 4-482,-3-2 560,3-3-95,1 9-409,0-4 0,0 6-93,0-1 0,0 2 176,0 2 0,0-1-15,0 5 1,-4-4-166,0 4 0,0 2 111,4 5 1,0-1-214,0 1 0,-4-2 31,1-1 1,-1 0 203,4 0 1,-4-4 23,0 0 1,0-5 20,4 1 1,0-1-137,0 1 1,0-6 121,0 3 1,-5-4-1,-1 4 1</inkml:trace>
  <inkml:trace contextRef="#ctx0" brushRef="#br1" timeOffset="7">17154 13945 13800,'6'0'-1469,"5"0"1,-9-1 1505,6-3 1,-4 3-144,3-3 1,1-1-92,3 1 1,2-1-37,2 1 0,-2 1 180,2-4 0,3 4 1,0-2-1</inkml:trace>
  <inkml:trace contextRef="#ctx0" brushRef="#br0" timeOffset="8">17554 13796 7858,'-6'8'-981,"2"0"1,-1-5 1060,1 5-53,-5-5 1,4 7-1,-3-3 1,-1 0-4,6 0 0,-5-3 24,4 4-30,-5-1 0,7 4 18,-6-4 5,6 3-22,-3-3-12,5 4 1,1-3 0,3-1 0,-2-4 0,6 1-36,-1-3 1,5 3 36,-1-1 0,1 1-29,-1-4 0,0 0 17,1 0 1,-1-1-1,1-3 0,-1 3 19,1-3-7,-1-2 1,0-1-7,1-4 1,-5 1 1,1 2 0,-5-2-7,0 3 0,2-4-87,-1 0 40,0 0 0,-5-1 45,-3 1 4,-2 4 0,-6-8 0,1 2 0</inkml:trace>
  <inkml:trace contextRef="#ctx0" brushRef="#br1" timeOffset="9">17794 13614 12027,'-7'0'-289,"2"0"478,5 0-142,0 5-360,0 1 1,-4 6 282,1-1 0,-1 4-67,4 0 0,-1 6 44,-3-2 1,1 4-34,-4 3 0,3 2-48,-4 3 0,2 2 15,-2-3 0,-1 3-33,6 1 1,-5 1 190,4-1 0,0-5-192,4-2 0,-3-3 62,-1-1 1,0-2-165,4-2 1,1 0 51,3-7 0,-1 0 121,4-8 0,1 5 0,3-3 0</inkml:trace>
  <inkml:trace contextRef="#ctx0" brushRef="#br0" timeOffset="10">18022 13728 6659,'0'-6'-647,"0"0"659,0 6 0,1-3-18,3-1 0,-1 0 3,4 4 1,-3 0-9,4 0 11,-1 0 0,5-5 0,-1-1 0</inkml:trace>
  <inkml:trace contextRef="#ctx0" brushRef="#br0" timeOffset="11">17976 13762 8491,'-5'12'-1178,"-1"-1"0,-4 0 1234,2 1 0,-1-5 5,6 1 0,-3 0-17,3 3 1,0 1-6,-4-1 1,3 0-10,-4 1 0,6 3-3,-2 0 0,2 0-37,2-3 1,0-1 1,2 1-11,2-1 0,-2-5 39,6-2 0,1-2-87,6-2 0,-2 1 33,2 3 1,1-3-8,-1 3 0,5-3-48,-5-1 1,4 0-104,-4 0 192,0 0 0,2-5 0,0-1 0</inkml:trace>
  <inkml:trace contextRef="#ctx0" brushRef="#br1" timeOffset="12">18388 13625 11188,'-2'6'-3077,"-1"-2"3025,1 3 0,-3-1 37,5 5 0,-1-3 8,-3 0 1,3-1 36,-3 5 0,-1 0 14,1 4 1,0-3-89,4 7 1,-5-5-46,-2 4 1,0 0-36,0 4 0,3 0 33,-4-1 0,2 1-121,-2 0 0,-1 0 103,6 0 1,-2-4 8,1 0 0,2-5-67,-1 1 0,1-2 150,2-2 1,0 1-1,0-1 1</inkml:trace>
  <inkml:trace contextRef="#ctx0" brushRef="#br1" timeOffset="13">17211 12335 11665,'0'6'2487,"0"-1"-1632,0-5-1654,0 5 1298,0-4-146,5 4-1286,2-5 813,4 0 1,1 0 129,-1 0 0,-3 0-303,-1 0 1,1 0 18,3 0 0,-3 0 302,-1 0 0,1 4-529,3 0 1,1 1 11,-1-1 1,1 2 480,-1 6 1,1-1-184,-1 0 1,0 1 1,1-1 1,-1 5 33,1-1 0,-1 5 45,1-1 1,-1 3-27,0 1 1,-3 4 180,0 4 0,-6 2 574,2 1-449,-3 0 0,4 1 1,2-1-1</inkml:trace>
  <inkml:trace contextRef="#ctx0" brushRef="#br1" timeOffset="14">17314 12826 8831,'11'7'-534,"1"1"0,-1-4 339,1 3 1,-1 0 84,1 0 1,-1 3 75,0-2 1,5 1-25,-1-1 0,5-2 59,-1-2 1,1-3 8,0 3 0,1-3-251,-2-1 1,4-5 306,4-3 1,-3-6-42,2-1 0,2-5 82,-1 1 0,0-3 22,-5-1 0,1-3-42,0-1 0,0-5 0,0 3 0</inkml:trace>
  <inkml:trace contextRef="#ctx0" brushRef="#br1" timeOffset="15">16332 11546 15825,'0'7'33,"0"-2"312,0-5-1036,0 5 863,0-4-98,0 4-73,0-5-202,5 0 0,1 0 50,6 0 0,-5-1 12,1-3 1,0 2 99,3-6 0,4 4 120,0-3 1,6-1-142,-2-3 0,2 1-63,2 2 1,0-5 47,0 6 0,0-7 228,0 2 0,-1 5-46,1-5 0,-1 3-145,-3-2 0,2 1-100,-2 2 1,-3 2 69,-5 2 0,0 3-101,-3-3 0,-3 4-238,-1 4 0,-3 2 300,-1 5 1,0 2-1,0 2 1,0-1 136,0 5 0,0 0-99,0 4 0,-4 1 98,1 3 1,-2-3-44,1 3 1,2-2 63,-1 2 0,-4-3 0,1 4 1</inkml:trace>
  <inkml:trace contextRef="#ctx0" brushRef="#br1" timeOffset="16">16617 11798 12123,'0'7'-666,"0"1"1,0-4 807,0 3 1,0-3 210,0 4-315,0-1 0,0 5-21,0-1 1,0-3-14,0 0-20,0-1 28,5 5 0,-3 4 1,3 2-1</inkml:trace>
  <inkml:trace contextRef="#ctx0" brushRef="#br1" timeOffset="17">16503 12038 12851,'8'-2'-555,"-1"-1"0,-3 1 578,4-2 1,-1 3-162,5 1 1,-1-4 159,1 1 0,-1-5 15,1 4 0,9-5 1,3 3-1</inkml:trace>
  <inkml:trace contextRef="#ctx0" brushRef="#br1" timeOffset="18">16960 11501 14974,'0'11'145,"0"-3"-873,0-1 0,0 1 583,0 3 0,0 1 288,0-1 0,0 1-154,0-1 1,0 1 48,0-1 1,0 4-60,0 0 0,1 6 13,3-2 1,-3-1-133,3 1 1,-3 0 56,-1 3 1,0 1 4,0 0 0,0 0-15,0 0 1,0 0-105,0 0 174,0-6 1,0 5-1,0-4 1</inkml:trace>
  <inkml:trace contextRef="#ctx0" brushRef="#br1" timeOffset="19">17006 11832 11963,'0'-8'-67,"0"1"407,0 4-373,0-7 0,1 8 713,3-6-534,2 5 0,6-2-149,-1 5 1,0-5 0,1-1 0</inkml:trace>
  <inkml:trace contextRef="#ctx0" brushRef="#br1" timeOffset="20">16732 12197 18832,'0'12'1945,"0"-4"-2729,0-1 1,0 1 313,0 3 1,0-3 310,0-1 1,0 1 72,0 3 0,0-3-5,0 0 0,0-5-154,0 5-1,5 0 0,-3 2-413,6-3 0,-4-1-499,3-6 491,1 5 0,3-4 172,1 3 1,-1-3 104,1-1 0,-1 0 65,0 0 0,5-1 84,-1-3 1,5-2 306,-1-6 1,3 1 130,1-1 0,-1 1 2,1-1 1,0 1-75,0 0 1,5-1-1,1 1 1</inkml:trace>
  <inkml:trace contextRef="#ctx0" brushRef="#br1" timeOffset="21">17246 11512 18018,'0'-6'-1560,"0"0"1365,0 2 187,0 2-67,0-8 18,0 4 0,3-2 555,1 1-130,5 4-153,-3-7 0,6 9-431,-1-3 1,-3 3 6,-1 1 0,1 0-65,3 0 1,1 0-236,-1 0 255,1 0 0,-1 5-499,1 2 1,-1 0-1,0 0 0,0-3 22,-4 4 1,2-1 363,-5 5 0,0-1 270,-4 1 0,0-1 100,0 0 0,-5 5 170,-3-1 0,-2 5 58,-2-1 1,-3-1 309,0 1 0,-4-1-4,4 1 0,-1 1 28,5-5 1,0 2-95,-1-2 1,1-2-153,-1 2 1,6-2-151,2-2 0,3 1-392,1-1-112,0 0 4,5 1 0,5-2-217,5-2 0,1-3 133,-5-5 0,2 0 83,2 0 1,-2 0-15,2 0 1,-1 0 103,1 0 0,-2 0-80,2 0 1,-2 0 277,-2 0 0,6 0 1,0 0-1</inkml:trace>
  <inkml:trace contextRef="#ctx0" brushRef="#br1" timeOffset="22">17577 11341 11345,'0'11'-190,"0"1"1,0-1-573,0 1 0,0-1 651,0 0 1,1 1 103,3-1 0,-3 6 72,3 2 1,-3 2-5,-1 2 1,0 5 7,0 3 1,1 2-50,3 1 0,-3 5-52,3 3 1,-1-1-19,1 1 0,-3 1-6,3 6 0,-3-3-32,-1 0 0,0-2 116,0-6 1,0 1-35,0-1 0,5-7 0,1 2 0</inkml:trace>
  <inkml:trace contextRef="#ctx0" brushRef="#br1" timeOffset="23">17782 11467 17649,'0'-12'-146,"0"1"1,2 3 335,1 0 0,0 5 116,5-5 0,-1 4-389,5-3 0,0 3-62,3-4 0,-2 2 47,2-2 1,2 2-155,-2 2 1,2 3 195,-2-3 0,-2 1-278,2 0 1,-3 1-14,0-1 0,-1 1-293,1 2 0,-1 4 62,1 0 0,-5 4-54,1-5 1,-4 6 141,3-1 1,-4 3 280,1 5 1,-3-3 257,-1 7 0,-1-5-62,-3 4 0,-3 0 173,-4 4 1,0 3 57,-1 1 1,-1 0 265,-2-5 0,1 5 120,-5 0 0,5 3-183,-1-3 1,-1-1-167,0-3 0,1 0-128,4 0 0,-6-5 0,-1-2 0</inkml:trace>
  <inkml:trace contextRef="#ctx0" brushRef="#br1" timeOffset="24">17976 11821 12673,'4'7'-367,"0"1"1,4-1-788,-5 5 1,6-1 514,-1 1 0,-2-5 384,2 1 1,0-4 119,3 3 0,-3-3 81,-1 4 1,1-1-1,3 5 1</inkml:trace>
  <inkml:trace contextRef="#ctx0" brushRef="#br1" timeOffset="25">18193 11295 17402,'0'8'-65,"0"-1"1,0-3-743,0 4 0,0-4 567,0 3 1,0-3 282,0 4 1,0-1 46,0 5 1,2 0-192,2 4 1,-3 1-55,3 6 0,-2 1 109,2 3 1,-2 2-300,6 5 0,-5 5 89,0-1 0,3 5-125,-3-1 1,5 1 209,-4-1 1,3 1-19,-3-5 1,4 0 30,-4-4 0,1-1-4,-2-2 133,-1-3 0,8-6 0,-4 1 0</inkml:trace>
  <inkml:trace contextRef="#ctx0" brushRef="#br1" timeOffset="26">18319 11729 15612,'4'-11'577,"0"-1"0,1 5 82,-1-1-392,2 1 0,5-1-364,1 0 1,-1 6-302,1-2 1,-1 3-20,0 1 1,1 0 271,-1 0 1,6 0 0,1 0 0</inkml:trace>
  <inkml:trace contextRef="#ctx0" brushRef="#br1" timeOffset="27">18902 11387 10200,'-11'7'672,"4"1"-1410,-3-1 0,5 5 354,-3-1 1,-1-3 376,5 0 1,-3-1 35,3 5 0,-1-1-29,1 0 0,3 1-9,-3-1 1,3 2 50,1 2 0,0-1-108,0 5 0,0-4-10,0 4 1,3 0-34,1 4 0,5 4-10,-1 0 0,1-1 0,-2-3 1,3-4 7,-2 0 1,2-5-8,2 1 0,-1-3 2,0-5 0,5 2 48,-1-5 0,0-1 88,-4-7 1,1 1 76,-1-4 0,5-6 60,-1-6 1,0-3-35,-4-1 1,1 1 22,-1-1 1,-3 0 10,-1 0 0,-4 0 2,1 0 0,-3-1-34,-1-2 1,-1 5-74,-3-1 1,-2 2-147,-6 1 1,1-1-76,-1 5 1,-3 0-142,0 3 0,-5 2 196,1 3 0,-2 1-366,2 6 472,-2 0 0,-2 6 0,-6 0 0</inkml:trace>
  <inkml:trace contextRef="#ctx0" brushRef="#br1" timeOffset="28">19198 11341 14833,'0'11'-389,"0"-3"-457,0 0 1,0-1 601,0 5 0,4 3 140,0 0 0,1 4-40,-1-4 1,1 6 3,3-2 0,1 2-3,-6 2 1,5 0 35,-4 0 1,3 0-125,-3-1 1,1 1 72,-1 0 1,-3 1-26,3 3 190,-3-3 1,4 4 0,2-5 0</inkml:trace>
  <inkml:trace contextRef="#ctx0" brushRef="#br1" timeOffset="29">19336 11604 12089,'11'0'-400,"0"-5"1,6-2 0,1-4 0</inkml:trace>
  <inkml:trace contextRef="#ctx0" brushRef="#br1" timeOffset="30">19690 11295 13535,'-7'-5'-1785,"-3"4"0,8-4 1085,-6 5 432,5 0 222,-7 0 0,8 4 122,-6-1 1,6 6-61,-2-1 0,-1 2-27,1 1 0,-4 5-147,4-1 0,-1 5 177,2-1 0,1-1-88,-2 1 0,3 0-8,1 4 1,0 0-36,0 0 0,0-2-42,0-2 1,1-2 25,3-6 0,-1-4-58,4-4 109,1-1 0,3-4 69,1-1 1,-1-4 70,1-4 1,-2-4 77,-3-1 1,4 0-65,-4 1 1,0 2 32,0-2 1,-3-2-48,4 2 1,-6-4 0,2 4 1,-3-2-50,-1 2 0,0 2-379,0-2 331,0 2 0,-5-3 1,-1-2-1</inkml:trace>
  <inkml:trace contextRef="#ctx0" brushRef="#br1" timeOffset="31">19872 11090 13999,'-1'7'-456,"-3"1"0,3-4 54,-3 3 264,3-4 0,0 7 57,-3-2 1,3-2 114,-3 2 0,2-1-128,2 5 0,0-1-6,0 0 1,0 6-12,0 2 0,2 3-52,2 0 0,-3 6-20,3 3 1,-2 2-14,2 1 0,-3 0-57,3 1 1,-1 0 28,0 3 1,-1-6 75,1 2 1,-1-2 34,-2 2 1,-2 2 10,-1 2 0,0-4-78,-5 0 0,6-1 165,-2-6 1,-1 2 26,1-6 0,-5 2 1,3-7-1</inkml:trace>
  <inkml:trace contextRef="#ctx0" brushRef="#br1" timeOffset="32">20146 11204 13293,'7'-5'-50,"-2"4"1,-4-8 422,3 5 1,-2-1-103,6 1 0,-4 3-209,3-3 0,2-1-317,7 1 0,-4-4 186,4 5 1,-3-5-136,3 4 240,-4 0 0,10-1 0,-4-1 0</inkml:trace>
  <inkml:trace contextRef="#ctx0" brushRef="#br1" timeOffset="33">20146 11238 13491,'0'12'-918,"0"-1"0,0-3 455,0-1 1,-3 1 391,-1 3 0,0 2-34,4 2 0,0-2-44,0 2 0,-4 3 81,0 1 1,1 2-30,3 2 0,0 0-102,0 0 1,0 0 72,0 0 1,0-6-11,0-1 0,0-4-53,0 0 0,1-1 52,3 1 0,-2-6 36,6-2 1,-1 1 24,5-1 1,-1-1 15,1-3 1,-1 0 50,1 0 0,-1-1 45,0-3 0,1-1 42,-1-2 1,1-3-28,-1 2 0,4 2 48,0-2 0,2 0-98,-2-3 63,-2 5 1,8-10 0,-3 4 0</inkml:trace>
  <inkml:trace contextRef="#ctx0" brushRef="#br1" timeOffset="34">20546 10987 8144,'0'11'246,"0"6"-313,0 2 1,0 4 117,0 3 0,0 5-170,0 7 0,0 2 78,0 6 0,0 0-18,0-1 0,0 1-4,0 0 1,0-2-161,0-2 1,0 1 70,0-5 0,0 0 125,0-3 1,0-1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75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17657 14881 6742,'6'5'-819,"-1"-3"680,-5 3 394,0-5-264,-5 0-5,4 0 1,-4-1-29,5-3 41,0 2-10,0-3 894,0 5-833,5 0 40,-4 0-70,9 0 0,-7 0 1,4 0 0,-3 0-2,4 0 1,-4 0-3,3 0 1,-3 0 35,4 0-2,-1 0-84,5 0 1,-1 0 49,0 0 0,-3 0-77,0 0 52,-1 0 2,5 0 0,-1 0 52,1 0-1,-6 0 2,4 0-19,-4 0 1,2 0 75,0 0-81,-6 0 0,5 0 142,-4 0-101,-1 0-72,8 0 43,-4 0-24,5 0 0,1 0-3,-1 0 0,-3 0-4,0 0 1,-1-1-39,5-3 1,-5 3 42,1-3 0,-1 3-34,5 1 1,-1 0 25,1 0 1,-1 0-13,1 0 1,-1 0 8,0 0 0,1 0-2,-1 0 1,1 0 2,-1 0 1,0 0 0,1 0 0,3 0 0,0 0 0,1 0 0,-5 0 0,0 0 0,1 0 0,-1 0 0,1 0 0,0 0 0,4 0 0,-4 0 23,4 0 1,-4 0 2,0 0 1,3 0-23,0 0 1,2 0 2,-2 0 0,-2 0-3,2 0 0,-3 0 6,0 0 0,3 0-20,0 0 1,1 4 8,-5 0 0,0-1-3,1-3 1,-1 0 6,1 0 1,-1 2-3,0 1 1,1-1 12,-1 2 0,1-3 3,-1-1 0,1 0-8,-1 0 0,0 0-2,1 0 1,-1 0 10,1 0 1,-1 0-9,1 0 1,-1 0 1,0 0 1,1 0-8,-1 0 0,1 0-2,-1 0 0,0 0-2,1 0 0,-1 0-3,1 0 1,-1 0-2,1 0 0,-1-4 7,0 0 1,1 0-8,-1 4 16,1 0 1,-1-1 20,1-3-29,-1 3 0,0-4 1,1 5 0,-5 0-6,1 0 0,0 0-1,3 0 1,-3 0-23,-1 0 27,1 0 1,3 0-28,1 0 1,-1 0 18,1 0 1,-5 0-2,1 0 0,-1 0 4,5 0 0,-1 0 1,1 0 1,-1 0 1,4 0 0,1 0 1,-1 0-2,-4 0 1,1 0-1,-1 0 0,4 0-1,1 0 0,0 0-15,-1 0 1,-1 0-3,5 0 0,-4 0 16,4 0 0,-3 0-2,3 0 0,-4 0 0,4 0 1,-1-1 2,1-3 0,-1 3 0,-3-3 0,1 3-5,3 1 1,2 0 11,-6 0 0,4-2-7,-4-2 1,4 3 2,-4-3 0,4 3-4,-3 1 1,-1 0-1,-4 0 1,1 0-1,-1 0 1,4 0-1,1 0 1,-1 0-1,-4 0 1,2 0-1,2 0 1,-2-4-1,2 1 0,2-1 0,-2 4 1,0 0-1,-4 0 1,1-2-1,-1-1 1,5 1-1,-1-1 1,0 1-1,-4 2 1,1 0-1,-1 0 1,4-1-1,1-3 1,0 3-1,-1-3 1,-2 3-1,2 1 1,-1 0-1,2 0 1,-3-4-1,7 0 0,-5 0 0,4 4 1,-5-1-1,1-3 1,1 3-1,0-3 0,0 3 0,-1 1 1,-2 0-20,2 0 1,2 0 17,-2 0 0,2 0-1,-2 0 1,-3 0 1,4 0 0,0 0-1,-1 0 1,2 0-2,-2 0 0,-2 0 0,2 0 0,-1 0 3,1 0 0,-2 0 1,2 0 0,-2 0-10,-2 0 1,2 0 6,2 0 1,-2 4-20,2 0 1,-2-1 12,-2-3 1,4 0-2,1 0 0,3 0 2,-4 0 0,1 0 0,0 0 1,0 0 5,3 0 1,2 0 2,-6 0 1,4 0 15,-4 0 1,4-1-20,-4-3 0,4 3 5,-3-3 0,0 3-2,-1 1 0,-1 0 0,5 0 0,-1 0-3,1 0 1,1 0-3,-4 0 1,4 0 1,-1 0 0,-3-4-1,0 0 0,0 1 0,-1 3 1,4 0 0,-3 0 0,3 0 0,-4 0 1,1 0 20,0 0 1,-2 0 2,5 0 0,-4 0-21,4 0 0,-4 0 2,4 0 0,-4 0-6,4 0 0,-3 0-2,3 0 1,-4 0-30,4 0 1,-4 3 32,4 1 0,-4 0-6,4-4 1,-3 0-1,3 0 0,-4 4 2,4 0 1,-1-1 2,1-3 1,2 0 1,-2 0 1,3 0-3,1 0 0,-4 0 2,0 0 0,0 0 2,4 0 0,0 0-4,-1 0 0,1 0 1,0 0 1,0 0-5,0 0 1,0 0-1,-1 0 1,-2 0-12,-1 0 0,0 2-3,3 2 0,0-3-13,-3 3 0,3-3-5,-3-1 0,1 0 30,-1 0 0,3 0-9,-3 0 1,1 0 27,-1 0 1,1-1-21,-5-3 0,4 3 4,-3-3 1,3 1 8,-4-1 0,1 3 0,0-3 1,0 3 0,3 1 0,-2-1-2,-6-3 1,1 3-159,-1-3 146,5 3 0,-3 1-22,2 0 1,-2 0 18,-1 0 1,3 0-1,0 0 0,0 0 42,-3 0 1,-1-4 7,0 0 0,1 0-1,-1 4 1,1-1 13,-1-3 0,1 3-43,-1-3 1,0 3 11,1 1 1,-1 0-62,1 0 1,-1 0 42,1 0 0,3 0-8,0 0 1,0 0-12,-3 0 0,-1 0-7,0 0 0,2 0 13,2 0 1,-2 0 5,2 0 0,-2 0 8,-2 0 1,2 0-9,2 0 0,-2 0 8,2 0 1,2 0-5,-2 0 0,1 0 0,0 0 0,-2 0-1,5 0 1,-4 0-1,4 0 0,-4 0-1,4 0 1,-4 0 0,4 0 0,-3 0 0,3 0 0,-4 0-1,4 0 1,-4 0 0,4 0 0,-4 0 0,5 0 0,-5 0-1,4 0 1,-5 0 0,1 0 0,-1 0 0,1 0 0,-2 0-32,2 0 0,2 0 28,-2 0 1,0 0-23,-4 0 1,5 0 17,-1 0 1,1-2 10,0-1 0,-4 1-4,4-1 1,0 1 0,-1 2 1,2 0-8,-2 0 1,-1 0 2,5 0 0,-5 0-21,1 0 0,-1-1-1,1-3 0,-1 3-21,5-3 0,-5 3 35,2 1 0,0 0 18,-1 0 0,2-4-9,-2 0 1,-2 0 2,2 4 0,1 0-13,0 0 1,0 0 3,-1 0 1,-2 0 11,2 0 1,-2 0 1,-2 0 0,1 0-105,-1 0 91,1 0 1,-1 0 5,0 0 0,-3 0-1,0 0 0,-4 0 0,3 0-9,-4 0 7,7 0 0,-9 2-17,3 2 0,-2-3-21,2 3-32,-2-3 1,3 0 41,-5 3-163,5-3 129,-4 4-229,4-5 297,-5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755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6281 11969 8668,'2'11'-163,"0"1"0,2-1-810,-1 1 1,-2-5 710,-1 1 1,4 0 259,0 3 1,-1 0 2,-3 1 1,0-1 0,0 1 1,2 0-3,1 4 1,-1-4 2,1 4 1,-1-8-4,-2 0 1,0 5 0,0 4 0</inkml:trace>
  <inkml:trace contextRef="#ctx0" brushRef="#br1" timeOffset="1">6236 13739 5885,'6'0'-15,"-1"0"211,-5 0-225,5 0 9,-3 0 0,3-5-2,-5-2 0,3 0 13,1 0 1,1-5-38,-1-3 0,2-4 33,6 4 1,-4-6-18,-1 2 30,1-2 0,8-7 0,2-1 0</inkml:trace>
  <inkml:trace contextRef="#ctx0" brushRef="#br1" timeOffset="2">6476 12746 8500,'0'11'-683,"0"2"-85,0 2 1,0-1 511,0 5 0,0 0 256,0 4 0,0 0 0,0 0 0,-2-1 0,-1 1 0,0-1 0,-5-3 0,6 2 0,-8-3 0,3 5 0</inkml:trace>
  <inkml:trace contextRef="#ctx0" brushRef="#br1" timeOffset="3">6498 12917 8500,'8'0'-655,"0"0"-801,-6 0 973,8 0 492,-8 0-20,3 0 0,0 0 1,-3-1-14,6-3 33,-5 3-16,7-4 0,-8 5 6,6 0 1,-4 0-8,3 0 8,-4 0 0,12-6 0,-2 0 0</inkml:trace>
  <inkml:trace contextRef="#ctx0" brushRef="#br1" timeOffset="4">6761 12540 6023,'-6'1'-20,"2"3"24,3-3 1,1 10-18,0-4 0,0 0-4,0 0 0,0 5-5,0 3 0,0 4 10,0-4 0,0 5-5,0-1 0,0 7-9,0 0 1,0 2 14,0-1 0,0-3 2,0 3 0,-4 1 8,0-2 1,-3 1 6,3-4-6,-5-5 0,2 3 0,-4-3 0</inkml:trace>
  <inkml:trace contextRef="#ctx0" brushRef="#br0" timeOffset="5">6476 13123 10344,'11'0'-1389,"0"-6"1,-3 4 963,0-6 0,-4 6 283,3-2 0,-3-1 91,4 1 1,-5-1 14,5 1-13,0 3 1,3-5 29,0 2 1,5 3-87,-1-3 0,0 2 83,-3 2 1,3-1 5,0-3 1,4 3-18,-4-3 1,4 3 18,-3 1 0,0 0 14,-1 0 0,-2-5 0,3-1 0</inkml:trace>
  <inkml:trace contextRef="#ctx0" brushRef="#br0" timeOffset="6">6955 12529 9820,'4'11'-209,"0"1"0,0-1-705,-4 0 1,0 1 491,0-1 0,0 2 250,0 2 1,0-2 144,0 2 1,0 2-22,0-2 0,0 5 39,0-1 1,0 3-60,0 1 1,0-1 27,0 1 0,0 4 48,0 0 0,4 4-49,-1 0 1,2-2 43,-1 1 1,-3 1-184,3 3 180,-2 0 0,3 1 0,1-1 0</inkml:trace>
  <inkml:trace contextRef="#ctx0" brushRef="#br1" timeOffset="7">7218 12586 6714,'-8'6'-611,"1"-2"746,4-3-3,-2-1-238,5 0 193,-5 0-217,4 0 182,-4 0-143,5 0 67,5 0 6,-4 0 3,4 0 12,0 0 3,2 0 0,4-5 0,0 4 0,1-3 0,-2 2 0,-2-2 0,2 2 0,-3-1 0,4 1 0,0 2 0,2-3 2,2-1 1,-1 0 0,5 4 0,-5 0-3,1 0 1,3 0 0,1 0 0,-3 1-5,0 3 1,-4-3 3,0 3 1,3 1-28,0-1 1,-3 0 24,-5-4-2,1 5 12,3-4 1,1 4 3,-6-5-13,-1 0 10,-5 0 1,0 5-6,0 3 0,0 2-5,0 1 1,-1 5-68,-3-1 1,1 5 67,-4-1 0,-1 8 0,-3 2 0</inkml:trace>
  <inkml:trace contextRef="#ctx0" brushRef="#br1" timeOffset="8">7298 12894 8298,'6'-5'-1958,"-1"4"1768,-5-4 171,0 5 3,0 5 0,0-3 10,0 6 0,0 0-5,0 3 0,0 0 34,0 1 0,0-1-13,0 1 0,0 3-5,0 0 1,0 5-3,0-1 0,0 3-173,0 1 170,0 0 0,0 5 0,0 1 0</inkml:trace>
  <inkml:trace contextRef="#ctx0" brushRef="#br1" timeOffset="9">7458 12814 8161,'0'7'-630,"-5"3"0,3-4 416,-1 5 1,1 5 173,2-1 0,0 5-129,0-1 169,0 3 0,-5 6 0,-1 1 0</inkml:trace>
  <inkml:trace contextRef="#ctx0" brushRef="#br1" timeOffset="10">7161 13180 6396,'11'0'-64,"1"0"95,-1 0 0,2 0-73,2 0 0,3-5 46,5-3 1,3 2-13,1-2 0,5 5-11,-2 0 0,3-2-7,1 1 1,1 0 17,-1 4 0,0-1 2,0-3 1,-1 3-5,-2-3 1,-3 3 6,-5 1 0,0 0-66,-1 0 0,-3 0 54,0 0 15,-5 0 0,3 5 0,-6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76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4408 7915 5824,'7'0'-12,"-2"5"9,-5-4 0,0 4-10,0-5 13,0 5 0,0-4 0,0 5 313,0-6-290,0 5-24,0-4-11,0 4 103,0-5-77,0 5 80,0-4-75,0 4 0,0-3 21,0 1-8,0-1-1,0 3-51,0 0 1,0-3 46,0 6-20,0-5 0,0 3 12,0-2-54,0-3 40,0 4-3,0 0-8,0-4 2,0 10 0,0-9-9,0 6 14,0-6-5,0 8 0,0-7 2,0 5 13,0-6-10,-5 8 1,4-3 12,-3 4 0,2-3-12,2-1 0,0-3 4,0 4 48,0-1-41,0 5-17,0-1 1,-1-1 16,-3-2-11,3 2-2,-4-4-1,5 6 1,0-1 10,0 1 1,0-5-1,0 1 1,0-4-7,0 3 0,0-3 2,0 4 0,0-5 25,0 5 1,0-4-16,0 4 20,0-1 0,0 5 0,0-1 1,0 0-15,0 1 1,0-1 0,0 1 1,0-5-19,0 1 1,0-4 30,0 3-81,-5-4 56,4 7 1,-4-7-53,5 4 43,0-4 1,0 3-4,0-2 17,0-3 0,0 5 18,0-2 8,0-2 1,0 4-19,0-2 61,0-3-48,0 9-35,0-4 0,0 6-2,0-1 0,0-3-5,0 0 1,0-5 9,0 5-7,0 0 1,-2 3 22,-1 0 1,1-3-13,-2 0 52,3-1 0,1 5-49,0-1 0,-1-3 3,-3-1 1,3 1-14,-3 3 1,3 1-3,1-1 1,0 1 6,0-1 1,-1 0-6,-3 1 1,2-1-28,-1 1 0,1-1 24,2 1 1,0-5-14,0 1 12,0-1 0,-1 5 27,-3-1 0,3-3-23,-3-1 1,3-4-2,1 7-2,0-4 0,0 6 1,0-1 3,0 1 0,0-5-16,0 1 11,0 0 1,0 3-1,0 0 0,0 1 2,0-1 0,0 1 0,0-1 0,-4 1 0,0-1 0,1 0 0,3 1 0,0-5 0,0 1 0,0 0 0,0 3 0,0 0 0,0 1 0,0-4 0,0-1 0,0 1 0,0 3 0,0 1 0,0-1 0,0 0 0,0 1 1,0-1 10,0 1 1,-4-1-11,0 1 0,0-1 0,4 0 0,0 1 1,0-1 0,0 1-4,0-1 1,0 4-3,0 1 1,0-1-1,0-4 0,-1 1 3,-3-1 0,3 0-1,-3 1 0,3-1 0,1 1 1,0-1-1,0 1 0,0-1 3,0 0 1,0 1-4,0-1 1,-4 1 3,0-1 0,0 0-2,4 1 0,0-1 1,0 1 0,0-5-1,0 1 1,0 0-1,0 3 0,0-3 0,0-1 0,0-3 0,0 4 0,0-6 5,0 8 0,0-3 7,0 4-6,0 1 1,0-1-5,0 0 1,0-3-2,0 0 1,0-1 0,0 5 1,0-5 0,0 1 1,0-1-5,0 5 3,0-1 1,0 1 6,0-1 1,0 1-11,0-1 1,0-3 0,0-1 0,0 1 0,0 3 0,0 1-1,0-1 0,0-3 16,0-1 0,-4 1-11,1 3 25,-1 1 0,4-1-23,0 1 0,0-5 3,0 1 1,0-1 7,0 5 0,0-4 2,0-1 0,0 1-15,0 3 0,-4 1-3,0-1 0,0 0-14,4 1 0,0 1 19,0 2 0,0-3-11,0 4 0,0-2 3,0 1 0,-1-2-3,-3 2 1,3-3 18,-3 0 0,3-1 2,1 1 1,0-1-12,0 1 0,0-5 2,0 1 0,-4-1-15,0 5 14,1-1 1,3 1-3,0-1 1,0 1-6,0-1 1,0 0-3,0 1 1,0-1-1,0 1 0,0-1-2,0 0 0,0 1 4,0-1 0,0 1 0,0-1 0,0 1 1,0-1 0,0 0-1,0 1 1,0-1 0,0 1 0,0-1 0,0 1 0,0-5 0,0 1 0,0-1 0,0 5 0,0-5 3,0 1 1,0 0 0,0 3 0,-4 0 1,0 1 1,0-1-3,4 1 1,0-1 16,0 1 0,0-1-18,0 0 1,-1 1 0,-3-1 1,3 1-3,-3-1 0,3 1-1,1-1 1,0 0-2,0 1 0,0-1-1,0 1 0,-2-1 11,-1 0 0,1 1-7,-1-1 1,1 1-8,2-1 1,0 1 5,0-1 0,0 0-2,0 1 1,0-1 0,0 1 0,0-1-1,0 1 0,0-1 19,0 0 1,0 1-18,0-1 1,0 1 29,0-1 1,0 0-27,0 1 1,-1-1-2,-3 1 0,3-1 1,-3 1 1,3-1-2,1 0 1,0 1-6,0-1 1,0 1-3,0-1 0,0 1-11,0-1 0,0 0-5,0 1 1,0-1-19,0 1 0,0-1 31,0 0 0,0-3 7,0 0 0,1-1-10,3 5 1,-3 3 7,3 0 0,-3 0 1,-1-3 0,0 1 2,0 2 0,2-3 1,1 4 0,-1 0 2,1-1 1,-1 1-2,-2-5 1,0 0-4,0 1 0,0-1-1,0 1 0,0-1-1,0 1 1,0 3 1,0 0 1,0 0-2,0-3 0,0-1-1,0 0 1,0 1 0,0-1 0,0 1-1,0-1 1,0 1-1,0-1 1,0 0 0,0 1 0,0-1-1,0 1 0,-4-1 1,0 1 0,0 3-1,4 0 1,0 0-1,0-3 1,0-1 0,0 0-1,0 1 1,0-1 0,0 1 19,0-1 1,0 1-19,0-1 0,0-3 30,0-1 0,4-3-19,0 4 0,0-5 0,-4 5 1,0-4-7,0 4 0,0-1 0,0 5 1,0-5-3,0 1 0,0-1-3,0 5 1,0-1-15,0 1 1,0-1 16,0 0 0,0 1-13,0-1 1,0 1 14,0-1 1,0 4-1,0 1 1,0-1-1,0-4 0,0 2 1,0 2 0,0-1-7,0 5 0,0-5 2,0 1 1,0 2-8,0-2 0,0 4 8,0-4 0,0 2-9,0-2 0,0-1 7,0 5 0,0-5-38,0 1 0,0 2 33,0-2 1,0 1-2,0 0 0,0-4 4,0 4 0,0-4 0,0 0 0,0 0 27,0 4 1,0-4-29,0 4 0,0-4 20,0 0 1,0-1-9,0 1 0,-2 3 2,-1 0 1,1 0-10,-1-3 1,1 0 1,2 4 0,0-2-6,0 5 0,0-5-2,0 1 0,-1 1-6,-3-1 0,3 4 9,-3-3 1,3-1 22,1-4 0,0 5-24,0-1 1,-4 0 0,0-4 0,0 1 2,4-1 0,0 1 0,0-1 0,0 1-3,0-1 1,0-3-3,0-1 1,0 1-114,0 3 110,0 1 0,0-1-20,0 1 1,0-1-4,0 0 13,0 1 1,0-1-9,0 1 0,4-1-2,0 0 0,0 1 13,-4-1 0,0 1-1,0-1 1,0 2-22,0 2 0,0-2 18,0 2 1,0 1 32,0 0 0,0 4-15,0-1 1,0 1 4,0-1 0,0 3-9,0-3 1,0 3 5,0 0 0,0-3 3,0 0 0,0-1 3,0 1 1,0 3-4,0-3 1,0-1-6,0 1 0,-1-5-1,-3 1 0,3 1-1,-3 0 1,2 0 0,2-1 0,0-2 0,0 2 0,0 2 0,0-2 0,0 0-3,0-3 1,0 0-1,0 4 1,0-4 2,0 3 0,0-2-1,0-1 0,0-5 1,0 1 1,0-1-1,0 5 1,0-5-1,0 1 12,0-5 0,0 7 1,0-3 0,0 0-10,0 0 1,2-3 1,2 4 1,-3-1-8,3 5 0,-3-5 12,-1 1 89,0 0 1,0 3-30,0 0 1,0-3 10,0 0 0,0-5-43,0 5 5,0 0-42,0 3 43,0 1 1,0-1-97,0 0 1,0-3 71,0 0 1,0-5-116,0 5 84,0 0 1,0 3-19,0 1 25,0-1 1,0 0 1,0 1 1,0-1 1,0 1 0,0-1 0,0 0 0,0 1 0,0-1 0,0 1 0,0-1 0,0-3 0,0-1 0,0 1 0,0 3 0,0 1 0,0-1 0,1-3-2,3-1 0,-3 1-1,3 4 1,-3-5 2,-1 1 0,0-1 0,0 5-1,0-1 0,0 1 1,0-1 2,0 0-2,0 1 0,0-1 0,0 1 1,2-5-1,1 1 0,-1 0 1,3 3-1,-5 0 0,0 1 0,0-1 0,0-3 7,0-1-7,0 1 0,0 3 31,0 1-22,0-1 1,0 1 1,0-1 0,0-3 5,0-1-7,0 1 0,0 3-9,0 1 1,0-5-1,0 1 0,0 0-2,0 3 1,0-3 5,0-1 0,0 1-13,0 3 0,0-3 4,0 0 2,0-1 1,0 5 15,0-1 0,0 0 1,0 1 0,0-4 30,0-1 0,0 1-37,0 3 0,0 1 28,0-1 1,0-3-22,0-1 1,0 1 2,0 3 0,0-3-17,0 0 1,0-5-1,0 5 0,-2-2-2,-1 2 0,1 2-14,-1-2-15,1-3 0,2 5 34,0-3-83,0-1 1,0 0 60,0-2-304,0-3 68,0 4-155,0-5 132,5 0 19,-3 0 101,3 0 0,-4 0-115,3 0-90,-3 0 363,9 0 0,-3-5 0,4-1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76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22887 7378 6409,'0'-6'178,"0"0"123,0 6-249,0-5-4,0 4 38,5-4-7,-3 5-39,3 0 0,-4 0 16,3 0 30,-3 0-58,9 0 0,-7 0 3,4 0 1,-3-1 44,4-3-9,-6 3-13,9-4-2,-5 5-39,5 0 16,1 0 0,-1 0-61,1 0 1,-5 0 52,1 0 1,-4 0-61,3 0 1,-3 0 45,4 0-10,-1 0 1,5 0 31,-1 0 0,-3 0 3,-1 0 0,-3 0 35,4 0 1,-4 0-51,3 0 1,-3 0 74,4 0-64,-1 0 0,1 0 58,-1 0-8,1 0-2,4 0-61,-1 0 1,0 0-3,1 0 1,-5 0-9,1 0 0,-4 0-1,3 0 3,1 0 28,3 0-6,1 0 1,-1 0 1,1 0 1,-5 0 2,1 0 1,-4 0-4,3 0 0,-3 0 3,4 0 0,-4 0-51,3 0 1,-3 0 43,4 0 1,-5 0-25,5 0 35,-5 0-24,7 0 16,-4 0-15,6 0 0,-5 0 26,1 0 0,-4 0 2,3 0 0,-3 0 5,4 0 1,-5 0 11,5 0 12,-5 0-53,7 0-6,-4 0 1,2 0-20,-1 0-8,-4 0 48,7 0-5,-4 0 31,1 0 0,-1 0-29,-2 0 0,-3 0 0,5 0 15,-2 0-12,-3 0 1,6 0-2,-3 0-23,-3 0 1,5 0 19,-2 0-23,-3 0 1,6 0 18,-4 0-9,-1 0-23,3 0 1,-4 0 30,3 0-158,-3 0 0,6 0-30,-4 0 67,-1 0 1,4 0-80,-2 0-212,-3 0-232,9 0 360,-9 0 1,6 0-203,-3 0 317,-3 0 1,4-2-58,-5-1 24,0 1 38,0-3-35,0 5 1,0 0 0</inkml:trace>
  <inkml:trace contextRef="#ctx0" brushRef="#br0" timeOffset="1">23664 7070 8507,'-6'0'-2082,"1"0"2339,5 0-193,-5 0-1,3 5-130,-3-4 105,5 9 1,0-7-72,0 4 1,0-3 90,0 4 0,0-1-5,0 5 0,1-1-25,3 0 0,-2 1 1,1-1 0,-1 5 7,-2-1 1,0 5 11,0-1 0,0-1 7,0 1 0,0 0-16,0 4 1,0 2 65,0-2 1,0 4-56,0-5 0,0 1-97,0 4 0,0-7 35,0-1 0,0-1 0,0 1 0,3-2-74,1-6 1,0 0-366,-4 1 451,0-6 0,0-1 0,0-5 0</inkml:trace>
  <inkml:trace contextRef="#ctx0" brushRef="#br0" timeOffset="2">22202 6544 6299,'-6'0'-20,"1"0"84,0 0-98,-2 0 1,0 0 42,-1 0 0,4 0-9,-3 0 0,3 0-19,-4 0 0,4 0-6,-3 0 1,3 1-2,-4 3 1,2-1-5,-2 4 1,-2-3 11,3 4 1,-3-1 6,-2 5 0,1-1 18,-1 1 1,1-1 5,-1 1 1,2 0 1,3 3 1,-3-2 29,2 2 0,3 2 11,1-2 0,3 0-33,1-3-12,0-1 0,1 1-122,3-1 1,2-5 124,6-2-14,-1-3 0,6-1 0,0 0 0</inkml:trace>
  <inkml:trace contextRef="#ctx0" brushRef="#br0" timeOffset="3">22408 6647 8385,'-7'0'-1581,"1"0"936,2 0 679,3 0 58,-9 0 12,9 0-68,-10 0 0,9 0 32,-6 0 24,6 0-49,-8 0 1,7 0-125,-5 0 40,6 5-22,-8-4 35,3 9-3,-4-3 1,1 4 13,2 1 1,2-5-3,2 1 1,3-1 118,-3 5 1,1-2-103,0-2 0,1 2 188,-1-3-147,1 4 13,2 0-35,5 0 1,-2-4 3,4-3 0,1-3-28,4-1 1,-4 0-14,4 0 0,-3-1-54,6-3 0,-2-3 71,-2-4 0,-3 0-37,-1-1 1,1 1 17,3-1 0,-1 1-3,-2-1 1,2 1 16,-2 0 0,-3-1-13,-1 1 56,2-1-55,-5 1 57,9 5-40,-8 1 44,3 5 1,-5 1-15,0 3 0,0-2 5,0 6 0,0-1-25,0 5 0,0-1 3,0 1 1,0-1-201,0 0 1,0 1 39,0-1 150,0 1 0,5-1 0,1 1 0</inkml:trace>
  <inkml:trace contextRef="#ctx0" brushRef="#br0" timeOffset="4">22568 6647 8385,'6'0'-896,"-1"5"0,-4-4 759,3 3 1,-3-1 352,3 0-319,-3-1 0,-1 4 195,0-2-51,0-3 31,0 9-41,0-3 1,-1 4 15,-3 0 1,3-3-3,-3 0 0,3-1 11,1 5 0,-1 0-15,-3 4 1,3-4 70,-3 4 0,3 0-62,1-1 0,0 4-40,0-3 1,0 4 25,0-1 1,0 1-8,0-1 1,0 2-35,0-6 0,0 1-24,0-1-6,0-2 69,0 4-125,0-6 102,0-5 2,0 0 1,0-15-151,0-3 1,0-3 51,0 0 1,0 2-13,0-2 1,0-2-35,0 2 0,0-5 78,0 1 0,0-3-178,0-1 0,0 1 231,0-1 0,0 0 0,0 0 0,0 0-7,0 0 0,0 2-37,0 2 1,0-2 78,0 6 1,3 0 87,1 4 0,1-1-28,-1 1 1,1 3-72,3 0 0,2 5 7,-2-5 0,-2 5 1,2 0 0,-1 1-7,5 2 0,-1 0-9,0 0 1,-3 0-15,0 0 5,-1 5 1,3 2 2,-2 4 1,1 1 21,-5-1 1,0 1-13,-4-1 1,-2 0-21,-2 1 1,-1 0 17,-2 4 1,-7-4-135,2 4 0,-2-4 45,3 0 1,-4-1 70,0 1 0,-6-1 0,3 0 0</inkml:trace>
  <inkml:trace contextRef="#ctx0" brushRef="#br0" timeOffset="5">22933 6590 6185,'0'-7'-146,"-5"2"156,4 5-5,-4 0 1,3 0 43,-1 0 0,1 2 6,-1 1 1,0-1 67,-1 2-100,3 2 0,-8 0 5,5 6 0,-3-5 1,3 1 1,-1 0-2,1 3 0,1 4-1,-4 0 0,3 1-9,-4-5 1,6 0-18,-2 1 0,3-1-4,1 1 1,0-1 36,0 1-10,0-6 0,1-1-18,3-5 1,-2 0 1,6 0 1,-4-4-4,3 0 1,0-5-2,0 2 1,3-3-19,-2-2 0,-2 1 24,2-1 1,-4 1-138,3 0 1,-3-5 75,4 1 0,-4-1-29,3 0 1,-4 4 65,1-3 1,1 2-5,-1 1 1,-1 5 83,-3-1 41,0 6 96,0-3 1,0 6-117,0 3 0,0 3 6,0 8 0,0-2-15,0 2 1,0 2-178,0-2 1,2 0 69,1-3 1,-1-1-187,2 1 1,1-1 20,-2 0 194,6 1 0,-2-1 0,4 1 0</inkml:trace>
  <inkml:trace contextRef="#ctx0" brushRef="#br0" timeOffset="6">23230 6521 8387,'0'-7'-2448,"0"-1"2562,0 0 1,-1 2 36,-3 2-110,3-2 22,-9 5 0,3-3 1,-4 8 1,-1 2-66,1 5 1,3 1 47,1-1 1,-1 1-51,-3-1 1,1 2 50,2 2 0,-2-2 10,2 2 1,2 1-1,-2 0 0,6-1 6,-2-4 0,3 1-37,1-1 0,0 1 5,0-1 1,0-3-68,0-1 0,1 0 76,3 0 0,2-2-134,5-5 1,1 0 117,-1 0 0,1 0-244,-1 0 0,1-1-1,-1-3 0,0-1 220,1-2 0,-1-9 0,1 4 0</inkml:trace>
  <inkml:trace contextRef="#ctx0" brushRef="#br0" timeOffset="7">23321 6304 8387,'0'-11'-2318,"0"-1"2303,0 1 1,4 3 43,0 1 1,1 3-33,-1-4 3,-3 6 0,6-7-65,-4 5 1,0 0 64,4 4 0,-4-5 0,2-1 0</inkml:trace>
  <inkml:trace contextRef="#ctx0" brushRef="#br0" timeOffset="8">23379 6533 8387,'-2'11'-242,"-2"1"1,3 3-302,-3 0 1,3 2 219,1-2 0,0-1 129,0 5 0,0-5 194,0 1 0,5-2 0,2 3 0,4 2 0</inkml:trace>
  <inkml:trace contextRef="#ctx0" brushRef="#br0" timeOffset="9">23561 6259 8477,'0'11'0,"0"-3"-553,0-1 1,0 5 435,0 3 1,-1 0 146,-3-3 0,3 3 40,-3 0-1,3 5-208,1-1 0,0-1 160,0 1 0,0-4-5,0 4 1,1-1-106,3 1 1,-3 2 88,3-6 0,-3 1-147,-1-1 0,4-2 16,0 2 1,0-2-335,-4-1 465,0-1 0,0 0 0,0 1 0</inkml:trace>
  <inkml:trace contextRef="#ctx0" brushRef="#br0" timeOffset="10">23436 6441 8477,'6'0'-886,"-1"0"455,0 0 397,1 0 0,6 0-122,-1 0 0,1-3 107,-1-1 0,2 0 97,2 4 1,-1 0-49,5 0 0,0 0 0,4 0 0</inkml:trace>
  <inkml:trace contextRef="#ctx0" brushRef="#br0" timeOffset="11">23744 6510 8452,'-5'6'-2046,"4"1"2129,-3-4 1,3 0 79,1 5 25,0-6-122,0 8 0,1-3 3,3 4 0,-2-3-132,6-1 1,-4 0 116,3 0 0,1 3-150,3-2 1,1 1 10,-1-2 1,1 4-391,-1-4 475,0 3 0,1-3 0,-1-2 0</inkml:trace>
  <inkml:trace contextRef="#ctx0" brushRef="#br0" timeOffset="12">23961 6556 8452,'0'17'-610,"-4"0"-77,0-6 1,-5 4 619,2 1 1,-2 4 525,1-1 0,-2 0-308,3 4 1,-7-3-95,-2 7 1,1-3-176,4-1 0,-1 3 144,1 1 0,0 0-214,-1-4 0,4-4 28,1 0 0,4-4 25,0 4 1,-3-5 134,3 1 0,-6 3 0,2 0 0</inkml:trace>
  <inkml:trace contextRef="#ctx0" brushRef="#br0" timeOffset="13">23013 9719 8501,'6'0'-2575,"-1"0"3128,-5 0-541,6 0 99,-5 0-281,4 0 351,-5 0-49,-5 0-30,4 0 11,-5 0-1,6 0-103,6 0 0,-4 0 3,6 0 0,-5 0 1,5 0 0,-4 0-4,4 0 1,-5 0 20,5 0 1,0 0 10,3 0 1,-3 0 3,-1 0 1,1 0-11,3 0 1,1 0 2,-1 0 1,4 0-20,1 0 1,-1-1 5,-4-3 0,4 3-54,1-3 1,3 3 52,-4 1 0,0 0-18,-3 0 0,3 0 28,0 0 1,0 0-2,-3 0 1,-1-2-2,1-1 0,3 1 38,0-1-51,0 1 0,-3 2 7,-1 0 1,0 0-48,1 0 0,-5-3 43,1-1 1,-4 0-89,4 4 87,-1 0-40,5 0 15,-1 0 0,0 0-2,1 0 0,-5 0 8,1 0 0,-4 0 6,3 0 17,1 0-16,4 0-18,-1 0 1,0 0-99,1 0-12,-6 0 16,4 0-19,-3 0 35,-1 0 0,0 0-382,-2 0 52,-3 0 213,4 0 204,-5 0 0,0 0 0</inkml:trace>
  <inkml:trace contextRef="#ctx0" brushRef="#br0" timeOffset="14">23710 9479 7380,'0'12'247,"0"-1"-193,0 1 1,0 3-22,0 0 0,0 2-17,0-2 1,0-1-156,0 5 1,0 0 120,0 4 0,0 5-177,0 2 1,0-1 66,0 2 128,0-1 0,0 4 0,0 1 0</inkml:trace>
  <inkml:trace contextRef="#ctx0" brushRef="#br0" timeOffset="15">22156 9982 6341,'-1'6'32,"-3"-2"-1,3-3-14,-4-1 0,4 2 7,-3 1 46,3-1 1,-6 4-36,4-2 27,1-3-54,-8 9 1,8-3-2,-6 4 0,4-1-9,-3-2 1,4 6-8,-1-3 0,-1 3 11,1-3 0,-1 1-10,1-1 1,3-2 51,-3 3 1,3-7-41,1 6 1,0-6-6,0 3 1,0-1 1,4 1-1,0 0 0,5-6 0,-2 2 0,3-1-3,2 0 1,-1-1 2,1 1 1,-1-1-6,0-2 1,5 0 76,-1 0 1,0 1-68,-3 3 1,-1-3-4,0 3 0,1 1 67,-1-1 1,-1 5 5,-2-2 1,1 0 32,-5 0 1,0 1 13,-4 3 1,-6-3-84,-1-1 0,-5 1 11,-3 3 0,1 2-70,-5 2 0,0-6 79,-4 3 0,4-3-231,0 2 0,1 0-70,-1 1 1,2-2-473,1-2 502,4-3 212,-5-5 0,6 0 0,-1 0 0</inkml:trace>
  <inkml:trace contextRef="#ctx0" brushRef="#br0" timeOffset="16">22373 10016 8091,'-6'0'-687,"0"0"329,2 0 231,3 0 300,-4 0-161,5 0 35,0-5-126,0 4 1,5-8 15,2 5 0,0 0-224,0 4 0,-3 0 287,4 0 0,-1 0 0,5 0 0</inkml:trace>
  <inkml:trace contextRef="#ctx0" brushRef="#br0" timeOffset="17">22442 10187 8411,'0'17'-1856,"0"-4"1778,0 2 1,0-2 148,0-2 1,0 0 28,0 1 0,0-1-40,0 1 1,0 0-187,0 4 0,0-4 60,0 3 66,0-7 0,-5 7 0,-1-2 0</inkml:trace>
  <inkml:trace contextRef="#ctx0" brushRef="#br0" timeOffset="18">22625 10130 8395,'6'-6'-812,"0"-3"625,-2 5 0,-1 0 53,4 4 1,-3-1 122,4-3 0,-4 3-12,3-3 1,1 3 156,3 1 1,-3 0-83,-1 0-39,1 0 1,4-4 45,-1 0-75,-5 1 23,4 3 1,-7 1-6,5 3 1,-6-2 9,2 6 0,-3-4-8,-1 3 0,0 1-38,0 3 1,-1 2 36,-3 2 1,-1-2-38,-3 2 0,-2 2-9,3-2 0,-3 4-11,-2-4 1,1 2 2,-1-2 1,2-2-12,2 2 0,-2 1 38,3-1 0,-2 1 5,1-5 1,-1 1 76,6-1-105,-6 0 119,7 1-94,-3-6 73,5-1 21,5-5 0,2 0 8,4 0 1,1 0-36,-1 0 1,0-4 5,1 1 0,-1-1-169,1 4 1,0 0 91,4 0 1,-4 0-465,4 0 490,-4 0 0,5-5 0,0-2 0</inkml:trace>
  <inkml:trace contextRef="#ctx0" brushRef="#br0" timeOffset="19">22979 10233 8345,'11'-6'0,"1"2"0,-5 1-377,1 0 11,-1 1 1,5-7 159,-1 6 1,-3-2 192,0 1 0,-2 1-41,1-4 222,4 4-86,-5-7 0,2 5-26,-1-3-30,-4-2 1,2 8-61,-5-6 1,0 4 24,0-3 1,0 3-53,0-4-44,0 6 53,-5-9 1,2 9 53,-4-6 0,3 6-46,-4-2 34,1 3 1,-5 1 7,1 0 0,3 0 4,0 0 1,1 1 4,-5 3 1,5 2-3,-1 5 0,1 1-5,-5-1 1,5 2 53,-1 2 0,2-1-22,-2 5 1,-1-4 41,5 4 1,1-5-46,3 2 1,0 0 4,0-1 0,0 1 4,0-5 0,1 0 14,3 1 0,2-5-30,5 1 1,5-2 10,-1 2 1,5 1-230,-1-5 1,3 0 65,1-4 0,-1 0 130,1 0 0,5 0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13968 10794 5749,'10'0'52,"-2"0"-10,-8 0 336,0 0-435,-8 0 66,6 0-2,-6 0 1,6 0 15,-3 0 0,3 2 30,-4 4-13,4-5-17,-6 7 0,4-6 30,-7 4 1,5-2-35,-6 7 1,7-7 39,-7 2 1,6 2-3,-5-2 0,5 5 3,-6-5 1,6 6-37,-5-7 1,5 7 1,-6-6 0,3 7 5,-3-1 0,-1-3-7,7 3 1,-6-6-44,7 5 1,-3-1 72,2 2-80,4 3 5,-6-5 9,8 7 0,0-5-2,0-1-6,8-7 13,2 4 0,7-6-1,1 4 0,-7-4 3,1 3 5,-1-3 0,7 0 41,-1 4-31,0-4 0,1 11 2,-1-7 0,-5 2-8,-1-2 1,-1-2 0,2 7 1,1-5-5,-7 6 0,2-1-2,-3 7 1,-3-7-7,4 1 0,-4-1 9,-2 7 1,0-1-16,0 1-38,-8-1 0,-1 0-7,-9 1 0,7-1-12,-1 0 1,1-7-134,-7-4 0,1 2 99,-1-3 0,7 1 104,-1-6 0,1 0 0,-7 0 0</inkml:trace>
  <inkml:trace contextRef="#ctx0" brushRef="#br0" timeOffset="1">14125 10811 6370,'9'0'70,"-1"0"-47,-8 0-68,0 0 1,8 8 0,1 2 0</inkml:trace>
  <inkml:trace contextRef="#ctx0" brushRef="#br0" timeOffset="2">14125 11037 8982,'0'18'-2269,"0"-1"2042,0 0 154,0 1 5,0-1 48,0 0 12,0 1 1,0-1-18,0 1 0,0-7-129,0 1-32,0-1 99,0 7 87,0-1 0,0 1 0,0-1 0</inkml:trace>
  <inkml:trace contextRef="#ctx0" brushRef="#br0" timeOffset="3">14281 11072 8513,'0'10'-2383,"0"-3"2378,0-7-94,0 0 107,8 0-40,-6 0 27,5 0 0,1 0 1,-4 0-2,8 0-11,-9-7 14,5 5 2,0-6 0,-6 6 22,4-4-20,3 4 33,-7-5 0,8 7-32,-4 0 2,-4 0-4,5 7 0,-5-3-1,4 8 1,-4-6-2,4 5-1,-4 1 0,-2 5-2,0 0 1,-2-5-3,-4 0 0,4-1-1,-4 7 0,-2-1 27,3 0 1,-7 1 1,6-1 0,-1-5-8,1-1 0,2 1 20,-8 5-18,8 1 1,-5-3 2,3-3 0,4-3 93,-4-3-71,4-4 0,4 6-11,4-8 0,-2 0-29,8 0 0,-7 0-2,7 0 0,-6-6-51,5 0 1,1-5-11,5 5 1,1 0 11,-1 6 1,0-6 50,1 0 0,-1-7 0,0 3 0</inkml:trace>
  <inkml:trace contextRef="#ctx0" brushRef="#br0" timeOffset="4">14646 11141 8431,'0'-9'-2672,"0"1"2748,0 8 86,0 0-196,0-8 58,0 6-40,0-5 0,2 7 24,4 0-10,-5 0 1,7-2-6,-8-4 12,0 4-11,0-6 6,0 8 1,0-2 8,0-3-5,0 3 28,0-6 1,0 6 44,0-4 8,0 4-14,0-5 17,0-1-76,0 6-8,0-6 0,-2 8-58,-4 0 72,5 0 0,-9 0-74,4 0 67,4 0 1,-7 0-1,3 0 24,4 8 1,-8-6 56,4 4-44,4 3 0,-7-1 9,3 4 1,4 3-52,-4-3 1,4 3 20,2 2 1,0-5 3,0 0 0,0-1-8,0 7 1,0-1-7,0 0 1,6-5-6,0 0 0,7-7-2,-1 7 0,-2-6-18,1 5 0,-5-7 5,6 2 0,-1 2-137,7-3 1,-1 1 85,0-6 0,-5 0-146,-1 0 0,1 0 4,5 0 196,1 0 0,7-7 0,2-3 0</inkml:trace>
  <inkml:trace contextRef="#ctx0" brushRef="#br0" timeOffset="5">15098 10950 5812,'9'0'28,"-1"0"-19,-8 0 33,8 0 30,-6 0 11,5 0-48,1 0 5,-6 0-17,6 0 4,-1 0-261,-5 0 152,14 0-10,-14 0 84,13 0 0,-13 2-2,4 4 10,4-4 0,-1 6 0,9-8 0</inkml:trace>
  <inkml:trace contextRef="#ctx0" brushRef="#br0" timeOffset="6">15132 11141 6774,'10'0'-357,"-2"0"1,-6 0 426,3 0-62,-3 0-7,14 0 0,-12 0-17,7 0 1,-5 0-8,6 0 0,-7 0-136,7 0 159,-8 0 0,19 0 0,-4 0 0</inkml:trace>
  <inkml:trace contextRef="#ctx0" brushRef="#br0" timeOffset="7">15393 10968 8339,'10'7'-1772,"-3"-5"1300,-7 6 391,8-8 29,-6 0 70,6 0-23,-1 0 1,-3 0 0,8 0 0,-8 0 1,9-2-63,-7-4 20,7 4 46,-11-5 0,14-1 0,-6-2 0</inkml:trace>
  <inkml:trace contextRef="#ctx0" brushRef="#br0" timeOffset="8">15428 11124 8339,'9'0'0,"-1"2"-564,-8 4-674,8-4 1036,-6 5 1,7-7 144,-3 0 32,-4 0-22,13 0 0,-11 0-10,8 0 1,-6 0 61,5 0-5,-7 0 0,12 0 0,-7 0 0</inkml:trace>
  <inkml:trace contextRef="#ctx0" brushRef="#br0" timeOffset="9">16296 10811 5989,'0'10'134,"0"-2"-42,0-8 0,0 0-47,-7 0 0,5 2 62,-4 3-80,4-3 0,0 6-22,-4-8 2,4 0-7,-5 0 1,5 0-15,-4 0 27,4 8 1,-12-4-11,9 7 1,-3-7 23,2 2 0,4 3 0,-4 3 0,-1-2 112,1 1 1,-6 1-109,6 5 1,-5 1 43,5-1 0,0 2-18,6 5 1,-5-5 8,-1 4 1,0 2-53,6-2 0,0 2-8,0-1 1,2-11-17,4 4 1,-2-3 40,7 3 1,1-5-309,5 0 232,0-9 0,1 5-128,-1-8 0,1 0 90,-1 0 0,0 0-149,1 0 0,-1-6 185,0 1 1,1-9 46,-1 2 0,1 5 0,-1-16 0,0 3 0</inkml:trace>
  <inkml:trace contextRef="#ctx0" brushRef="#br0" timeOffset="10">16609 10933 6260,'-10'0'-32,"3"0"1,5 0 89,-4 0 126,4 0-187,-6 0 0,2 2 2,1 4 0,-3-4-8,2 3 1,4 5 1,-11-6 51,7 7 1,-6-5-16,7 6 1,-3-6 44,2 5 0,2 1-20,-7 5-20,7 1 1,-10-1-33,8 0 0,1 1 5,5-1 1,0 0-10,0 1 1,0-1-9,0 1 1,0-7-26,0 1 0,2-8 40,3 1 1,-1-3-80,8-2 55,-1 0 1,7-7-2,-1-5 1,1-3 3,-1-3 0,-6-1-4,1-4 1,-2 3-3,1-3 0,5-2-4,-5 2 1,-1-6 17,2 6 1,-9-6 5,3 6 1,2 0 7,-2 5-29,0 1 180,1-1-109,-5 9 1,6 3 122,-8 12 1,0 3-148,0 9 1,0 5-6,0 0 1,0 6-34,0-6 1,0 6 22,0-6 0,0 1-123,0-7 1,0 0-69,0 1-345,0-1 527,8 0 0,1 1 0,9-1 0</inkml:trace>
  <inkml:trace contextRef="#ctx0" brushRef="#br0" timeOffset="11">16835 10950 8337,'0'10'-1597,"-8"5"1453,6-5 0,-5 2 38,7-1 63,0-7 41,0 12 0,0-13-8,0 9 1,0-6-28,0 5 0,0-5 54,0 6 1,0-1-45,0 7 1,0 1 20,0 4 0,0-2 4,0 8 0,0 0 24,0 6 1,0 2 6,0 3 1,0-1 5,0 7 0,0-5 8,0 5 1,0-5 2,0 5 0,0-9-23,0-2 1,0-8 5,0-10 49,0 0-41,0-7 1,0-4-65,0-12 0,0-9-11,0-9 0,0-6 28,0 1 0,-2-4-5,-4-2 1,4-6-58,-4 1 0,4-6 67,2 5 1,-6-7-8,1 1 0,-1 3-3,6-2 1,0 5 11,0-5 0,0 7 33,0-2 0,0 11 5,0 1 1,2 2-10,3-2 0,-1 4 8,8 7 0,0 1-15,5-1 1,-6 7-2,1-1 1,0 8-30,5-1 0,0-3 23,1 2-10,-1 0 1,1 14 21,-1 4 0,-2 3 2,-3 2 1,1 7 24,-7-1 0,0 8 13,-6-2 1,0-2-77,0 2 0,0-6 35,0 6 0,-2-6-46,-4 6 1,-1-2-14,-5 2 1,-3-4-10,3-8 1,-3-1-34,-3-5 1,1 3-177,-1-8 0,1 0 254,0-6 0,-1-8 0,1-2 0</inkml:trace>
  <inkml:trace contextRef="#ctx0" brushRef="#br0" timeOffset="12">17269 10933 8337,'-9'0'-2085,"-1"0"1586,4 0 499,4 0 0,-7 0-5,3 0 0,4 2 80,-4 4-33,-4 3 1,1 11-3,-9 3 1,7-4 4,-1 4 1,3-3 26,-3-3 1,-2 6 18,9 0 0,-7 0 24,6-5-2,0-1-117,6 1 1,0-1 31,0 0-21,0-7 0,2 5-14,4-3 0,-2-4-7,8-2 0,-7 1 13,7-1 1,-6 0-3,5-6 1,-5 0-8,6 0 0,-6 0-4,5 0 1,-5-2-1,6-4 0,-7-3 11,7-9 0,-8 1-5,2-1 1,1-1-23,-1-4 1,6 2-4,-7-8 0,3 7 27,-2-1 0,-4 4-3,4 2 1,-2-1 14,1 1 1,-3 5-19,4 1 1,-4 5 36,-2-6 24,0 8 12,0-3 13,0 7 0,0 2 12,0 3 1,0 5-62,0 7 0,0 1 7,0-1 0,0 2-45,0 5 0,6-5 47,0 4 1,-1-2-303,-5 3 123,8-5 0,0 6 145,3-8 0,5 1 0,-7-1 0</inkml:trace>
  <inkml:trace contextRef="#ctx0" brushRef="#br0" timeOffset="13">17599 11002 7661,'-9'0'-1693,"-1"0"2348,4 0-625,4 0 0,-7 0-47,3 0-35,4 0 177,-6 0-195,0 0 1,5 6 90,-9 0 0,8 2-2,-2-2 0,3-3 57,-3 9-45,4 0 0,-12 5-7,8 0 1,1 1 0,5-1 1,0 0-1,0 1 0,0-1 49,0 1-124,0 7 1,0-6-24,0 4-96,7-3 1,3-9 4,7 1-310,1-8 474,-1 3 0,1-14 0,-1-3 0</inkml:trace>
  <inkml:trace contextRef="#ctx0" brushRef="#br0" timeOffset="14">17738 10603 8292,'10'-8'-2052,"3"4"1815,-7-8 1,2 7 236,-2-7 0,-4 8 0,13-11 0,-13 11 0,4-8 0,4 8 0,-1-3 0</inkml:trace>
  <inkml:trace contextRef="#ctx0" brushRef="#br0" timeOffset="15">17756 10916 8292,'9'0'-634,"-1"0"-793,0 7 1095,-6-5 515,5 14-220,-7-7 1,0 3 56,0-1 0,6-5-38,0 6-10,0-1 1,-6 7-9,0-1 0,0 1 22,0-1 0,0 0-8,0 1 1,0 5-6,0 0 0,0 0 1,0-5 26,0-1 0,8 0 0,1 1 0</inkml:trace>
  <inkml:trace contextRef="#ctx0" brushRef="#br0" timeOffset="16">18051 10637 8278,'0'10'-2354,"0"0"2197,0-4 283,0-5-45,0 15 0,0-12-15,0 7 0,0-5 11,0 6 0,0-1-72,0 7 1,0-1-1,0 0 0,0 9-52,0 3 0,0 3 74,0 3 1,0 0-67,0 0 0,0-1 43,0 1 0,0 0-14,0 0 0,0-1-24,0 1 0,0-6-2,0 0 1,0-8-83,0 3-14,0-5 132,0-2 0,0-7 0,0-2 0</inkml:trace>
  <inkml:trace contextRef="#ctx0" brushRef="#br0" timeOffset="17">17947 10968 8278,'-8'-10'-1573,"6"0"786,-4 5 1007,4 3 57,-5-6-66,5 0-99,-6 6-17,8-5 5,0 7 11,0 0-145,8 0 98,-6 0 0,13 0-152,-3 0 1,-3 0 37,3 0 0,0 0-152,5 0 0,-6 0 117,1 0 0,0 0-92,5 0 177,0 7 0,1 3 0,-1 7 0</inkml:trace>
  <inkml:trace contextRef="#ctx0" brushRef="#br0" timeOffset="18">18294 10933 8236,'-9'8'-1598,"1"-6"1486,8 5 89,0 1 41,0-6-20,0 13 1,2-7 15,4 4 0,-3 3-12,9-3 0,-2-3-61,1 3 0,3-6 61,-8 5 0,7-1-75,-1 2 1,-3 3 25,3-3 1,-6-3-108,5 3 0,-5-6 154,6 5 0,-8 1 0,3 5 0</inkml:trace>
  <inkml:trace contextRef="#ctx0" brushRef="#br0" timeOffset="19">18537 10933 8236,'0'11'-1546,"0"1"1159,0-8 1,0 11 330,0-3 1,0-2 58,0 1 1,0-5 0,0 6 0,-5-1 37,-1 7 1,0-7 4,6 1 0,-6-1-5,1 7 1,-3 5 4,2 0 1,2 0-11,-7-5 1,7 5-5,-2 0 0,-2 2 10,2-2 0,-5-3-43,5 3 1,-2 2 0,3-2 1,3 6-24,-4-6 0,2 2-107,-2-2 1,4-3 140,-4 3-11,4-4 0,-5 6 0,-3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19024 10690 6168,'-10'-8'0,"3"6"-131,7-6 12,0 8 253,0 0 18,-8 0 36,6 0-107,-6 0 202,8 0-68,0 0-151,-8 0-24,7 0-58,-7 0-32,8 0 128,0 0-18,0 8 0,0-4 15,0 7 1,0 1-46,0 5 1,0 3 8,0 3 1,2-2-29,4 8 0,-5-6-7,5 6 0,-4 0-77,-2 6 1,6-6 97,0 0 1,0-6-332,-6 6 0,0-8-129,0 2 435,0-3 0,7-3 0,3 0 0</inkml:trace>
  <inkml:trace contextRef="#ctx0" brushRef="#br0" timeOffset="1">19041 10707 8050,'-9'0'-1342,"1"8"1472,8-6-100,0 5 93,0-7 466,0 0-569,8 0 109,-6-7-160,13 5 0,-11-6 23,7 8 1,-5-2-17,6-4 3,-8 4-20,11-5-8,-5 7-24,7 0-40,1 0 1,-7 0 73,1 0-26,-8 0 63,11 0 0,-11 0-1,7 0 0,-7 7 12,2 5 0,-2-2 7,2 1 1,-4 1-17,3 5 1,-3 6 10,-2 0 1,0 3-83,0-3 1,0-2-47,0 8 0,0-6-190,0 6 1,-2-8 306,-3 2 0,-5 5 0,-7-1 0</inkml:trace>
  <inkml:trace contextRef="#ctx0" brushRef="#br0" timeOffset="2">19111 11089 7223,'9'0'-306,"7"0"249,-6 0 0,1 0-215,1 0 1,-6 0 271,5 0 0,1 0 0,5 0 0</inkml:trace>
  <inkml:trace contextRef="#ctx0" brushRef="#br0" timeOffset="3">19250 10829 7077,'8'9'-341,"-7"-1"284,7-8-213,0 0 94,-6 0-4,13 0-77,-5 0 257,0 0 0,5 0 0,-5 0 0,7 0 0</inkml:trace>
  <inkml:trace contextRef="#ctx0" brushRef="#br0" timeOffset="4">19285 10950 8137,'9'8'-1955,"-1"-6"3051,-8 13-788,8-13-786,-6 6 305,13-8 0,-13-2 165,4-4 0,1 2 20,-1-7 1,2 5 48,-2-6-60,-4 9-81,13-13 1,-11 14-1,8-4 94,-9 5-14,13 1 0,-6-8 0,7-2 0</inkml:trace>
  <inkml:trace contextRef="#ctx0" brushRef="#br0" timeOffset="5">19441 10655 8091,'0'9'-1877,"8"7"3055,-6-6-1164,5 7 0,-7 0-122,0 1 0,0-1-10,0 0 1,0 1 64,0-1 1,0 1-39,0-1 1,0 2 81,0 4 0,-6-3-90,1 3 1,-1-4 98,6-1 0,-8 7 0,-1 2 0</inkml:trace>
  <inkml:trace contextRef="#ctx0" brushRef="#br0" timeOffset="6">19250 11141 8088,'0'10'-420,"0"0"353,0-4 1,0-3-309,0 9 370,0-8-59,0 11 0,0-5 118,0 7 1,0-5-13,0 0 0,0-1-84,0 7 93,0-1 0,0 0-119,0 1 39,0-1 21,0 0 46,0 1 1,2-9 2,4-3 1,-5-2 26,5 2 1,4-4-106,0 6 62,7-8 1,0-6-185,1 0 1,-7-2-222,1 2-186,-1 5 566,7-15 0,-1 14 0,1-6 0</inkml:trace>
  <inkml:trace contextRef="#ctx0" brushRef="#br0" timeOffset="7">19667 11350 8045,'-6'17'-163,"0"1"0,-2-7 50,3 1 1,3 2-131,-4 9 0,-2-4 257,2 4-14,1 4 0,-3 0 0,-2 8 0</inkml:trace>
  <inkml:trace contextRef="#ctx0" brushRef="#br0" timeOffset="8">16540 12619 6340,'-10'10'203,"2"-3"-76,8-7 115,0 0-148,-8 0-30,7 0-13,-7 0 0,6 0-88,-4 0 45,4 0 0,-6 2-18,8 4 10,-7-4-3,5 6 1,-8-3 57,4 1 1,4 2-40,-3-2 1,-3-2 63,2 7 1,0-5-39,6 6 0,-5-7 8,-1 7 1,-2-6-18,2 5 0,4 1-2,-4 5 1,5-5-21,1-1 0,-6 1-11,0 5 1,0 1-50,6-1 1,0 1 65,0-1 1,0 0-53,0 1 0,0-1 33,0 1 1,0-1-4,0 0 0,2 1-2,4-1 1,-2-5 0,7-1 0,1-5 4,5 6 0,1-9 2,-1 3 0,0-4-45,1-2 0,1-2 42,4-4 1,-2 1-96,8-13 1,-7 5 66,1-10 0,-4 1-7,-1-1 0,-1 2 4,0-8 1,1 6-1,-1-6 1,-5 6 4,-1-6 1,-7 5 5,2-4 0,-4 4 63,-2-5 0,0 8-60,0-2 1,0 4 143,0 1 1,-6 7-77,0-1 1,-7 8 54,1-2 1,-3 5-46,-3 1 0,7 0 5,-1 0 1,1 0-47,-7 0 1,1 0-15,-1 0 0,1 1-121,0 5 1,5-2 60,0 8-389,1-1-29,-6 7 203,-1-1-6,9 0 278,1 1 0,8-1 0,0 1 0,0-1 0</inkml:trace>
  <inkml:trace contextRef="#ctx0" brushRef="#br0" timeOffset="9">16852 12775 5762,'-7'-9'494,"5"1"-285,-6 8-57,8 0 963,0 0-1093,8 0-356,1 0 144,9 0 0,-1 0-35,0 0 0,-5 0 26,0 0-121,-1 0 178,7 0 142,-1 0 0,-7-8 0,-3-1 0</inkml:trace>
  <inkml:trace contextRef="#ctx0" brushRef="#br0" timeOffset="10">16991 12584 6198,'10'10'593,"-2"-1"-481,-8-3-7,0-4-29,0 14-155,0-7 1,0 9 89,0-1 0,0 0-102,0 1 1,0-1 71,0 1 0,0 7-136,0 4 1,-2-2 99,-4 2 1,4-2-121,-4 2 0,4 2 105,2-8 0,0 0 70,0-6 0,0 1 0,0-9 0,-7-1 0,-3-8 0</inkml:trace>
  <inkml:trace contextRef="#ctx0" brushRef="#br0" timeOffset="11">17095 12410 8061,'0'10'-581,"0"5"179,0-13 371,0 14 0,0-12-98,0 7 0,0-5 127,0 6-10,0-1 0,0 9-91,0 3 1,0-2 126,0 8 1,0 2 24,0 9 1,0-1-30,0 7 1,0 1 14,0 5 0,0 0-59,0 0 1,0 6 6,0 0 1,0 0-24,0-6 0,0-7-127,0-5 0,0-5-92,0-6 225,0 4 34,0-22 0,8 5 0,2-16 0</inkml:trace>
  <inkml:trace contextRef="#ctx0" brushRef="#br0" timeOffset="12">17269 12532 7894,'0'10'-532,"0"-3"255,0-7 252,0 0 76,8 0-203,-6 0 167,13 0 1,-11 0-45,8 0 1,-6 0 54,5 0 1,-7-2 20,2-3-81,3 3 64,1-6-92,7 8 1,-5 0 27,0 0 0,-9 2-12,3 4 0,2-2-35,-2 7 21,0-7 1,-6 11 70,0-3 0,0-2-41,0 1 1,0 1 118,0 5 0,-2 1-57,-4-1 0,2-2 13,-8-3 0,7 5-6,-7 1 1,6-7 8,-5 7 1,5-5 4,-6 5 0,7-1-6,-7 0 1,6 1 45,-5-1 1,7-5 8,-2-1 1,2 1-55,-2 5 0,4-5-2,-3 0 0,3-7-22,2 7-27,0 0 1,2-1-11,3 1 1,-1-8 3,8 1 0,-6-3-50,5-2 0,1 8 1,5-6-3,0 4 0,-5-4-307,0-2 205,-1-8 1,5 4-90,-5-8-40,5 9 292,-7-13 0,9 7 0,-1-9 0</inkml:trace>
  <inkml:trace contextRef="#ctx0" brushRef="#br0" timeOffset="13">17460 12706 8061,'-9'0'-397,"1"0"436,8 0-835,0 0 826,8 0-72,1 0-273,9 0 181,-1 0 1,0-6 133,1 0 0,-1-7 0,1 3 0</inkml:trace>
  <inkml:trace contextRef="#ctx0" brushRef="#br0" timeOffset="14">17651 12445 8061,'0'17'-379,"-5"1"348,-1-1 1,0-5-75,6-1 0,0 1 138,0 5 1,0 1-83,0-1 0,0 8 68,0 4 1,0 4-174,0 2 1,0 0 28,0-1 0,0 9 119,0 3 0,0 2-88,0-1 0,0 1 19,0-7 1,0 5-158,0-5 1,0-3 231,0-9 0,8 4 0,1-6 0</inkml:trace>
  <inkml:trace contextRef="#ctx0" brushRef="#br0" timeOffset="15">18294 12462 6993,'0'10'-57,"0"-2"-180,0-8 203,0 0 2,8 0 0,-4 0-4,7 0 1,-5 0-10,6 0 1,-6 0-85,5 0 1,-5 0 98,6 0 30,-1 0 0,6 0 0,1 0 0</inkml:trace>
  <inkml:trace contextRef="#ctx0" brushRef="#br0" timeOffset="16">18294 12654 8064,'-9'7'-842,"1"-5"869,8 6-234,0-8 272,0 0-193,8 0 169,-6 0 7,13-8 1,-7 4-129,3-7 1,5 7 35,-5-2 1,-1 2 1,2-1 0,-7 3 11,7-4 0,-6 4-87,5 2 0,-1-2-10,2-4-37,3 4 133,-5-5-9,7 7 0,-5 0 58,-1 0-57,-7 7 0,4 3 204,-8 7 1,0-5 37,0-1 1,0 7 56,0 5 0,-2 0-104,-4-5 0,2 1-10,-7 4 0,1-2-192,-2 8 1,-1-7 88,7 1 0,-7-4-136,1-2 1,2 1-43,-1-1 0,5-5-437,-6-1 104,8-7 11,-11 4 458,13-8 0,-6 0 0,8 0 0</inkml:trace>
  <inkml:trace contextRef="#ctx0" brushRef="#br0" timeOffset="17">18416 12827 8059,'0'10'-430,"0"-2"316,0-8 0,2 6 176,4-1-160,-4 1-78,5-6 217,-7 0-95,0 8 45,8-6-303,-6 13 145,13-13-44,-5 14 0,2-14 139,-1 3 1,-5 3-122,6-2 0,-7 2 193,7-3 0,-1-3 0,7 6 0</inkml:trace>
  <inkml:trace contextRef="#ctx0" brushRef="#br0" timeOffset="18">18555 12758 8059,'10'0'148,"-3"0"142,-7 0-326,8 0-222,-6 0 271,6 0-192,-1 0 64,-5 0 1,8 0-173,-4 0 1,-4-2 28,3-4 0,-1 4-219,2-4 477,-4 5 0,6 1 0,-8 0 0</inkml:trace>
  <inkml:trace contextRef="#ctx0" brushRef="#br0" timeOffset="19">18729 12428 8048,'0'9'-836,"0"-1"786,0-8 118,0 0-43,0 8 1,0-4-21,0 7 0,0-5-18,0 6 1,0-1 79,0 7 0,0 5-22,0 0 1,0 8-13,0-2 1,0 9-37,0 3 0,0 5 3,0-5 1,0 13-13,0-2 1,-2 4-90,-4-4 1,4 0 25,-4 1 1,4-9-168,2-3 0,0-7-281,0-5 523,0-4 0,0-7 0,0-1 0</inkml:trace>
  <inkml:trace contextRef="#ctx0" brushRef="#br0" timeOffset="20">18920 12462 8015,'-8'10'-1117,"6"-2"1626,-6-8-701,8 0 1478,0 0-1317,8 0 0,-4-2 116,7-4-230,-7 4 145,12-6 0,-7 3-121,9-1 0,-7 0 87,1 6 0,-6 0-23,5 0 0,-5 0-107,6 0 0,-6 0 127,5 0 0,-5 0 5,5 0 0,-5 6 28,6 0 1,-8 7 8,2-1 0,1 3-11,-1 3 1,0-1 8,-6 0 0,0 7-61,0-1 0,0 6-83,0-6 1,0 6-534,0-6 674,-8 0 0,-2 2 0,-7 2 0</inkml:trace>
  <inkml:trace contextRef="#ctx0" brushRef="#br0" timeOffset="21">18937 12723 6220,'-10'0'1378,"3"0"-1392,-1 8-149,6-6 39,-6 6 57,8-8 1,2 0 54,4 0-11,-4 0-26,13 0 0,-11 0 45,8 0 1,-6 1-159,5 5 0,-5-4 95,6 4 1,-7-4-328,7-2 112,-8 0 282,11 0 0,-13 0 0,14-8 0,-7-1 0</inkml:trace>
  <inkml:trace contextRef="#ctx0" brushRef="#br0" timeOffset="22">19024 12723 7979,'-12'10'-88,"1"-4"0,5 1-30,-6-1 1,7 6 140,-7-6-51,8 7 0,-5-5 23,3 3 1,4 5 95,-4-5 1,4-1-112,2 2 1,0-7 151,0 7-81,0 0 1,0 5 1,0 0 0,2-5 13,4 0-154,-4-1 1,13 5 96,-3-5 0,-3-1-96,3-4 1,-6-4 67,5 3 1,1-3-213,5-2 0,-5 0-4,-1 0 0,1 0-27,5 0 0,-5 0 146,0 0 116,-1-7 0,7-3 0,-1-7 0</inkml:trace>
  <inkml:trace contextRef="#ctx0" brushRef="#br0" timeOffset="23">19319 12323 7426,'10'0'-1112,"0"0"1295,-5 0-196,-3 0 32,6 0 1,-6 0 5,4 0 120,-4 0 4,5 0 52,-7 0-101,0 8 0,0 2-35,0 7 0,0 1 20,0-1 1,0 2-86,0 4 1,-5 4 28,-1 8 1,0 8 4,6 3 0,-6 6-61,0 6 1,1 2-131,5 4 0,0 3 49,0-3 1,0 8-97,0-3 0,0-3 52,0-14 1,0-2 151,0-4 0,0 5 0,0-7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83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2581 8554 5925,'6'0'-80,"0"0"112,-1 0 4,-4 0-56,4 0 39,-5 0-40,5 0 28,-4 0-4,4 0 119,-5 0-99,5 0 6,-3 0 51,3 0 6,-5 0 45,5 0 13,-4 0 110,4 0-164,-5 0 92,5 0-60,-3 0 35,8 0-105,-9 0 1,5 0 47,-2 0-48,-3 0 1,6 0 32,-3 0-92,-3 0 11,4 0-16,0 0 86,-4 0-9,9 0 14,-8-5-39,8 4 0,-8-4 9,6 5 0,-5-1 64,0-3-62,4 2 0,-5-4-8,6 2 0,-4 3-86,3-3 1,-3 2 40,4-2 0,-2 1-10,2-4 1,2 4 12,-3-1 1,7-1-15,2 2 1,-1-5 3,-4 4 0,4-4-7,1 5 1,0-5 10,-1 4 0,-1-1 4,5 1 1,-5 3 10,2-3 1,-4 3-8,0 1 1,3-4-1,0 0 1,0 1 13,-3 3-7,-1 0 1,1-2 56,-1-1 4,0 1-21,1-3 0,-4 5-30,-1 0 0,-3 0-54,4 0 31,-6 0-4,8 0 1,-7 0-1,4 0-12,-4 5-1,7-3 5,-4 3 0,6-5 36,-1 0 0,-3 3-25,-1 1 158,1 0-129,4-4 1,-1 0 5,0 0 0,1 0-9,-1 0 0,1 0 7,-1 0 0,0 0-12,1 0 0,-1 0-2,1 0 1,-1-4-46,1 0 1,3 1 41,0 3 0,2-4-40,-2 0 1,-3 0 25,4 4 1,0-4-4,-1 1 1,2-1 7,-2 4 1,-1-2-2,5-1 1,-1 1-2,1-1 1,1 0 3,-5-1 0,2 3 13,-2-3 0,-1 3-13,5 1 1,-5 0-11,1 0 1,-1 0 4,2 0 0,-4 0-2,3 0 1,-1 0 0,2 0 0,-4 0-1,4 0 0,-4 0 1,0 0 1,-1 0-2,1 0 1,-5 4-1,1 0 0,-1-1 2,5-3 0,-1 0 14,1 0 0,-1 0-6,0 0 1,1 0 0,-1 0 0,-3 2 6,0 1 1,-1-1 3,5 1 0,-5-1-18,1-2 1,-1 0 6,5 0 1,-5 1-18,1 3 1,0-3 14,3 3 0,-3-3-17,-1-1 0,1 4 10,3 0 0,-3 0-3,0-4 0,-1 0-6,5 0 1,-5 0-2,1 0 0,-1 3 10,5 1 0,-1 0-1,1-4 0,-1 0 2,1 0 1,-1 0-4,0 0 0,5 0 6,-1 0 0,1 0-3,0 0 0,-4 0 1,4 0 0,0 0 0,-1 0 0,0 0 0,-3 0 1,3-4-1,0 0 0,1 1-1,-5 3 0,2 0 0,2 0 0,-2 0 0,2 0 0,1 0-5,0 0 0,3 0-9,-4 0 0,4 0-2,-4 0 0,2 0 12,-2 0 1,-3 0-2,4 0 1,-2 0 3,1 0 1,-2 0-6,2 0 0,-2 0 13,-2 0 0,0 0-11,1 0 1,-1 0 10,1 0 1,-1 0-6,0 0 0,1 3 0,-1 1 0,1 0-28,-1-4 0,1 0-3,-1 0 0,0 1-109,1 3 124,-1-3 1,2 6-42,2-3 33,-2-3 0,3 5 11,-4-2 1,-1-3 8,1 3 1,-1-1 4,0 0 1,1-1 0,-1 1 1,1-1 6,-1-2 0,1 0 6,-1 0 1,0 0 5,1 0 1,-1 0-18,1 0 0,-1 0-1,0 0 1,1 0 62,-1 0 0,1 0-62,-1 0 1,1 0 1,-1 0 1,2-2-9,2-1 1,-2 1-2,2-1 0,-1 1-2,1 2 0,-2 0-3,2 0 0,-1-4-3,1 1 1,-1-1 7,5 4 1,-5 0-12,1 0 0,3 0 9,1 0 1,-1 0 0,1 0 0,-1-4 1,1 0 0,2 0 0,-2 4 1,-1 0-13,1 0 1,-4 0-2,4 0 1,-1 0 10,1 0 1,3-3-2,-3-1 1,-1 0 3,1 4 1,0 0-2,3 0 0,0 0 0,-3 0 1,3-1-1,-3-3 1,1 3 1,-1-3 1,1 3 1,-4 1 0,3 0-2,-4 0 0,5 0-2,-1 0 1,1 0-1,0 0 1,1 0-1,-2 0 1,3 0 21,1 0 1,-1 0 1,1 0 1,0-4-22,0 0 1,0 0 0,0 4 0,-1 0-10,1 0 1,0-1 13,0-3 0,0 3-53,0-3 1,-1 3 47,1 1 0,0 0-72,0 0 1,0 0 60,0 0 0,0-2 4,-1-1 0,1 1-1,0-1 1,4-2 8,-1 1 0,1-1-1,-4 1 1,0 3 4,0-3 0,3 2 5,1 2 1,-4-3-12,-4-1 0,0 0 40,4 4 1,3 0-28,1 0 0,0 0 3,-5 0 0,5-4-10,0 0 1,3 1-1,-3 3 0,-1-4-17,-3 0 0,4 0 20,0 4 0,0-1-55,0-3 0,-3 3 46,3-3 0,-3 3-10,-1 1 0,3-4 4,1 0 1,1 0 0,-1 4 0,-2-3 12,6-1 1,-5 0 4,5 4 1,-6-4-2,2 0 1,1 1-11,-2 3 1,1-4 26,-4 0 0,0 0-23,-1 4 1,1 0 14,0 0 0,0-4-20,0 1 1,0-1-2,-1 4 1,1 0-2,0 0 1,4 0-4,-1 0 1,1 0 1,-4 0 1,1 0-2,3 0 0,-3 0 1,2 0 0,-1-2 1,-3-1 0,1 1 23,0-1 0,1 1-15,3 2 0,-2-4 2,6 1 0,-5-1-2,5 4 1,-2-4-1,1 0 0,3 0 10,-2 4 1,-2-3-10,2-1 1,-2 0-19,1 4 1,3 0 15,-2 0 0,-2-1-19,1-3 0,-1 3-42,2-3 0,2 3-10,-3 1 1,0 0 27,0 0 0,-1 0-7,2 0 0,0 0 55,-4 0 1,5 0-39,-2 0 0,-1 0 140,2 0 0,-5 0-125,5 0 1,-4 0 29,3 0 0,-1 0-1,2 0 1,-3 0-4,-6 0 1,5 0-19,0 0 1,3 0-11,-3 0 0,-1 0-3,-3 0 1,1 0 16,3 0 0,-2 0-81,6 0 0,-6 0 68,2 0 0,1 0-26,-1 0 0,3 0 29,-3 0 0,1 0-2,-2 0 0,0 0 10,4 0 0,-5 0 6,2 0 0,1-2 14,-1-1 1,1 1-28,-2-2 0,-2 3 26,3 1 1,-2 0-18,2 0 1,-3-4 4,3 1 1,1-1-20,-2 4 0,2 0-3,-1 0 0,-2-2-56,6-1 1,-5 1-11,5-1 0,-6 1 38,2 2 0,-2 0-8,2 0 0,-3-1 77,3-3 0,-7 3-60,-1-3 0,1 3 93,7 1 1,-3-4-64,3 0 0,-5 0 8,-2 4 1,4 0 8,-5 0 1,4 0-4,-8 0 1,4 0-99,-4 0 0,0 0 82,-3 0 1,-1 0-132,1 0 0,-5 0 78,1 0-76,-6 0 1,5-1-33,-4-3-32,-1 3-67,8-4 268,-9 5 0,9-5 0,-3-1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832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7047 10496 23914,'0'6'-6623,"1"-1"4132,3-5 3823,-3 5-2549,4-3 1388,-5 3-476,0-5 765,5 0-731,-4 0 788,5 0 1515,-6 0-2283,5 0 1251,-4 0-776,4 0 334,-5 0-640,5 0 36,-4 0 21,4 0 1,-5-2-290,0-1 0,2 1 912,1-2-68,-1 3 12,3 1-488,0 0-3,-4 0-30,9 0-5,-8 0 284,8 0 0,-8-4-553,6 1 342,-6-1 1,5 4-584,-3 0 478,-3 0 3,9 0 2,-9 0 8,9 0 0,-7 0 1,5 0-95,-6 0 0,7 1-523,-5 3 1,1-3 265,-1 3-215,-3-3 0,5-1 597,-2 0 0,-1 1-657,4 3 320,-4-2 0,3 3-653,-2-5 970,-3 0 0,8 1 318,-5 3-1090,0-3 1429,1 4-1810,-4-5 1799,9 0-627,-9 5 1,6-4 661,-3 3-1259,-3-3 0,5-1 776,-2 0-175,-3 6 0,6-5 154,-4 3-123,-1-3 0,4-1-41,-2 0 666,-3 0-830,9 5 0,-7-4 396,4 3 1,-3-3-716,4-1 1592,-6 0-891,9 0 337,-5 0 1,1 0-596,1 0 0,-4 0 17,4 0 1,-5 0 300,5 0 0,-4 0 34,3 0 0,-3 0-101,4 0 0,-4 0-232,3 0 0,-3 0 0,4 0 0,-5 0 14,5 0-14,0 0 1,3 0 38,1 0 0,-5 0-19,1 0 1,-1 0 2,5 0 0,-1 0-14,1 0 0,-1-1 160,0-3 1,5 3-49,-1-3 1,1-1 74,0 1 1,-2-1-22,5 1 1,-5 3-46,1-3 1,-1 2-37,1-2 0,-2 3 22,2-3 1,-1 3-104,1 1 1,-2 0-186,2 0 0,-2 0 39,-2 0 0,1 0-68,-1 0 1,0 0 9,1 0 0,1 0 78,2 0 0,-3 0-48,4 0 0,-4 0 43,0 0 1,-1 0 86,1 0 0,-1 1-126,0 3 1,5-3 38,-1 3 1,1-3 89,0-1 0,-2 0 28,5 0 0,-5 0 0,1 0 1,3 4-148,1 0 0,-2-1 74,2-3 0,-1 0 75,1 0 1,2 0 159,-6 0 0,4 2-144,-4 2 0,4-3-90,-4 3 0,6-3 55,-2-1 1,-2 0 23,2 0 1,-3 4-12,3-1 1,-4 1 4,4-4 1,0 0 4,4 0 0,-4 2-73,0 1 1,0-1 90,4 1 1,-4-1 63,0-2 1,-1 0-59,1 0 0,2 4-157,-2-1 1,2 1 221,-2-4 0,2 1-98,-2 3 0,-1-3-93,1 3 0,-4-2 176,4-2 0,-4 3-125,5 1 0,-3 0 13,2-4 1,3 0 53,-3 0 0,-1 0 134,1 0 1,-4 0-63,4 0 0,-1 0 19,1 0 1,1 0 10,-5 0 0,6 0-43,-2 0 1,-2 0 98,2 0 1,-3 0-57,3 0 0,0 0-114,4 0 0,-4 0-2,0 0 1,-2 0 11,2 0 1,3 0-5,-3 0 1,-1 0-11,1 0 0,-1 1-108,1 3 1,2-3 4,-2 3 0,3-3 84,1-1 0,0 0 12,-1 0 0,1 0 30,0 0 1,0-3 121,0-1 1,1 0-81,2 4 0,-1-4 56,1 0 0,2 1 54,-1 3 1,-1-2 23,-3-2 1,4 3-118,0-3 1,-1 3-48,-3 1 1,0 0-48,0 0 0,3 0-107,1 0 0,0 0 62,-4 0 1,3 0-53,1 0 1,3 0 56,-3 0 1,0 0-23,-5 0 1,5 0 7,0 0 1,3 0 51,-3 0 0,1 0 18,-2 0 0,-1 0 0,1 0 0,2 0-1,-1 0 1,-1 0-1,-3 0 1,4 0 25,0 0 1,3 0 3,-3 0 0,-1 0-26,-3 0 1,0 0 3,0 0 0,3-4 91,1 1 0,0-1-33,-4 4 0,-1 0-75,1 0 1,4 0 21,0 0 1,-5 0-3,-3 0 1,1 0 30,2 0 0,1 0 2,0 0 0,-1-4 105,-3 0 0,1 0-152,-5 4 0,4 0-63,-4 0 0,4 0 67,-3 0 0,-1-1 136,-4-3 0,1 3 20,-1-3 1,-3 3-104,-1 1 0,-3-1 418,4-3-147,-6 3 81,3-5-319,-5 6-210,0 0 0,-3-1-738,-1-3 0,-1 3 183,1-3 0,1 3 152,-4 1 0,3 0 103,-4 0 0,5 0 268,-5 0 0,0 0 0,-3 0 0</inkml:trace>
  <inkml:trace contextRef="#ctx0" brushRef="#br0" timeOffset="1">11409 12540 26449,'0'8'-9014,"0"-1"7895,0-4 1,0 3 31,0-2 390,0-3 140,0 4 168,0-5 184,0-5 0,-1 4-1586,-3-3 1326,3 3 99,-4-4 53,5 4 187,0-4 33,5 5 691,-4-6-113,10 5 0,-9-4 40,6 5 192,-1 0 8,5 0-361,-1 0 0,1 0-50,-1 0 0,-3 0 317,-1 0-625,1 0 1,3 0-134,1 0 1,-5 0 336,1 0-168,-1 0 1,5 0-14,-1 0-7,1 0 1,-1 0-7,1 0 0,-1 0-1,0 0 1,1-1 92,-1-3 1,-3 3 44,0-3 1,-1 3-149,5 1 1,-1 0 3,0 0 0,1 0-28,-1 0 1,1 0 20,-1 0 0,0 0-3,1 0 1,-1 0 10,1 0 1,-1 0-99,1 0 0,-1 0-52,0 0 1,2 0 118,2 0 1,-2 0 22,2 0 1,-1 0 5,1 0 0,-2 0-16,2 0 0,2 0 13,-2 0 1,0 0 4,-3 0 0,3 0 1,0 0 1,4 0-1,-4 0 1,2 0 5,-2 0 0,-1 0 2,5 0 1,-4 0-7,4 0 0,-5 3-118,2 1 1,-2 0 50,1-4 0,-1 1-4,5 3 1,-5-3-30,1 3 0,-1-1-1,1 1 0,-2-3 13,2 3 0,2-3 54,-2-1 1,1 4-91,0 0 0,0-1 177,3-3 0,-1 2-72,-3 1 0,3-1 12,5 2 0,-4-3 56,0-1 1,-4 0 33,4 0 0,0 0-9,4 0 1,0 0-64,0 0 0,-4 0 90,0 0 1,0 0-58,4 0 1,-1 0 14,1 0 1,0 0-11,0 0 0,0 0-51,0 0 1,-1 0-13,1 0 1,0 0-2,0 0 1,4 0-1,-1 0 0,1 0-2,-4 0 1,0 0-6,-1 0 0,5 0-2,0 0 0,-1 0-5,-3 0 0,0 0 12,0 0 0,0 0-12,0 0 0,-1 0 3,1 0 1,1 0-3,3 0 0,-3 0 7,3 0 0,-3 0 1,-1 0 0,3 0 2,1 0 1,0 0 1,-4 0 1,3 0 5,1 0 1,-1 0-9,-3 0 1,5 0 18,3 0 0,-3 0-11,-2 0 1,0 4-61,0-1 0,0 1 31,4-4 0,-3 0 34,3 0 0,-3 0-1,3 0 0,-1 0-1,2 0 1,-2 0-1,-2 0 0,-3 0 0,3 0 1,0 0-1,0 0 1,0 4-4,-4 0 0,1 0 0,2-4 1,-2 0 16,3 0 0,-1 0 1,0 0 1,0 0-7,4 0 0,-3 0-1,3 0 0,-3 0-12,3 0 1,-3 0 9,3 0 1,-3 0 62,3 0 0,-4 0-25,0 0 0,0 0-35,0 0 0,0 0-10,4 0 1,-4 0-1,0 0 0,0 0 1,0 0 0,0 0-2,4 0 1,-4 0-3,0 0 0,0 0 6,0 0 1,0 0-5,4 0 1,-5 0 1,2 0 1,-2 0-4,2 0 0,-3 0 3,3 0 1,-3 0-1,-1 0 0,3 0 0,1 0 1,4 0-2,-5 0 1,2 0 0,-1 0 0,-2 0 0,6 0 0,-5 0 0,5 0 0,-6 0 0,2 0 0,1 0 0,-2 0 1,2 0-1,-1 0 0,-3 0 0,3 0 0,-2 3-67,2 1 1,-3 1-14,2-1 1,2-3 36,-1 3 1,0 1-41,-4-1 1,-1 1-12,1-1 0,0-3 48,0 3 0,1 1-31,3-1 0,-5 4-41,1-5 1,0 2 79,-4-1 1,3-1-14,1 4 0,-1-4-6,1 1 0,0 1 6,0-1 0,0 1 17,0-2 1,0-1-15,-1 2 0,1-2 16,0 2 0,1-3 46,3 3 0,-3-3 24,3-1 1,-3 4-44,-1 0 0,4 0-9,4-4 0,-3 0 47,-2 0 1,2 0-6,-1 0 0,3 3-78,-3 1 1,4 0 36,-5-4 1,5 0 8,-5 0 0,6 0-30,-1 0 1,-2 0 53,1 0 0,-1 0-36,2 0 1,2 0-24,-3 0 0,3 0 0,2 0 0,-5 0 50,0 0 1,1 0-25,3 0 0,0 0-25,1 0 1,-2 0 0,-3 0 1,4 0 0,1 0 1,-5 0-1,4 0 1,-3 0 0,-1 0 1,3 0 0,-2 0 0,-2 0 0,1 0 0,1 0 0,3 0 1,0 0 0,1 0 0,-5 0 0,1 0 0,-2 0 5,1 0 1,6 0 1,-6 0 0,2 0-3,-5 0 1,0 0 1,4 0 1,2 0 4,-3 0 1,0 0 1,0 0 0,-3 0-13,3 0 0,-3 0 7,3 0 0,-4 0-10,0 0 1,2 0 6,-1 0 1,5 0-3,-2 0 0,-1 0-1,2 0 0,-5 0 0,5 0 0,-2 0-1,1 0 1,0 1-23,-4 3 0,-2-3-2,3 3 1,1-2 19,-1-2 1,-5 1-25,-3 3 0,0-3 0,4 3 0,0-2-4,0 2 1,-1-3-2,-3 3 0,1-1-13,-5 0 1,4-1 4,-4 2 1,1-2-24,-5 2 1,0-3-30,1 3 1,-1 1 26,1-1 1,-1 1-6,1-1 1,-1-3 44,0 3 0,1-3 37,-1-1 0,-3 1-87,-1 3 7,1-3 0,0 4-118,-1-5 234,-4 0 0,2 0 0,-5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16088 4241 6010,'0'10'0,"0"-3"-20,0-7 0,0 2 184,0 4-174,0-4-4,0 6 5,0-8 2,0 0-62,0 8 35,0-7 34,0 7 16,0-8 1,0 2 20,0 4 62,0-4-81,0 6 35,0-8-35,0 0 0,8 0-11,-7 0 0,9 5-6,-4 1-1,-4 0-5,13-6 1,-11 0 21,8 0 1,-6 0-12,5 0 0,-5 0-7,5 0 1,-5 0 6,6 0 0,-6 0-14,5 0 1,-5-6 6,6 0-2,-1 1 0,7 5 0,-1 0 1,-5 0-2,-1 0 0,1 0-1,5 0 1,-5 0 3,-1 0 1,1 0 0,5 0 0,1 0 0,-1 0 0,0 0 0,1 0 0,-1 0 0,0 0 0,1 0 0,-1 0 0,1 0 0,-1 0 0,0 0 0,1 0 0,-1 0 0,0 2 0,1 3 0,5-3 0,0 4 0,0-4 0,-5-2 0,5 0 0,0 0 0,0 0 0,-5 0 0,5 0 0,0 0 0,6 0 0,-6 0 0,2 0 0,-2 0 0,-2 0 37,8 0 1,-7 0-35,1 0 0,-2-6 31,2 0 1,-3 1-27,3 5 0,2-2-2,-2-4 0,0 4 3,-6-4 1,1 4-4,-1 2 1,1 0-8,-1 0-3,8 0 0,0 0-19,4 0 1,-4 0 23,-7 0 0,-1 0-25,0 0 0,1 0 21,-1 0 0,0 0 2,1 0 0,-1 0-5,1 0 4,7 8 0,-6-6 4,4 4 0,-4-4 1,-1-2 0,-1 5 38,1 1 0,-1 0-36,0-6 0,-5 2 2,-1 4 1,1-4-7,5 3 0,1-3-1,-1-2 0,1 6 3,-1 0 1,0 0-3,1-6 1,-1 0-4,0 0 0,3 0-3,3 0 0,-4 0-1,4 0 0,-3 0 5,-3 0 0,0 0 23,1 0 1,-1 0-21,1 0 0,-1 0-2,0 0 0,1 0 1,-1 0 1,0 0 0,1 0 0,-1-2-2,1-4 0,-1 4-2,0-4 1,1 4-3,-1 2 0,0-5 1,1-1 1,-1 0 1,0 6-35,1 0 0,-1 0-5,1 0 1,-1 0-5,0 0 17,1 0 0,-1-2 19,0-4 0,1 4-1,-1-3 1,-5 3 216,-1 2-217,1 0 1,5 0 78,1 0 1,-7 0-87,1 0 20,-1 0 0,7 0-65,-1 0-14,1 0 43,-1 0 0,0 0-70,1 0 122,-1 0-72,0 0 232,1 0-60,-1 0-40,-7 0-71,5 0 1,-13 2 2,4 3 1,-2-3-1,2 4 0,-4-2-4,3 2 1,-3-2 9,-2 7 1,0-5-11,0 6 0,0-7-8,0 7 1,0-1 6,0 7 1,0-7-16,0 1 1,0 2 16,0 9 1,0-4-1,0 4 0,0-3-3,0-3 0,0 6-4,0 0 0,0 6-57,0-6 0,0 3 55,0-3 0,0-2-156,0 8 0,0-6 52,0 6 0,0-6-47,0 6 1,6-2 151,0 2 0,0 4 0,-6-6 0</inkml:trace>
  <inkml:trace contextRef="#ctx0" brushRef="#br0" timeOffset="1">16001 5214 6555,'0'10'-796,"0"-2"1220,0 0-316,0-7-116,0 7 1,2-8-35,4 0-14,-4 0-117,13 0 183,-5 0-53,7 0 1,0 0-14,1 0 54,-1 0 0,1-6 41,-1 1 1,0-3 9,1 2 1,5 4-18,0-4 1,0 2 10,-5-1 0,1 3-35,4-4 0,-2 2 12,8-2 1,-6 4-20,6-3 1,-5 3-20,4 2 0,-1-6-11,2 0 0,4 0-10,-4 6 1,4 0-8,2 0 1,0-6 34,-1 1 0,-5-1 0,0 6 1,0 0 21,6 0 0,0-6-23,-1 0 1,-5 1 15,0 5 1,0-2-1,6-4 1,0 4 4,-1-4 1,-1 2 18,-4-2 0,4 4 0,-4-3 0,4 3 6,2 2 0,-6 0 5,0 0 1,-6 0-12,6 0 0,-8 0-9,2 0 0,2 0-17,-2 0 1,0 0 12,-5 0 0,5 0-7,0 0 0,0 0-5,-5 0 1,-1 6-4,0-1 1,7 3-2,-1-2 1,0-4 1,-6 4 0,1-4-12,-1-2 0,2 0 18,5 0 1,-5 0-5,4 0 0,-4 0 27,-1 0 1,5 0 0,0 0 0,0 0-3,-5 0 0,-1 0 5,0 0 1,1 0-31,-1 0 1,0 0 0,1 0 1,5 5-24,0 1 1,0 0 32,-5-6 1,-1 0-37,0 0 1,1 0 20,-1 0 0,1 0-7,-1 0 1,0 0 8,1 0 0,-1 0 5,0 0 0,1 0 8,-1 0 0,-5 0 2,-1 0 0,1 0-8,5 0 0,1-6-2,-1 0 1,0 1 5,1 5 0,-1 0-7,0 0 0,1 0 3,-1 0 3,1-8 0,-1 6-2,0-4 0,1 4 22,-1 2 1,0 0 3,1 0 1,-1 0-34,1 0 0,1 0 12,4 0 0,-4 0-104,5 0 0,-5 0 86,-2 0 1,1 2-16,-1 4 13,0-4 1,1 6-14,-1-8 2,0 0 15,1 0 0,-7 0-241,1 0 230,-8 0 1,6 0-327,-5 0 182,-3 0 157,6 0 0,-8 0 0,0 0 0</inkml:trace>
  <inkml:trace contextRef="#ctx0" brushRef="#br0" timeOffset="2">16835 4328 6580,'10'0'-818,"-3"2"818,-7 4 491,0-4-201,8 5-378,-6-7 87,6 0-232,-8 0 47,0 0 134,7 0 23,-5 0-46,6 0 57,-8 0 27,0 0 27,0 8 18,0-6 55,0 13 0,0-5-56,0 7 1,0 1-2,0-1 1,0 3-17,0 3 1,0 4-36,0 8 0,0 7-30,0 4 1,0 7 0,0 4 1,0 3 9,0 4 0,0-4-86,0-8 0,6 0 78,0 0 0,-1-7 2,-5-5 0,0-9 40,0-2 0,0-8-39,0 3 0,0-11 1,0-1 1,2-8-3,4 1 24,-4-3 0,6-17 0,-8-4 0</inkml:trace>
  <inkml:trace contextRef="#ctx0" brushRef="#br0" timeOffset="3">17669 4345 6153,'0'10'-400,"0"-2"400,0-8 0,0 2-1,0 3 1,2-3-1,4 4 2,-5-4-1,7-2 0,-8 8 0,0-6 0,0 5 0,0 1 0,0-6 0,0 8 0,0-4 0,0-4 0,0 5 0,0-7 0,0 0 0,0 8 0,0-6 0,0 6 0</inkml:trace>
  <inkml:trace contextRef="#ctx0" brushRef="#br0" timeOffset="4">17860 4363 6561,'0'9'-758,"0"7"834,0-14-63,0 5 6,0 1-23,-8-6 1,6 8-9,-4-4-3,5-4 17,1 5 0,0-5-83,0 4 76,0-4-11,0 6 11,0-1 3,0-5 21,0 6 6,0 0 144,0-6-160,0 13 0,0-11 68,0 8 0,0-1-45,0 7 0,0-1 1,0 0 1,0 3-18,0 3 0,5 4 3,1 8 1,0 1-41,-6 5 0,0-3-123,0 9 0,0-7 144,0 7 0,-8-1 0,-1 6 0</inkml:trace>
  <inkml:trace contextRef="#ctx0" brushRef="#br0" timeOffset="5">16262 4415 8005,'-8'10'0,"4"3"-138,-8-7 1,7 5 193,-7-5 1,2 8-321,-1-3 0,-3 5 106,8 1 1,-7 6 14,1 1 0,3 6 107,-3-1 0,1 2-69,-7-2 1,1 4 57,-1-4 0,1 4-12,0 2 0,-1-6-39,1 0 1,0-2 46,-1 2 51,1-4 0,-8 0 0,-2 2 0</inkml:trace>
  <inkml:trace contextRef="#ctx0" brushRef="#br0" timeOffset="6">16991 4450 7969,'0'9'-177,"0"7"0,0-12 42,0 7-149,0-7 1,-2 10 181,-3-9 0,-3 9-14,-4-3 1,-3 5 12,3 1 0,-5 1 123,-6-1 0,1 0-61,-7 1 1,6 1 26,-6 4 0,6-1-37,-6 7 0,0-2 9,-5 2 0,-1 3-3,0-3 1,2-2 30,4 2 1,-7-2 2,7 2 0,-2-4 57,8-7 0,3-3-74,-3-3 37,4 3 0,7-7-15,1 4 6,7-5-74,-4-7 26,8 0 1,2-2 47,4-3 0,-2 1 0,7-8 0,1 3 0,5-3 0,1-4 0,-1-1 0,0-10 0</inkml:trace>
  <inkml:trace contextRef="#ctx0" brushRef="#br0" timeOffset="7">17200 4502 7931,'17'0'-1433,"-7"0"1749,-3 8 1,-7-5-492,0 9 1,-7-2 27,-5 1 0,-3 5 139,-3-5 1,-5 10-20,0 3 1,-8 1-14,2-2 1,2-2 19,-2 8 0,0 0 20,-5 6 1,1 0-91,4-1 1,-4 1 79,4 0 1,-4 0-83,-2-1 0,8-5 77,4 0 0,0-7-7,6 1 1,-5-6 2,11-5 0,3-3-18,2-3 84,4-4-69,2 6 1,2-10 21,4-4 0,-2 2 0,8-7 0,-1 7 0,7-19 0,-1 3 0</inkml:trace>
  <inkml:trace contextRef="#ctx0" brushRef="#br0" timeOffset="8">17721 4502 7928,'-17'11'-212,"-1"1"0,1 0-265,-1 5 1,1 2 345,0 4 1,-3-1 137,-3 7 1,4-6-74,-4 6 1,-4 0 14,-2 6 1,2-3-100,-2-3 1,8 2 130,-3-8 0,-1 1 19,2-7 0,0 8 0,6 2 0</inkml:trace>
  <inkml:trace contextRef="#ctx0" brushRef="#br0" timeOffset="9">18312 4363 7920,'-10'9'-159,"-5"7"-78,3-5 0,-3 5 65,-3 1 1,-1 1 7,-4-1 1,-2 8 148,-4 4 1,-4-2-62,4 2 0,-4 0 21,-2 6 0,1 0-65,-1-1 0,0 1 77,0 0 0,1 0-25,-1-1 0,2-1 72,4-4 0,4 2-37,8-8 0,1-5 106,5-7-120,3 1 170,8-3-141,0-1 17,0-8 1,8-6-42,3 1 0,5-9-55,1 3 97,0-5 0,1-1 0,-1-1 0</inkml:trace>
  <inkml:trace contextRef="#ctx0" brushRef="#br0" timeOffset="10">18503 4450 7908,'-6'11'-164,"0"1"0,-5-6 199,5 5 0,-8-1-337,3 1 0,-5 5 160,-1-5 0,-1 5-2,1 1 0,-2 6 85,-4 1 1,1 1 36,-7-2 0,6-2 3,-6 8 1,6-6-6,-6 6 0,8-7-58,-2 1 1,4-4 62,1-2 0,1 1-101,-1-1 1,7-1 103,-1-5 0,8-1 16,-1-4 0,3-4 0,2 5 0,0-14 0,5-3 0,1-7 0,8 5 0,-3 0 0,5 3 0,1-3 0,1-3-3,-1 3 0,2-3 7,4-3 1,-3 7-2,3-1 0,-2 0 7,2-5 1,-3 2 0,3 3 1,-4-1 31,-2 7 0,3-6 6,3 6 0,-4-5-13,4 5 1,-3 0-19,-3 6 0,-5 0-3,-1 0 6,1 0 1,-3 2-65,-3 4 1,-4 4 37,-2 7 1,0 0-9,0 1 1,-2-1 27,-4 1 1,-3 5-6,-9 0 1,3 0 74,3-6 1,-3 1-76,3-1 0,-3 1 1,-3-1 1,1 0-7,0 1 1,-1-1-1,1 0 1,0 1-83,-1-1-25,1 1-11,0-1-36,-1 0 97,8-7 20,3-2 0,7-16 41,0-4 1,2 3-34,3-3 0,-1 1 109,8-7 1,0 3-48,5 3 1,0-3 11,1 3 1,-7 2-30,1-1 0,-1 5-5,7-5 0,-3 5-30,-3-6 1,3 8 28,-3-2 0,-3-1-39,3 1-24,0 0 20,5 6 0,-5 0 13,-1 0 0,-7 0 37,4 0 11,-1 0-2,-5 8 1,6-4-29,-8 7 0,-2-1 4,-4 2 0,3 3 2,-9-3 0,8-3-11,-2 3 0,-3-2-26,-3 1 0,2 5-7,-1-5 1,1-1-5,-1 1 0,-5-1 39,5 2 0,-5 3 0,-1-5 0</inkml:trace>
  <inkml:trace contextRef="#ctx0" brushRef="#br0" timeOffset="11">18885 3563 7955,'0'10'-695,"0"-1"537,0-3-184,0-4 332,0 6-65,0-8 0,0 2 57,0 4-20,0-4 65,0 5-42,8-7 0,-4 0-24,7 0 1,-5 0 42,5 0 1,-5 6 40,6 0 1,-6 6-44,5-7 0,1 9 83,5-3 0,1 5-50,-1 1 1,0 1 6,1-1 1,1 0-17,4 1 0,-4 5 2,5 0 1,-3 2-62,2-2 0,-4-3 61,4 3 0,-3-4-180,-3-1 1,1-1 93,-1 0 0,-6 1-129,1-1 1,-6 0 108,5 1 0,-7-1 78,2 1 0,-4-9 0,6 7 0,1-7 0</inkml:trace>
  <inkml:trace contextRef="#ctx0" brushRef="#br0" timeOffset="12">19198 3998 7974,'9'0'-1882,"1"0"2024,-4 0-103,-4 0-34,5 0 0,-5 0 9,4 0 62,-4 0-82,6 7 1,-8-3 38,0 8 0,0-6 12,0 5 1,0-5-6,0 6 1,0-7 0,0 7 1,6-6 29,-1 5-34,1-7 0,-4 10-15,4-8 53,-4-1-172,13 3 64,-5-6 1,5 4-130,-3-12 0,1 2 88,-7-7 0,6-1-165,-6-5 1,5-1 204,-5 1 1,6-1 33,-7 1 0,9-8 0,-4-2 0</inkml:trace>
  <inkml:trace contextRef="#ctx0" brushRef="#br0" timeOffset="13">19337 3285 7974,'17'0'-983,"-5"0"630,-1 0 133,1 0 1,5 0 219,1 0 0,-1-8 0,0-1 0</inkml:trace>
  <inkml:trace contextRef="#ctx0" brushRef="#br0" timeOffset="14">19337 3546 7974,'9'0'-1418,"-1"0"1057,0 0 302,-6 0 73,5 0-13,1 0 0,-4 0-13,8 0-7,-9 0 20,13-8 1,-8 4-14,3-7 0,5 5 113,-5-6 0,-1 8-90,1-1 0,-5-3 70,6 2 1,-6-6-54,5 7 1,-1-3 34,1 2-11,5 4 0,-12-11 58,7 7 14,-7 0-85,12 6 1,-14 8-92,3 3 0,-3 5 24,-2 1 0,-6 6-118,1 1 0,-7 7 86,6-3 0,-7 3-19,1-2 0,-1 2-18,1-8 0,-3 1 97,3-7 0,-3 0 0,-3 1 0</inkml:trace>
  <inkml:trace contextRef="#ctx0" brushRef="#br0" timeOffset="15">19545 3546 7505,'10'11'-372,"-4"1"386,-4-8 1,-2 5-32,0-3-43,7-4 0,-3 12 78,8-8 1,-7-1-140,7-5 1,-6 0 44,5 0 1,-5 0-229,6 0 236,-1 0 1,7 0-7,-1 0 1,-5 0-42,-1 0-23,1 0 92,5 0 46,1 0 0,-7 2 0,1 4 0,-8-4 0,3 6 0</inkml:trace>
  <inkml:trace contextRef="#ctx0" brushRef="#br0" timeOffset="16">19493 3911 7974,'10'-10'-205,"5"-5"0,-11 7-6,8-4 1,-3-3 88,3 3 0,3-1 35,-3 1 1,3-3 37,3 3 0,-1-3-48,0-3 1,1 1 43,-1 0 0,1-1-33,-1 1 1,0-1-37,1 1 1,-7 6 88,1-1 1,-6 6 32,5-5 0,1 7 0,5-4 0</inkml:trace>
  <inkml:trace contextRef="#ctx0" brushRef="#br0" timeOffset="17">19788 3633 7974,'0'11'-1810,"0"1"1915,0-8 27,0 11-309,0-5 272,0 7 6,0 1-99,0-1 0,-2-2-4,-3-3 1,3 3-61,-4-3 17,4 4 1,2 1-199,0 0 243,0 1 0,0 7 0,0 2 0</inkml:trace>
  <inkml:trace contextRef="#ctx0" brushRef="#br0" timeOffset="18">19823 3285 7927,'-10'2'-169,"5"4"-120,-5-4 303,8 5 0,-8-7-176,5 0 1,3 2-71,-4 4 267,4-4-85,2 6 35,0-8-19,0 0-4,0-8 0,0 4 62,0-7 1,2 7-35,4-2 1,-2-2-4,7 2 60,1-7-39,5 3 0,0-5 13,1 3 1,-7 3 48,1 3 5,0 4-49,5-6-3,0 8 1,1 2 12,-1 4 1,-7 4-4,-4 7 1,1 2-207,-1 4 0,2-1 59,-2 7 0,-4 0-21,3 5 1,-3-5-11,-2 0 1,0-2 144,0 2 0,0 4 0,-7-14 0,-3 7 0</inkml:trace>
  <inkml:trace contextRef="#ctx0" brushRef="#br0" timeOffset="19">20032 3163 7927,'11'16'-504,"1"-5"496,-8 5 1,5-6-290,-3 7 1,-4-5 178,4-1 1,2 1-49,-3 5 148,1 0 1,0 1-12,0-1 1,5 6 16,-5 1 0,2-1-7,-2-6 1,-5 1-98,5-1 0,2 6-16,-2 0 132,0 0 0,-6-5 0,0-1 0</inkml:trace>
  <inkml:trace contextRef="#ctx0" brushRef="#br0" timeOffset="20">20171 3355 7927,'11'-6'-240,"1"0"288,-8 0 1,5 6-562,-3 0 410,-4 0 1,8 0-488,-5 0 386,-3 0 1,8 0-42,-4 0 225,-4 0 20,5 0 0,1-7 0,2-3 0</inkml:trace>
  <inkml:trace contextRef="#ctx0" brushRef="#br0" timeOffset="21">20292 2972 7927,'10'2'-1174,"-4"4"1317,-4-4 940,-2 6-995,0-1-1061,0-5 576,0 6 344,0-8 1,2 0-85,3 0 137,-3-8 1,12 4 0,-8-7 1,5 5-33,-5-6 19,7 9 0,-5-7 211,4 4-199,3 4 0,-11-6 124,8 8 1,-9 2-61,3 4 1,-2 4-9,2 7 1,-4 1-61,4-1 1,-4 2-80,-2 4 0,-2 5 70,-4 6 0,2 1-98,-8 0 0,7 0-36,-7-1 1,6-5-65,-5 0 1,5 0 210,-6 6 0,8-8 0,-11 6 0,5-6 0</inkml:trace>
  <inkml:trace contextRef="#ctx0" brushRef="#br0" timeOffset="22">20501 3511 7384,'-8'10'-1220,"6"-1"1716,-4-3-231,4-4 0,0 12-413,-3-9-6,3 9 195,-6-4 32,8 7-133,0 0 1,0-5 43,0 0 1,2-9 92,4 3-79,-4-4 1,7-2 27,-3 0-16,-4 0-11,13 0 1,-11-6-4,8 1 40,-8-9 0,3 4 1,-7-7 0,6 5-22,0 1 0,0 5 6,-6-6 0,0 7-106,0-7-26,0 8 111,0-4 0,0 8 0,0 0 0</inkml:trace>
  <inkml:trace contextRef="#ctx0" brushRef="#br0" timeOffset="23">16070 6727 8139,'0'11'-1938,"0"1"1498,-7-8 449,5 3 19,-6 1-21,8-6-13,0 6 14,0-8 1,0 0 1,8 0 1,-4 0 1,7 0 0,-5 0 0,6 0 0,-7 0 14,7 0 13,-8-8-30,11 6 0,-7-8 1,4 5 1,3 3 0,-5-6-16,7 8-6,0 0 27,1 0-8,-1 0 1,1 0 38,-1 0 1,-5 0-40,-1 0 0,1 0 13,5 0 0,0 0-3,1 0 1,-1 0 2,1 0 1,1 0-20,4 0 0,-2 0-4,8 0 0,-6 0 0,6 0 0,-2 0-7,2 0 0,4 0-8,-4 0 0,4-6 20,2 0 1,-1 1-13,1 5 1,0 0 5,0 0 1,1 0 0,5 0 0,-3-6 2,9 0 0,-9 0 0,3 6 0,-2 0 0,1 0 0,3-2 0,3-4 0,-2 5 0,-3-5 0,-5 4 0,5 2 0,1-6 20,-1 0 1,0 0-13,-7 6 1,1 0 2,0 0 1,0-5 8,-1-1 1,-5 0 2,0 6 1,0 0-8,6 0 1,-2 2-2,-4 4 0,4-4-27,-5 4 1,3-3 25,-2 3 1,4-4-32,-4 4 0,4-4 19,2-2 0,-6 0-2,0 0 0,0 2 9,5 4 0,-5-5 0,0 5 1,-6-4 3,6-2 1,-2 0 4,2 0 0,-2 2-14,-4 4 0,-1-4 8,7 4 0,-2-2-23,2 1 0,2-3 13,-8 4 1,6-2-3,-6 2 1,8-4 3,-2 3 1,-2-1-2,2 2 0,0-4-5,5 4 0,-5-4-1,0-2 1,0 0-1,6 0 0,0 0 5,-1 0 0,3 6-6,4-1 0,-5 1 17,5-6 1,1 0 0,-1 0 0,5 0-6,-5 0 0,5 0 2,-5 0 1,7-2 1,-2-4 0,-1 4 3,1-3 0,-6-3-24,7 2 1,-7-5 17,7 5 0,-7-6-28,7 6 0,-7 1-1,6 5 1,1-2-5,5-4 0,-6 4 14,1-4 0,-1 2-4,6-2 0,-4 5 8,4-5 0,-9 4 0,9 2 0,-10-6 101,5 0 1,-7 0-96,7 6 1,-9 0 65,3 0 1,1 0-60,-1 0 0,5 2 4,-5 4 1,5-4-24,-6 4 0,3-2-4,-3 2 0,-1-3 3,7 9 0,-5-8-11,5 2 0,-7-4-37,1-2 1,3 2 44,-3 3 0,7-3 16,-7 4 1,1-4 31,-6-2 0,7 2 7,4 4 0,-3-4-15,-3 3 1,-1-3 9,2-2 1,-3 0-24,8 0 1,-7 6 4,2 0 1,-3 0-30,3-6 1,-3 0 28,9 0 0,-9 0-68,3 0 1,-3 6 42,3-1 0,-2 1-6,7-6 0,-7 6 1,1 0 0,-3 1-1,-2-1 0,5-4 9,1 4 1,-1 2-1,-5-3 1,0 3-32,-1-2 0,1-4 26,0 4 1,-2-2 20,-4 1 1,2-3-11,-8 4 0,6 2 1,-6-2 1,0 1-1,-6-1 1,1-4 2,-1 4 0,0 2-30,1-3 0,-3 3 0,-3-2 1,-2-4 25,-5 4 0,-3-4 0,6-2 0</inkml:trace>
  <inkml:trace contextRef="#ctx0" brushRef="#br0" timeOffset="24">16192 7926 8078,'0'10'-1812,"0"-3"1776,0-7-42,0 8 62,0-6-12,0 6-25,0-8-20,0 0 73,8 0 3,-6 0 5,5 0 47,1 0 1,-4 0-52,8 0 1,-7-6 26,7 0 1,-6 0-25,5 6 0,-5 0 1,6 0 0,-1-2-6,7-3 1,-1 3-5,0-4 0,7 4 29,-1 2 0,2 0-18,-2 0 0,4 0 23,8 0 1,-6 0-22,0 0 0,0-6 46,5 0 1,1 1-33,0 5 0,5 0 5,1 0 0,0-6-10,-7 0 1,1 0 0,0 6 1,0 0-22,-1 0 0,1-2 21,0-4 0,-1 4-6,1-3 0,-2 3 4,-4 2 0,4 0 24,-4 0 1,4-6-3,1 0 1,1 0 5,0 6 1,-4 0-18,3 0 1,-8 0-1,8 0 1,-3 0-12,4 0 1,0 0 12,-1 0 1,-5 0-53,0 0 1,-2 0 44,2 0 0,4 0-54,-4 0 0,-4 0 50,-2 0 1,2 0-6,-1 0 0,7 0-2,-3 0 1,3 0-1,-2 0 0,4 2-17,-4 4 0,-2-4 16,2 4 1,0-4-31,6-2 1,-6 0 15,0 0 1,-6 0-5,6 0 0,0 0 2,5 0 0,-5 0-4,0 0 1,-2 0 10,2 0 1,2 0 0,-8 0 0,8 0 19,-2 0 0,2 0-20,-2 0 1,4 0-7,-4 0 0,-2 0 8,2 0 1,0 0-39,6 0 1,-1 6 17,1-1 1,0 1-5,0-6 1,-1 2 12,1 4 1,0-4-5,0 4 0,1-4-1,5-2 0,-5 0 0,5 0 1,1 0-28,-1 0 1,1-2 24,-1-4 0,-2 4-27,7-4 0,-7 4 19,1 2 1,-1-2-6,1-4 0,-3 4 15,3-3 1,-3 3-2,-2 2 1,5 0 26,1 0 0,-1 0-30,-5 0 1,2-6 38,3 0 0,-3 0-22,4 6 0,-5 0 5,-1 0 0,0 0-18,0 0 1,-1 0-4,1 0 1,0 0-15,0 0 1,-3 2-4,-3 4 1,4-4-9,-4 4 1,4 2 23,2-3 0,-3 3-24,-3-2 1,4-4 33,-4 4 0,4 1 3,2-1 0,0 0-17,-1-6 0,1 2 1,0 4 0,0-4 15,-1 3 1,1-3-11,0-2 1,1 0 14,5 0 0,-4 0-11,3 0 1,-3 2 20,-2 4 1,-1-4-14,1 4 1,6-4 2,-1-2 1,1 2-2,-7 3 0,1-3 3,0 4 1,0 2-5,-1-2 1,1 1-1,0-1 1,0-4-33,-1 4 0,7-4 28,0-2 1,-1 0-42,-5 0 1,5 0 35,1 0 1,1 0-2,-1 0 1,-4 0 7,3 0 0,-1 0 1,1 0 0,-1 0 1,7 0 1,-7 0 2,1 0 1,-1 0-4,1 0 1,-3 0 4,4 0 1,-5 2-3,-1 4 1,2-5-5,3 5 1,-3-4-1,4-2 1,-5 0 11,-1 0 1,0 0 0,-1 0 1,1 2-8,0 4 1,-6-4 2,0 4 0,0-4-30,6-2 0,-6 0-2,-1 0 1,-6 5-117,1 1 1,-2 0 108,2-6 30,-3 0 0,5-8 0,-8-1 0</inkml:trace>
  <inkml:trace contextRef="#ctx0" brushRef="#br0" timeOffset="25">17165 6814 7940,'0'-12'-2057,"0"0"1920,0 8 167,0-11 0,0 11 42,0-7-66,0 7 0,6-6 8,0 4-24,-1 4 0,-5-7 28,0 3-41,8 4 21,-6-14-4,6 15 1,-1-15 1,-5 12-14,4-7 13,-4 7 4,6-12 2,-6 14-3,5-5 7,-7 7 0,0-2 89,0-4 10,0 4 24,0-6-52,0 8 0,0 2 43,0 4-51,0-4 1,-1 13-27,-5-3 1,4 3 10,-4 3 1,4-1-88,2 1 1,0 5 54,0 0 0,0 8-10,0-2 0,0 6 5,0 5 0,0-1-3,0 7 0,0 0-32,0 7 0,6-1-87,0 0 1,-1 0 21,-5 0 0,0 0 78,0 0 0,6-5-142,0-1 1,0-9 147,-6-2 0,0-1 0,0-7 0</inkml:trace>
  <inkml:trace contextRef="#ctx0" brushRef="#br0" timeOffset="26">18086 6657 8008,'7'10'-395,"3"5"-1,0-13 0,-1 12-46,-3-9 240,-4 1 179,6 2 50,-8-6 0,6 13-1,-1-3 1,1-2-30,-6 1 0,0 1-2,0 5 0,0 1-16,0-1 1,6 6 21,0 0 1,0 8-3,-6-2 0,0 4 5,0 2 1,0-1 14,0 1 0,0 6-25,0-1 1,0 7 7,0-7 1,0 7-37,0-7 0,0 3-85,0-3 0,5-3 102,1 3 17,0-11 0,2 12 0,1-4 0</inkml:trace>
  <inkml:trace contextRef="#ctx0" brushRef="#br0" timeOffset="27">19024 6744 7869,'6'12'-1690,"0"-1"2219,-1-7-496,-5 11 1,2-11-313,4 8 280,-4-8 51,6 11 1,-8-5-96,0 7 1,0-5 79,0-1 0,2 1-28,3 5 0,-3 7-10,4-1 1,-4 6-12,-2-6 1,0 14 24,0-3 0,0 7-10,0-1 0,0 5-11,0 7 0,0-6-5,0 1 0,0 5-68,0 6 0,-6 0 75,0-6 1,1 0-150,5 0 0,-6-7 155,0-5 0,-7 5 0,3-1 0</inkml:trace>
  <inkml:trace contextRef="#ctx0" brushRef="#br0" timeOffset="28">16470 5371 8129,'8'10'-437,"-6"-1"-495,3-3 770,-3-4 0,-2 8 72,0-5 0,0-1 121,0 8 0,0-6 4,0 5 1,0-5-10,0 6 0,0-1 11,0 7 0,-5-1-8,-1 0 0,0 3 1,6 3 1,0-2-6,0 8 0,0-6-35,0 6 0,0 0-9,0 6 0,0 2-98,0 3 1,6-1 119,0 7 1,5-7-55,-5 1 0,2 3 1,-2-3 0,-3-5-5,9-6 1,-8-8-7,2 2 61,-4-3 0,5-3 0,3 1 0</inkml:trace>
  <inkml:trace contextRef="#ctx0" brushRef="#br0" timeOffset="29">16331 6031 8129,'10'8'-480,"-3"-6"285,-7 6-261,0-1 416,8-5 1,-6 8-55,4-4 0,-4-2 78,-2 7 0,6-5-10,-1 6 1,3-1 39,-2 7 0,-2 1-34,7 4 1,-5-2 128,6 8 0,-1-7-97,7 1 1,1 2 3,4-2 0,-4 0-40,5-5 1,1-9-10,-2-3 1,2-4-31,-2-2 0,-2-2-274,8-4 337,-7-11 0,10-10 0,-5-8 0</inkml:trace>
  <inkml:trace contextRef="#ctx0" brushRef="#br0" timeOffset="30">17565 5180 7953,'0'17'-1378,"-6"-5"1246,0-1 655,0 1-347,-2 5-270,7 1 0,-9-7 141,4 1 1,4-6-160,-4 5 32,4-7 0,2 6 123,0-5 0,0-1-141,0 8 0,0-1 9,0 7 1,0-1 6,0 1 1,6 7 54,0 4 0,0 4-19,-6 1 1,2 9 16,4 3 1,-5 4 11,5 2 0,-4 6 53,-2 0 1,0 2-58,0-2 1,0-2 45,0 8 0,2-10-79,4-2 0,-4-7-229,4-11 283,-4 1 0,-2 0 0,0 0 0</inkml:trace>
  <inkml:trace contextRef="#ctx0" brushRef="#br0" timeOffset="31">17408 6083 7953,'0'18'0,"0"-1"-257,0 1 1,0-1 61,0 0 0,0 1 23,0-1 1,2 1 133,4-1 1,-4 6 31,4 0 0,1 0 13,-1-5 0,8-1-2,-3 1 0,5-3-17,1-3 0,-5 1 19,-1-7 0,1 6-21,5-7 0,1 1-17,-1-6 0,0 0 1,1 0 0,-1-6 9,0 1 0,1-9-7,-1 2 1,1-3-16,-1-2 0,6-7-6,0 1 1,0-2 48,-5 2 0,-1-4 0,1-8 0</inkml:trace>
  <inkml:trace contextRef="#ctx0" brushRef="#br0" timeOffset="32">18503 5301 7979,'7'10'-1801,"-5"0"1738,4-5 1,-4-1 479,-2 8 1,0-6-386,0 5 0,0 1 24,0 5 0,0 1-129,0-1 0,0 0 34,0 1 0,0 1 37,0 4 1,0 2-9,0 4 0,0 4-6,0-4 0,0 4 5,0 2 0,0 1-100,0 5 1,0-4 21,0 3 0,-2-1 76,-4 1 1,4-5-134,-3 0 1,3-2 120,2-10 0,-6 6 25,0-6 0,-7 8 0,3-4 0</inkml:trace>
  <inkml:trace contextRef="#ctx0" brushRef="#br0" timeOffset="33">18329 5962 7979,'0'17'-893,"0"1"0,0-1 974,0 0 0,0-5-44,0 0 1,0-1 75,0 6 0,0 1-74,0-1 1,0 6 12,0 1 1,8 6-23,3-1 1,-1-1 5,2 0 1,-1 0-11,6 0 0,-1-2 11,-4-9 1,3-2-84,-3-3 0,-3 2 83,3-9-98,-1 1 0,7-14-8,-1-3 1,-5-5-11,-1-1 0,1 0 26,5-1 1,1-5-123,-1 0 1,0 0 67,1 5 0,1-5-86,4 0 193,4 0 0,8-2 0,0-2 0</inkml:trace>
  <inkml:trace contextRef="#ctx0" brushRef="#br0" timeOffset="34">19875 5858 6566,'10'0'92,"-2"0"-180,-8 0 320,0 0-354,0 7 181,0-5-24,0 6-33,0 0-2,-8 1 0,0 3-12,-3-1 0,-3 1 24,8 5 1,-5-5-17,5 0 0,-6-1 18,7 7 0,-9 5-30,2 0 0,3 2 14,-3-2 0,3-2 5,-3 8 0,-2-5-56,9 5 1,-3-6-124,2 6 0,4-6-134,-4 6 310,5-8 0,-7 12 0,-2-6 0</inkml:trace>
  <inkml:trace contextRef="#ctx0" brushRef="#br0" timeOffset="35">19615 6118 7922,'0'18'5,"-2"-7"-318,-4 1 1,4-6 203,-4 5 1,4-5-60,2 6 1,0-1 149,0 7 1,0-1-28,0 0 1,0 1 4,0-1 1,0 0-14,0 1 0,0-1 57,0 1-56,8-1 0,0 0 82,3 1 0,5-9-35,-5-3 1,5-4-104,1-2 1,1 0 98,-1 0 1,0-2-219,1-4 227,-1-3 0,8-9 0,2 1 0</inkml:trace>
  <inkml:trace contextRef="#ctx0" brushRef="#br0" timeOffset="36">19979 5371 8071,'18'0'-1439,"-7"0"719,1 0 938,-8 0-83,4 0-108,-1 0 22,-5 0-29,14 0 1,-12 0-7,7 0 0,-5 0-3,6 0 1,-7 0-250,7 0 238,-8 0 0,11-8 0,-5-2 0</inkml:trace>
  <inkml:trace contextRef="#ctx0" brushRef="#br0" timeOffset="37">19945 5649 8029,'11'0'-2122,"1"0"2619,-8 0-138,3 0-613,1 0 295,-6 0 0,8-2 23,-4-4-104,-4 4 0,7-5 133,-3 7-226,-4 0 104,13-8 0,-11 6-22,8-4 1,-6-2 18,5 3 0,-5-3-1,6 2 0,-7 2 23,7-7 0,-6 7-8,5-2 1,-5-2 44,6 2 0,-7 1-39,7 5 0,-6-6 54,5 0 0,-5 0 1,6 6-12,-8 0 1,5 2-75,-3 4 19,-4 4 0,6 13-10,-8 0 1,-6 0-92,0-5 1,-5 5 41,5 0 1,-6 0 82,6-6 0,-15 9 0,2 1 0</inkml:trace>
  <inkml:trace contextRef="#ctx0" brushRef="#br0" timeOffset="38">20223 5597 8005,'11'8'-700,"1"3"1,-8-1 349,2 1 1,1-5 576,-1 6 0,6-6-93,-7 5 1,3-7-477,-2 2 173,-4 3-208,13-7 377,-13 6 0,14-8 0,-7 0 0</inkml:trace>
  <inkml:trace contextRef="#ctx0" brushRef="#br0" timeOffset="39">19962 6014 8005,'12'-6'0,"-1"0"0,-1-1-1063,2 1 620,3 4 384,-5-14 68,7 7 1,0-9-14,1 1 1,-3 5-10,-3 1 0,3 5-9,-3-6 1,3 1-8,3-6 0,-1 5-11,0 0 0,1 3-100,-1-3 1,0-3 1,1 3 138,-1-3 0,1-3 0,-1 1 0</inkml:trace>
  <inkml:trace contextRef="#ctx0" brushRef="#br0" timeOffset="40">20310 5823 8005,'0'17'-280,"0"1"1,-6-7-977,0 1 1376,0-1 0,6 7-33,0-1 0,0 0-168,0 1 1,0-7 63,0 1 17,0 0 0,-8 13 0,-1 2 0</inkml:trace>
  <inkml:trace contextRef="#ctx0" brushRef="#br0" timeOffset="41">20431 5371 7994,'8'10'0,"-6"-1"-79,4-3 448,-4-4-505,-2 6-128,0-1-211,0-5 426,0 6 1,1-8-68,5 0 0,-2-6-137,8 0 222,-1-7 1,7 5-113,-1-3 0,0-3 55,1 8 0,-7-5 65,1 5 1,0-2 17,5 2 1,-5 4 0,-1-3 1,-5 3 19,5 2 0,-5 0 249,6 0 32,-8 0-221,11 0 0,-13 7-69,4 5 0,-4 5 15,-2 7 1,0-3-6,0 8 1,0-6-35,0 6 0,0 0-142,0 6 1,0-1 108,0 1 1,-6-6-93,0 0 1,-5-6-31,5 6 1,-2-7 60,2 1 111,4-4 0,-5-2 0,-1 1 0,-2-1 0</inkml:trace>
  <inkml:trace contextRef="#ctx0" brushRef="#br0" timeOffset="42">20831 5301 7994,'9'18'0,"1"-7"-90,-4 1 64,-4-8-605,6 11 313,-8-5 36,0 7 225,0 1 1,0-1 19,0 0 0,0 1 41,0-1 1,5 1-4,1-1 0,0 0-36,-6 1 1,0 5-16,0 0 0,0 6-46,0-6 0,0 6 80,0-6 1,6 6-80,-1-6 0,1 1 95,-6-7 0,0 0 0,0 1 0</inkml:trace>
  <inkml:trace contextRef="#ctx0" brushRef="#br0" timeOffset="43">20970 5562 7978,'11'0'0,"1"0"-859,-8 0 326,11 0 201,-5 0 1,1 0 331,1 0 0,0 0 0,5 0 0</inkml:trace>
  <inkml:trace contextRef="#ctx0" brushRef="#br0" timeOffset="44">21248 5110 7964,'9'12'-893,"-3"-1"0,-4 1 854,-2 5 0,0 1 518,0-1 1,0 0-338,0 1 0,0-5-227,0 5 0,0-5-103,0 10 1,6-3 165,0-3 1,-1 2-144,-5 5 0,0-5 60,0 4 105,0-4 0,8 6 0,2 3 0</inkml:trace>
  <inkml:trace contextRef="#ctx0" brushRef="#br0" timeOffset="45">21335 5718 7963,'0'18'552,"0"-1"-540,0 1 0,0-7-603,0 1 138,0-8 290,0 11-292,0-13-25,0 6 480,0-8 0,0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88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2832 7264 6606,'-1'6'-186,"-3"-2"244,3 2-254,-4-5 230,5 5 385,0-6-314,5 0-66,-4 0 1,6 0 30,-4 0-50,-1-6 0,4 5 25,-2-3-33,-3 3-13,9 1 0,-7 0 15,4 0 0,-3 0-9,4 0 0,-4 0 11,3 0 8,1 0-8,3-5 0,1 4 6,-1-3-8,1 3 0,-1 1-6,0 0 1,1 0-2,-1 0 1,1 0 1,-1 0 0,1-2 3,-1-1 0,-3 1-28,-1-1 0,1 1 25,3 2 0,4 0 6,1 0 0,-1 0 18,-4 0 1,1-4 3,-1 1 0,1-1-10,-1 4 0,0 0 3,1 0 1,-1-1-32,1-3 0,3 2 22,0-1 0,0 1-41,-3 2 0,0 0 39,4 0 1,-4-3-29,4-1 0,-2 0 4,1 4 1,-2-4-10,2 0 1,1 1 7,-1 3 1,1-2-1,-5-2 1,4 3 3,1-3 1,0 3 0,-1 1 0,-2-1 0,2-3 1,-1 3 0,1-3 0,-1 3 59,5 1 1,-5 0-52,2 0 0,0 0 3,-1 0 1,2 0 8,-2 0 0,-2 0 1,2 0 1,-1 0-19,1 0 1,-2 0-5,2 0 0,-2 0-16,-2 0 1,4 0 23,1 0 1,-1 0-17,-4 0 0,1-4-5,-1 0 1,1 0-3,-1 4 0,0 0 1,1 0 1,-1-1-1,1-3 0,-1 3-6,0-3 1,1 3 11,-1 1 1,-3 0 15,0 0 0,-1-4-16,5 0 0,-1 0 11,0 4 0,1 0 0,-1 0 1,1 0 3,-1 0 0,4 0-25,1 0 1,-1 0-3,-4 0 1,1 0-30,-1 0 1,2 0 36,2 0 1,-2 0 19,2 0 0,-2 0-22,-2 0 0,0 0 15,1 0 1,-1 0-1,1 0 1,0 0 5,4 0 1,-4 0 0,4 0 0,-4 0 4,0 0 0,0 0-17,4 0 1,-4 0 3,3 0 1,-2 0-22,-1 0 0,-1 0 18,0 0 0,5 0 6,-1 0 1,0 0-6,-3 0 1,-1 0-1,0 0 1,1-1-4,-1-3 1,1 3 0,-1-3 1,0 3-10,1 1 0,-1-1-16,1-3 34,-1 3 1,1-6-19,-1 4 20,0 1 1,1-7-10,-1 6 1,1-1 0,-1 4 1,-3-4-65,-1 0 30,1 0 1,3 4-84,1 0 0,-1 0 79,1 0 46,-1 0 0,0 0-36,1 0 0,-1 0 59,1 0 1,-5 0-41,1 0 0,0 0 5,3 0 1,0 0 19,1 0 0,-5 0 5,1 0 1,0 0 14,3 0 1,0 0-29,1 0 0,-4 0-5,-1 0 0,-1 2 4,2 1-8,2-1 5,-3 3 0,0-5-1,1 0-15,-6 0 6,3 5 0,-1-3-47,0 6 47,0-5 42,-4 7-38,0-4 0,0 5 107,0 1 0,0-5-87,0 1 1,0 0 4,0 3 1,0-2 44,0 2 1,0-2 10,0 7 0,4 1-9,-1 2 0,1 3-21,-4 1 0,4 1-103,0 3 1,1 0 88,-1 4 0,-3 2-205,3-3 0,-3 3-62,-1 2 1,0 3-81,0 0 0,-1 4 85,-3-4 74,-2 0 0,-6-4 1,1 0-1</inkml:trace>
  <inkml:trace contextRef="#ctx0" brushRef="#br0" timeOffset="1">2798 8177 5907,'-6'8'651,"2"0"-862,-2-6 197,4 3 1,-4-1 78,2 0-50,3 0 0,-4-3 11,5 3 14,-5-3-6,4 4-66,-5-5 261,6 0-202,6 0 1,-4 0 8,6 0-9,-1 0 0,5 0-31,-1 0 1,1 0 26,-1 0 1,0 0 18,1 0 0,3 0-1,0 0 1,2 0 2,-2 0 1,1 0-11,4 0 1,1 0 2,-2 0 1,3-4 6,1 0 0,1 1-5,2 3 0,-2 0 39,3 0 0,1-4-39,-1 0 0,3 0 34,-3 4 1,4 0-25,0 0 0,-3-1-28,-2-3 1,2 3 5,-1-3 0,3 3-8,-3 1 1,0-2-31,-4-1 0,3 1 47,1-1 0,3-2-70,-3 1 1,1-4 47,-1 4 1,-2 0-1,5 4 0,-4 0 22,0 0 1,2 0 4,-1 0 0,0 0-9,-4 0 0,3 0 2,1 0 0,-1 0-59,-3 0 0,0-3 53,0-1 1,4 0-43,-1 4 0,2 0 29,-1 0 1,-3-1-57,3-3 1,-3 3 28,-1-3 0,-1 3-5,1 1 0,0 0 5,0 0 0,0 0 6,0 0 1,-1-4 1,1 0 1,-4-5 0,0 2 0,0 0 0,4 0 1,-1-1-15,-3-3 0,2 0-2,-2 4 0,3-3-20,1 2 1,0 3-5,0 1 0,-2-1 1,-2 1 0,1 0-1,-4 4 0,3-1-104,-4-3 0,4 3 64,-4-3 0,2-1 45,-2 1 0,-1-4-13,5 0 0,-4 2 95,4-2 0,-4 2-44,4-2 0,-1 2 9,1 2 0,3 3-10,-3-3 0,1-1 15,-1 1 1,3 0-32,-3 4 0,-1 0 12,1 0 1,-4 0 3,4 0 0,-5 0-11,1 0 1,-2 0 1,-2 0 1,1 0-119,-1 0-12,-5 5-19,5-4-23,-10 5-54,4-6 1,-5 1 235,0 3 0,-5-3 0,-2 4 0</inkml:trace>
  <inkml:trace contextRef="#ctx0" brushRef="#br0" timeOffset="2">3438 7287 7560,'6'5'-462,"-1"-4"1,-5 5 405,0-2 43,0-3 1,-1 8-12,-3-5 0,1 4 14,-4-5 0,3 6-14,-4-1 1,1 2 16,-5 1 1,1 1-13,0-1 0,-1 6-5,1 2 0,-6 0 16,-2 4 1,-2-2-9,-2 10 1,0-1 12,0 4 0,-4 5 2,1-1 0,-6 1-3,2-1 0,-2-2-1,1 2 0,4-7-43,4 0 1,4-5-7,0 5 1,5-10-6,-2 2 0,5-7 39,3-1 0,0-3-93,4 0 113,0-6 0,4-1 0,0-5 0</inkml:trace>
  <inkml:trace contextRef="#ctx0" brushRef="#br0" timeOffset="3">3883 7389 8135,'-18'5'-232,"3"3"1,-1-2-297,0 2 0,1 0 391,4 3 0,-1 0 189,1 1 1,-4 1-10,-1 2 1,0-3-44,1 4 0,1 0 54,-5-1 0,5 2-53,-1-2 1,-2-1 2,2 5 1,-4 0-63,4 4 0,-1 0-137,5 0 1,-2 0-34,-2-1 228,2 6 0,-8-4 0,3 4 0</inkml:trace>
  <inkml:trace contextRef="#ctx0" brushRef="#br0" timeOffset="4">4294 7412 8001,'-16'23'-962,"-2"0"721,-5 0 1,4 0 214,0-1 1,4 5 12,-4 0 0,4 1-5,-4-2 0,5-2-8,-2 3 0,0-3-6,1-1 0,-2 0-126,2 0 0,2-1 87,-2 1 0,2 0 71,2 0 0,-6-5 0,0 3 0,-6-3 0</inkml:trace>
  <inkml:trace contextRef="#ctx0" brushRef="#br0" timeOffset="5">4683 7412 8019,'-8'0'-1061,"0"0"0,2 1 1680,-2 3 1,-2-1-147,3 4 1,-4-3-708,0 4 1,0-2 57,-1 2 1,-1 6-62,-2-3 1,3 3 150,-4-2 1,4 3 41,0 0 1,-3 5-99,0-1 0,0 3 88,3 1 0,1 0-128,-1-1 1,1 1 181,-1 0 0,1-4 0,0 0 0,-1-5 0,1 1 0,-1 3 0,1 0 0</inkml:trace>
  <inkml:trace contextRef="#ctx0" brushRef="#br0" timeOffset="6">4877 7583 7949,'-17'23'0,"-2"0"0,-1 0-747,1 0 1,-3 3 746,3 1 0,1 0 0,-1-4 0,4 1 0,-4 2 0,0-2 0,-4 4 0,0-5 0</inkml:trace>
  <inkml:trace contextRef="#ctx0" brushRef="#br0" timeOffset="7">5425 6556 8122,'6'-7'-403,"-1"2"0,-1 4-65,0-3 279,0 3 63,-4-4 180,0 5 1,4-2-62,-1-1 23,1 1 0,-3-3-5,3 5 1,-1 2 52,4 1 0,-3 0-19,4 5 0,-4-5 39,3 5 0,1 0-43,3 3 0,1 2-25,-1 2 1,1-1 9,-1 5 0,0-4-7,1 4 0,-1 0-25,1 4 0,-5 0-111,1 0 0,-4 0 37,3-1 0,-4 0-136,1-3 0,-2 1-216,2-4 432,-3-1 0,4-4 0,-5 1 0</inkml:trace>
  <inkml:trace contextRef="#ctx0" brushRef="#br0" timeOffset="8">5516 6864 8090,'0'6'-1668,"0"4"1668,0-8 157,0 8 1,0-8-141,0 6 1,2-4 26,1 3-49,4-4 1,4 6-3,1-5 0,3-1-20,0-3 0,0 4 44,-3 0 1,3 0-45,0-4 0,4 0-10,-4 0 0,4-4-4,-3 0 1,0-5-25,-1 2 0,-2-5-5,2-3 1,-2 2 43,-2-2 26,-4 3 0,3-5 0,-4-1 0</inkml:trace>
  <inkml:trace contextRef="#ctx0" brushRef="#br0" timeOffset="9">5733 6396 7997,'0'6'-1229,"-5"-1"1334,4-5 24,-4 5 20,5-4-91,0 5-178,0-6 1,5 0 137,3 0 1,2-4-215,1 0 1,1-5 65,-1 1 0,0 2-72,1-2 0,0 2 162,4-2 1,-4 0 39,4 4 0,1-10 0,1 1 0</inkml:trace>
  <inkml:trace contextRef="#ctx0" brushRef="#br0" timeOffset="10">5859 6533 7833,'-6'0'-455,"0"0"-167,6 0 304,0-5 172,0 3 0,0-4 125,0 2 1,4 2-8,0-6 1,5 6 25,-1-2 1,2-1-21,1 1 1,1-4 17,-1 4 1,0-1 0,1 2 1,-1 1 7,1-2-2,4 3 0,-3 1 6,2 0 1,-2 0 0,-3 5 1,-2 3 1,-3-2-8,-5 2 0,0 1 2,0 6 0,-4-2-64,0 2 1,-5-1 57,2 1 1,-4-1-217,0 5 216,0-5 0,-6 3 0,-1-6 0</inkml:trace>
  <inkml:trace contextRef="#ctx0" brushRef="#br0" timeOffset="11">6133 6556 7997,'8'0'0,"-1"0"0,-3 0-259,4 0 1,-5 0-317,5 0 0,-4 0 231,3 0 344,-4 0 0,7-5 0,-3-2 0</inkml:trace>
  <inkml:trace contextRef="#ctx0" brushRef="#br0" timeOffset="12">5962 6818 6584,'7'-10'138,"1"2"0,3-2-255,5 3 0,3-5-100,-4-3 0,5 2 130,-1-2 0,7-3 87,0-1 0,1 3 0,-4-6 0,0 5 0</inkml:trace>
  <inkml:trace contextRef="#ctx0" brushRef="#br0" timeOffset="13">6190 6704 7997,'-5'18'-1131,"4"-2"848,-3-4 1,-1-1 500,1 1 0,0 3-43,4 0 1,0 2-229,0-2 0,2-3 8,1 4 0,0-5-417,4-3 462,1 2 0,4-4 0,-1 6 0</inkml:trace>
  <inkml:trace contextRef="#ctx0" brushRef="#br0" timeOffset="14">6281 6396 6496,'8'0'-56,"0"0"1,-4 0 85,3 0 1,-3 0-157,4 0 111,-1-5 1,5 2-9,-1-5 0,0 5 4,1-5 0,-5 5 16,1 0 0,0-2 77,3 1 1,-3-4-78,-1 4 206,1 1-74,3 3-57,1 0 0,-2 1-52,-2 3 0,0 2-6,-4 5 0,0 2 3,-4 2 0,0-1 3,0 5 1,0-3-78,0 3 1,0-4 76,0 4 1,0-1-183,0 1 0,0 2 90,0-2 0,-4-2-148,0-2 0,-3 1 220,3 0 0,-5-1 0,3-4 0</inkml:trace>
  <inkml:trace contextRef="#ctx0" brushRef="#br0" timeOffset="15">6624 6259 7961,'0'11'0,"0"0"-278,0 1 1,0-1 163,0 1 1,0-1-77,0 1 0,0-1 143,0 0 0,0 1 30,0-1 0,0 1 8,0-1 0,4 1 46,0-1 1,1 4-70,-1 0 1,-2 4 33,6-3 1,-4 3-39,3-4 1,-3 1-17,4 0 1,-5-4-130,5 4 0,-4-5 164,3-3 17,-4 2 0,2-4 0,-5 6 0</inkml:trace>
  <inkml:trace contextRef="#ctx0" brushRef="#br0" timeOffset="16">6727 6453 7961,'6'-5'-645,"-1"3"206,-5-3-234,5 5 673,-3 0 0,8-5 0,-4-1 0</inkml:trace>
  <inkml:trace contextRef="#ctx0" brushRef="#br0" timeOffset="17">6898 6179 6605,'7'0'1082,"-2"0"-1840,-5 0 704,5 0 134,1-5-137,5 3 0,1-4 62,-1 2 1,1 3-24,-1-3 63,1 3 1,-1 1 48,0 0-53,1 0 1,-1 1 17,1 3-57,-6 2 1,3 6 24,-5-1 1,0 1-199,-4-1 0,0 4 3,0 0 0,-6 4 168,-1-3 0,-3 4 0,-2-2 0</inkml:trace>
  <inkml:trace contextRef="#ctx0" brushRef="#br0" timeOffset="18">7047 6578 7963,'0'7'-840,"0"-1"704,0-2 161,0-3-102,0 9 0,0-7 104,0 4-18,0-4-54,5 7 0,1-7 61,6 4 0,-5-4-20,1 1 0,-4-3 24,3-1-4,1 0 1,-1-1 2,1-3 0,-4 1 19,3-4-38,-4-1 0,2-3-2,-5-1 0,0 5-99,0-1 0,0 4 104,0-3 0,0 3-3,0-4 0,-5 6 0,-1-3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89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3598 7309 7576,'6'0'-1458,"4"0"1472,-9 0-218,9 5 144,-8-3 76,3 3-42,-5-5 24,0 0-2,0-5 5,0-2 0,0 0-13,0-1 16,0 6 0,0-3 18,0 5-19,5 0 58,-4 0-25,4 0 52,-5 0-61,0 5 1,0 1 8,0 5 0,0-3 4,0 0 0,0 3-17,0 4 1,0 4 1,0-4 0,0 6-46,0-2 0,0 4 76,0 3 0,0-2 1,0 3 1,0 1-22,0-1 1,0 4 3,0 0 0,0-1 51,0 5 1,2-8-53,1 8 1,0-4-72,4 4 0,0-1 75,0 0 0,4-1-150,-4-2 0,0-3 18,0-6 0,0 1-99,0 0 0,2-5 20,-5-3 0,5-2 169,-8-7 0,9 4 0,-4-3 0</inkml:trace>
  <inkml:trace contextRef="#ctx0" brushRef="#br0" timeOffset="1">4374 7241 7950,'0'6'-839,"0"4"1,0-7 458,0 4 387,0 1 1,0 4-4,0-1 0,0 2 7,0 2 1,0-1 46,0 5 1,0 0-20,0 4 0,0-4 2,0 0 1,0 0-8,0 4 1,0 1 5,0 2 0,4 0-128,0 4 0,0 1 73,-4 3 0,0 2-220,0 2 235,5-3 0,-4 10 0,4-5 0</inkml:trace>
  <inkml:trace contextRef="#ctx0" brushRef="#br0" timeOffset="2">2947 9502 6073,'6'-5'78,"-1"4"-60,-5-4 0,1 5 17,3 0-6,-3 0-9,4 0 1,-3 0 2,2 0 1,-2 0 9,6 0 4,-6 0 0,8 0-16,-2 0 1,-2 0 26,2 0 0,0 0-16,3 0 0,-2 4 7,2-1 1,-2 1-6,6-4 0,-2 4 3,-2 0 0,5 3-17,-1-3 1,4 4-7,-4-4 0,0 3-56,-3-3 1,3 0 63,0-4 1,2 4-62,-2-1 0,-2 1 44,2-4 0,-2 0-2,-2 0 0,4 0 2,1 0 0,-1 0-1,-4 0 1,4 0 25,1 0 1,0 0-23,-1 0 1,-2 0-14,2 0 1,-2 0 4,-2 0 0,2 0-2,2 0 1,-2 0 1,2 0 0,-2 0-4,-2 0 1,2 0 10,2 0 0,-2 0 0,2 0 0,-2 0-7,-2 0 0,4 0 0,1 0 1,-1 0-5,-4 0 1,1 0 6,-1 0 1,1 0-10,-1 0 0,0 0 13,1 0 1,-1 0-1,1 0 0,-1 0-2,1 0 0,-5 0 2,1 0 0,-1 0-7,5 0 1,-1 0 3,1 0 1,-1 0-10,1 0 0,-5 0 4,1 0 0,-1 0-2,5 0 1,-1 0 0,1 0 1,0 0-3,4 0 1,-4 0 1,3 0 0,-2 0 1,-1 0 0,-1-4 0,0 1 1,1-1-1,-1 4 1,4-4-18,1 0 1,-1-1 14,-4 1 1,1 3 15,-1-3 1,1 3 8,-1 1 1,0 0 3,1 0 0,-1-4-16,1 0 0,-1 1 3,1 3 1,-1 0-11,0 0 0,-3 0 22,0 0-46,-1 0 0,5-4 37,-1 0-51,1 0 33,-1 4 1,0 0-3,1 0 1,-5 0 9,1 0 0,-4 1 3,3 3 0,-3-2-1,4 1 1,-6 0-2,2 1-8,3-3 1,-1 4 0,1-5-3,1 0 1,-5 5-1,7-4 1,-8 4-2,6-5 0,-6 0 12,9 0-9,-10 0 7,9 0 1,-7 0-6,4 0 0,-4 0-1,2 0-1,0 0 9,-4 0 1,6 0 10,-4 0-21,-1 0 0,4 0 6,-2 0-53,-3 0 0,5 0 48,-2 0-81,-3 0 100,5 0-1,-6 0 92,5 0 21,-4 0-117,4 0-32,-5 0 126,0 5-104,0 2 1,4 4 16,0 1 0,-1-5-10,-3 1 0,0 0 10,0 3 0,0 2-16,0 2 0,2-2-6,1 2 1,-1 3-27,1 1 0,-1-2-84,-2 2 0,0 0-31,0 4 0,0 0 74,0 0 1,0 1-86,0 3 0,0-2 41,0 6 0,-2-6-8,-1 2 1,1-2 20,-1 2 1,1-5 99,2 1 0,-5 0 0,-1-5 0,-5 5 0</inkml:trace>
  <inkml:trace contextRef="#ctx0" brushRef="#br0" timeOffset="3">2901 10427 8140,'0'7'-1911,"0"-2"1911,0 0 8,0-4-4,0 4 0,4-4 15,0 3 130,4-3-152,-1 5 1,4-6 58,1 0 1,-1 0-40,0 0 0,5 3 4,-1 1 1,4 0-11,-4-4 0,5 0-1,-1 0 1,7 0-10,1 0 0,0 0-10,0 0 1,-3 0-15,3 0 0,-3 0 23,-1 0 1,3-4-13,1 0 1,-2-1 46,-5 1 0,1 3 3,-2-3 0,1 2-9,-1-2 0,2 3 4,-6-3 1,4 3 7,-4 1 0,4-2 4,-3-1 1,3 1-55,-4-1 1,5 1 38,-1 2 1,1 0 47,-1 0 0,2 0-59,-6 0 1,4 0-1,-4 0 0,6 0 8,-2 0 1,-3 0 1,-1 0 1,2-1-10,-2-3 0,4 3-6,-4-3 1,4 2-36,-3-2 1,3 2 42,-4-1 1,4 1-37,-4 2 0,4-1 9,-4-3 1,2 3-3,-2-3 1,-2 3 7,2 1 1,1-4-7,0 0 1,-1-1 2,-4 1 1,1 3-2,-1-3 1,1-1 44,-1 2 1,0-1-37,1 4 0,-1-4 40,1 0 0,-5 0-39,1 4 1,0 0 1,3 0 1,-3 0-4,-1 0 1,-3 0 0,4 0 0,-1 0 10,5 0 1,-5 0-6,1 0 0,-4 0 35,3 0-37,1 0 1,3 4 18,1 0 0,-5 1-12,1-1 0,-4-3-8,3 3 1,-3-2-24,4 2 1,-4-3-4,3 3 1,-3-2 6,4-2 1,-5 0-7,5 0 1,-4 0-3,4 0 0,-5 0 12,5 0 1,-4 0 0,3 0 0,-3 0 0,4 0 5,-1 0-63,5 0-2,-1 0 55,1 0 1,-5-4-4,1 0 0,-6-1-1,2 1-2,-2 3 1,-2-6 90,0 4-5,0 1 194,0-3-568,0 5 170,-6 0-11,5 0 43,-4 0-57,5 0 118,0-5-15,0 4 0,0-5-62,0 2 11,0 3-19,0-10-39,-5 5 1,4-5 63,-3-1 1,3 1 43,1-1 1,-2 1 36,-1 0 0,1-1 16,-1 1 0,1-1-49,2 1 1,0-1 52,0 1 0,0-6 0,0 0 0,0-6 0</inkml:trace>
  <inkml:trace contextRef="#ctx0" brushRef="#br0" timeOffset="4">3689 9605 6259,'0'6'-335,"0"4"436,0-8-47,0 8 1,1-5-14,3 3 0,-3 2 54,3-3-6,-3 3 1,-1 2-58,0-1 0,4 1 33,0-1 0,0 4-31,-4 1 1,4 4-2,-1-1 1,2 0-32,-1 4 1,-2-3-14,1 7 1,2 1 12,-1-2 0,4 6 23,-4-1 0,-1 2 60,-3 1 1,0-5-65,0-2 0,0 1-69,0-2 1,0 1 22,0-4 1,0-6-99,0-1 1,0-4-46,0 0-85,-5-1 1,3-1 252,-6-2 0,1 2 0,-5-4 0</inkml:trace>
  <inkml:trace contextRef="#ctx0" brushRef="#br0" timeOffset="5">3152 8463 8010,'7'5'-906,"-2"-4"0,-4 8 911,3-5-5,-3 0 0,4-3 15,-5 3 1,1-3 52,3 3-44,-3 2 0,4-3 3,-5 4 1,4 1 10,0 3 1,1 1 2,-1-1 0,-2 2 36,6 2 0,-4 4 8,3 8 1,1-1-59,4 9 0,-5-2 23,1 9 1,-2-1-106,2 5 1,1-1 50,-6-4 0,1 4-11,-4-3 0,0-3 5,0-1 0,0-4-10,0-3 0,-4 1-74,1-6 0,-5-4 82,4-7 1,-5-7-200,2-5 0,-1-1 211,-3-2 0,2-5 0,-8-2 0</inkml:trace>
  <inkml:trace contextRef="#ctx0" brushRef="#br0" timeOffset="6">3061 8988 8010,'0'12'-183,"0"-1"43,0 0 1,0 1 70,0-1 0,4 5-137,-1-1 1,6 1 139,-1 0 1,2-4 125,1 3 0,1-2-95,-1-1 1,1-1 82,-1 0 0,1 1-31,-1-1 0,0-4 23,1-4 1,1-1-6,2-2 0,-1 0-59,5 0 0,0-5-1,4-3 1,-3-3-7,3-5 0,-3-1-302,7-6 333,-3 0 0,-1 0 0,0 0 0</inkml:trace>
  <inkml:trace contextRef="#ctx0" brushRef="#br0" timeOffset="7">4077 8440 7916,'7'5'-884,"-2"-4"787,-5 10 1,0-9-134,0 6 203,5-1 1,-3 5 41,6-1 0,-4 4 8,3 1 0,-3 0-7,4-1 0,-4 3 44,3 5 0,0 1-24,0 3 1,2-3-55,-5 2 1,3 4 49,-3 0 1,0 3-34,-4 1 0,0 1-22,0-1 0,-1 0-9,-3 0 0,1 4-2,-4 1 0,-1-1-96,-3-4 1,-4-5 54,-1-2 0,0-4 0,1-4 1,2-4-91,-2-8 0,2-2 124,2-5 1,-2-1 40,-2-3 0,2-2 0,-4-5 0</inkml:trace>
  <inkml:trace contextRef="#ctx0" brushRef="#br0" timeOffset="8">3963 9022 8038,'0'12'-827,"0"-1"1,1 2 777,3 2 1,-3-2 57,3 2 0,1-1 0,-1 1 1,1 2 38,-1 2 0,1 1 7,3-5 0,1 4 2,-6-3 0,5-1-32,-4-4 1,5 1 102,-2-1 1,3-3-123,2-1 0,-1-4 9,1 1 0,0-4-34,4-4 1,-2-4-9,5-7 1,-4-1 73,4-3-47,0-8 0,4 8 0,0-9 0</inkml:trace>
  <inkml:trace contextRef="#ctx0" brushRef="#br0" timeOffset="9">4900 8371 6282,'-7'0'0,"2"0"0,1 2 0,1 2 0,-1-3 0,4 4 0,0-4 91,0 3-41,0-3 1,0 6 22,0-4 0,0 0 14,0 5 1,1-5-14,3 5 0,1 0-33,2 3 1,4 0 3,-4 1 0,3 3-1,2 0 0,-1 6-4,1-2 1,-1 6-43,0 2 1,2 4-13,2 0 1,-2 1 0,2-2 0,-6 3-91,-1-3 1,-1 0 5,5 0 0,-6-4 93,-2 0 1,-3-3-204,-1-4 0,0 1-24,0-4 232,-5-1 0,-6 1 0,-7 2 0</inkml:trace>
  <inkml:trace contextRef="#ctx0" brushRef="#br0" timeOffset="10">4922 8931 7981,'0'12'-240,"0"-1"-255,0 0 400,0 1 0,4-1 58,0 1 0,0-1 29,-4 0 1,4 1-60,-1-1 1,5 1 85,-4-1 1,5 1-9,-2-1 0,0 0-6,0 1 1,1-6-75,3-2 18,1 2 1,-1-4 63,1 1 1,-5-6-104,1-5 1,-4-2 43,3-2 1,-3 0-89,4-3 1,-2 1 18,2-5 1,2 5-113,-3-2 227,-2-1 0,6 4 0,-5-4 0</inkml:trace>
  <inkml:trace contextRef="#ctx0" brushRef="#br0" timeOffset="11">5151 8486 7981,'5'-12'0,"-3"2"-268,6 3 0,-4-4 236,3 4 0,-3 0-64,4 0 0,-4 0 3,3 0 0,1-2-65,3 5 0,-2-3 149,3 3 1,-3-4-128,6 4 0,-3-3 60,0 3 1,-1 0 51,1 4 1,-1 0-87,1 0 89,-1 0 1,-3 5 41,-1 3 1,-4 6-31,1 1 1,-3 5 5,-1-1 0,0 3 13,0 1 1,-1 0 3,-3-1 0,1 5-72,-4 0 1,3-1 57,-4-3 0,1 5 0,-5 1 0</inkml:trace>
  <inkml:trace contextRef="#ctx0" brushRef="#br0" timeOffset="12">5413 8828 7959,'12'12'-68,"-6"-5"67,-2 1 9,-3 0-456,4 3 128,-3-5 268,3-1 1,-7-5-250,-1 0 163,1 0 0,-4 0-125,2 0 263,3 0 0,-9-5 0,3-1 0</inkml:trace>
  <inkml:trace contextRef="#ctx0" brushRef="#br0" timeOffset="13">5916 8314 6459,'0'-6'-451,"1"1"490,3 5-48,-3 0 62,4 0 1,-5-1-49,0-3 99,0 3 1,2-4-2,2 5 10,-3 0-88,4 0 0,-4 0 16,3 0 1,-2 0 1,6 0 0,-4 5-9,3 2 0,-3 5 28,4 3 0,0-1-30,3 5 0,0 4-41,1 3 0,-1 6 36,1-1 1,2 5 0,-3 2 1,3 4-34,-6-4 1,-2-3-4,2-5 1,-6-1-178,2 2 0,-3-3 59,-1-6 1,0-2-31,0-1 1,-4-2 67,1 2 0,-6-2 88,1-6 0,-2 1 0,-2-1 0,1-3 0,0-1 0,-1-4 0,1 1 0,-1-3 0,1-1 0,0 0 0</inkml:trace>
  <inkml:trace contextRef="#ctx0" brushRef="#br0" timeOffset="14">5927 8783 8036,'7'7'-1845,"-3"1"1791,2-1 1,-5 6 488,3 2 0,1-2-432,-1 2 1,3-2 38,-3-2 0,4 1-51,-4-1 1,5 1 39,-2-1 1,2 1-3,-1-1 1,2-3-7,-3-1 0,4-4-13,0 1 1,2-3-46,2-1 0,-2 0 16,2 0 0,1-1-84,0-3 0,-1-3 66,-4-4 1,1 0-178,-1-1 0,-1-3 17,-2 0 0,2-4 197,-2 3 0,2-4 0,1 2 0</inkml:trace>
  <inkml:trace contextRef="#ctx0" brushRef="#br0" timeOffset="15">6213 8212 7889,'-8'3'-1085,"1"1"1022,4 0 0,-3-4 111,2 0 15,3 0 95,-4 0-136,5 0 8,5 0-69,1 0 1,6 0-108,-1 0 1,-3-1 88,-1-3 0,1 3-138,3-3 1,-3 1 119,-1 0 0,1 1 4,3-2 0,-3 3 71,0 1 0,-4 0 0,3 0 0,1-5 0,3-1 0</inkml:trace>
  <inkml:trace contextRef="#ctx0" brushRef="#br0" timeOffset="16">6224 8394 6259,'0'-6'57,"2"-3"-56,1 5 0,4-3 1,4 3 0,1-4-2,-1 4 1,0-3-1,1 3 0,-1-4-14,1 5 1,-5-1 14,1 4 1,0 0-9,3 0 34,0 0 1,-3 1 2,0 3 0,-6 2-51,2 6 1,-3 3 0,-1 0 1,0 4-43,0-4 0,-4 4-7,1-3 0,-6-1-112,1-4 181,-2 1 0,-1 4 0,-1 2 0</inkml:trace>
  <inkml:trace contextRef="#ctx0" brushRef="#br0" timeOffset="17">6293 8497 7889,'5'-6'-864,"-4"-4"1,6 5 709,-4-3 0,-1 2 299,1 2 0,3 1 2,-3-4-104,6 4 0,-2-3 104,4 2 1,-3 3-128,-1-3 1,1 1 3,3 0-33,1 1 0,-1-3-2,1 5 1,-1-4-4,0 1 1,1-1-122,-1 4 1,-3 0 65,-1 0 0,-3 0 29,4 0-119,-6 0 1,3 5 158,-5 2 0,0 4 0,0 0 0</inkml:trace>
  <inkml:trace contextRef="#ctx0" brushRef="#br0" timeOffset="18">6293 8668 7889,'-5'12'-103,"2"-2"59,-4-2 65,4 2-414,-7-4 164,9 0 262,1 0 1,6-12-157,5-1 0,1 1 40,-1-2 1,1 0-102,-1-3 0,1-1 140,-1 1 0,0 0-157,1-1 0,-1 1 139,1-1 1,-1 2 28,1 3 1,-1-4 32,0 4 0,0-3 0,-4-2 0,3 1 0,-5-1 15,3 1-24,2 5 0,-7 1 82,4 5 54,-4 0 0,2 5-66,-5 2 0,0 3 20,0 2 1,0 3 40,0 0 1,0 6-79,0-2 1,0 1 32,0-1 1,-4 3-64,0-3 0,0 2-19,4 2 1,0-5-38,0-3 1,-3-1-267,-1 1 308,0-7 0,-1 7 0,-1-9 0</inkml:trace>
  <inkml:trace contextRef="#ctx0" brushRef="#br0" timeOffset="19">6544 8269 7636,'7'0'-722,"-2"0"0,-4 0 744,3 0 1,-2 0 21,6 0 0,-4-4 13,3 0 1,1-4-38,3 5 1,1-5 5,-1 4 0,1-3-10,-1 3 0,0-4 3,1 4 1,3-3 27,0 3 1,0 0-29,-3 4 1,-4 0 97,-1 0 1,-1 5-35,2 3 1,1 3 13,-5 5 0,3-3-57,-3 7 0,0-1-5,-4 3 0,0 2 26,0 3 1,0-1 20,0 4 1,-5-1-433,-3 2 0,2-5 153,-2-7 0,5-2-14,-5-6 1,4-1 72,-3-2 1,3-3 34,-4-5 1,6-1 102,-2-3 0,2-2 0,2-6 0,0 1 0,0-1 0</inkml:trace>
  <inkml:trace contextRef="#ctx0" brushRef="#br0" timeOffset="20">6807 8223 7948,'6'0'-617,"1"0"367,-4 0 26,-1 0 227,8 0 0,-9 5-83,3 3 0,1 2 128,-1 1 1,1 6 3,-1 2 0,-3 2 6,3 2 0,1 5-14,-1 3 1,1 0-106,-2 0 1,-1 2 61,2-3 0,1-3-84,-2-4 0,1-2 120,-4-5-37,0-6 0,0 0 0,0-4 0</inkml:trace>
  <inkml:trace contextRef="#ctx0" brushRef="#br0" timeOffset="21">6921 8497 7948,'17'-6'-546,"-9"1"-68,4 5 1,-7 0 535,3 0 1,-5 0 770,5 0-886,-6 0 152,4 0-104,-1 0 1,-3-4 144,6 0 0,-6-5 0,3 3 0</inkml:trace>
  <inkml:trace contextRef="#ctx0" brushRef="#br0" timeOffset="22">6978 8075 6253,'0'6'397,"1"-1"-278,3-5 0,3 0-111,4 0 0,2 0 1,2 0 0,-1 0-25,5 0 1,-4 0 27,4 0 1,-5 4-17,1 0 1,2 3 20,-2-3 0,0 5 41,-3-1 1,-1 3-48,1 4 1,-6-1 2,-2 5 1,1 0-8,-1 4 0,-1 0 3,-3 0 1,-3 1-89,-1 2 1,-5-1 86,1 1 1,-2-2-215,-1-1 1,-1 0 107,1 0 1,1-5-135,2-3 0,-1-2 231,5-2 0,-4 0 0,1 1 0</inkml:trace>
  <inkml:trace contextRef="#ctx0" brushRef="#br0" timeOffset="23">7275 8588 7909,'6'6'0,"-2"1"0,-2 0-386,-2 0 0,1-4 25,3 0-337,-3 4 698,4-6 0,-5 4 0,5-5 0,1 0 0</inkml:trace>
  <inkml:trace contextRef="#ctx0" brushRef="#br1" timeOffset="24">5288 9616 17456,'-6'0'-913,"-1"0"913,3 0 0,3 0 0,-4 0 0,0 0-383,4 0 389,-4 0 111,5 0-111,5 0-2,-4 0 3,4 0 59,-5 0-4,5 0-40,-4 0 36,4 0-57,-5 0 3,6 5 1531,-5-3-4,4 3-1082,0-5 0,-3 1 4,6 3 1,-4-3-40,4 3 0,-5 1 229,5-1 0,-4 3 141,3-3 1,1 5-79,3-1 1,1 2-710,-1 1 0,1 2 119,-1 2 1,6-1 179,2 5 0,-2 0 86,2 4 0,2 0-25,5 0 0,-2 1-249,3 3 0,-2-3-106,2 2 0,-3 2 80,3-1 1,-3 0-33,-1-5 0,0 1-152,0 0 1,-1 0 135,1 0 1,0 0-100,0-1 0,-2-3 52,-1 0 1,1 1 33,-2 2 0,-1-3 6,1 0 0,-5-5-60,1 2 1,-2-4-22,-2 0 54,1-6-154,-1 4 0,-3-9-1038,-1 3 634,-4-2-95,2-2-891,0 0-40,-4 0 70,4 0-209,-5 0 1230,0-6 1,0 4 836,0-6 1,-10 1-1,-3-5 1</inkml:trace>
  <inkml:trace contextRef="#ctx0" brushRef="#br1" timeOffset="25">6156 9616 18641,'0'7'-2336,"0"-2"1,-1-5 2413,-3 0 1,3 1 2834,-3 3-1164,2-3-1628,2 4 0,-5-5 0,-1 0 0</inkml:trace>
  <inkml:trace contextRef="#ctx0" brushRef="#br1" timeOffset="26">6179 9525 14685,'-5'6'4699,"3"-1"-5210,-3-5-502,5 0 379,-5 0 255,4 0 23,-4 0 128,5 5 94,0-3-510,0 3 0,0-4 193,0 3 375,0-3 43,0 4 0,0-3-55,0 1 1,0-1 11,0 3 153,0 0-37,0-4 1,0 5 77,0-2-54,0-3 0,-1 8 354,-3-5 1,3 1 142,-3-1 0,1-1 42,-1 4 0,2-3 155,-6 4 0,4-2 298,-3 2 525,-1 2-813,-3-4 0,-1 4-52,1-2 1,3 1-342,1-5 0,3 1-177,-4-2 0,4-1-550,-3 1 306,-1 4 1,-2-5-384,2 6 334,-2-5 0,4 3-67,-5-2 1,0-2 32,4 6 0,-3-4 20,2 3 1,-2-3-48,-2 4 1,1-1 526,0 5 1,-1-1-236,1 1 1,-1-1 333,1 0 1,-4 1-340,-1-1 0,1 4 25,4 1 1,-4 0 28,-1-1 1,-3-1-13,4 5 1,-4-3 56,4 3 1,-4-2-238,4 2 0,-4 3-71,3-3 1,0-2 81,1-2 0,2-1 104,-2 1 0,-2-2-40,2 2 0,1-2-25,6-2 1,-2 0-151,3 1 1,-4-1 116,0 1 0,3-2-50,1-3 1,0 4 7,0-4 1,-3 3-67,2 2 0,2-2-326,-2-2 451,6 2-966,-9-4 946,5 0 111,0-1 15,1-5-1347,5 0-30,0-5 130,0 4-424,0-4 557,0 5 1,5 5 0,1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92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10210 7047 8247,'12'0'-160,"-1"0"1,1 0-704,-1 0 0,0 0 863,1 0 0,-1-2 0,1-1 0,-1 1 0,0-3 0,1 5 0,-1 0 0,1 0 0,-5 0 0,1 0 0,0 0 0,3 0 0,-3 0 0,-1 0 0,-4 0 0,7 5 0,-4 2 0</inkml:trace>
  <inkml:trace contextRef="#ctx0" brushRef="#br0" timeOffset="1">10393 7081 8117,'8'0'-596,"-1"0"-744,-4 5 1340,2-4 0,0 4-443,-4-5 496,4 0-24,-5 5 1,2-3-23,1 2 4,-1-3-2,3-1-17,-5 0 16,5 0 0,-4-1-33,3-3 21,-3 2-7,-1-3 89,0 5-45,5 0 7,-4 0-25,5 0 9,-6 0-42,0-5 72,0 4-29,0-4 1,1 5 71,3 0 9,-3 0-53,4 0 57,-5 0-87,5 0-3,-4 0 4,4 0-21,0 0 0,-3 1 13,2 3-12,2-3 1,-4 4 7,6-5 0,-5 0-13,7 0 0,-8 0 10,6 0 1,-4 0-25,3 0 1,-3 0 11,4 0-6,-1 0 7,5 0 0,-1 0-2,1 0 1,-5 0 1,1 0 1,-1 0 0,5 0-1,-1 0 0,-3 0 1,-1 0 1,1 0 0,4 0 0,-1 0 0,-3 0 0,-1 0 0,-3 0 8,4 0-4,-1 0 1,5 0 6,-1 0 0,-3 0 1,-1 0 1,-3 0-10,4 0 2,-1 0 0,5 0 0,-1 0 0,-3 0-5,-1 0 1,1-3-2,3-1 1,-3 0-1,0 4 1,-1 0-5,5 0 3,-1 0 1,1 0-1,-1 0 0,0 0 1,1 0 0,-1 0 1,1 0 1,-1-1-3,0-3 1,5 3 0,-1-3 1,0 3 0,-3 1 0,0-2 0,3-2 0,-2 3 0,2-3 0,-2 3-2,-1 1 0,3 0 0,0 0 0,1 0-9,0 0 0,-4 0 9,4 0 1,-4 0-47,0 0 1,0-4 25,4 0 1,-4 1-5,4 3 1,-4 0 22,0 0 1,-1 0-2,0 0 0,1 0 32,-1 0-40,1-5 1,-1 3 15,1-1 0,-1 1 0,0 2 0,-3 0 3,0 0 1,-1 0-2,5 0-2,-1 0 1,1 0-4,-1 0 0,-3 0-2,-1 0 1,1 0 0,3 0 0,-3 0 0,-1 0 0,1 4 0,3 0 0,-3 0-1,0-4 1,-1 0 0,5 0 1,-1 0-1,1 0 0,-5 0 0,1 0 0,-1 0 0,5 0 0,-1 0 0,1 0 0,-1 0 0,1 0 0,-1 0 0,0 0 0,1 0 4,-1 0 0,1 0-4,-1 0 1,-3 0 17,-1 0 1,1 0-18,3 0 0,1-4 1,-1 0 0,1 0-2,-1 4 1,0 0 0,1 0 0,-1 0-5,1 0 0,-5-4 6,1 1 1,0-1 11,3 4-13,0 0 1,1 0-4,-1 0 2,1 0 0,-1 0 0,0 0 0,-3 0 0,0 0-1,-1 0 0,5 0-1,-1 0 0,1 0 1,-5 0 1,1 0 0,-6 0 0,3 0-70,-5 0 69,0 5 1,0-3 3,0 6 2,0-5 0,0 7-4,0-4 1,0 6-3,0-1 1,0 0 0,0 1 1,0 0-1,0 4 0,0-2 0,0 5 0,0 0 13,0 4 1,0-1 0,0 1 1,4 0 17,0 0 0,4 0 6,-5 0 1,5-1-20,-4 1 0,1 0-3,-1 0 1,-2 2-41,6-2 1,-6 3 18,2-7 1,-2 2-3,-2 2 0,0 0-32,0 0 1,0-4-12,0 0 0,-2-1 2,-2 1 0,2 1 1,-6-5 0,5 5-118,-5-1 0,2-2 165,-2-2 0,-7 3 0,2 0 0</inkml:trace>
  <inkml:trace contextRef="#ctx0" brushRef="#br0" timeOffset="2">10233 7983 7517,'5'-6'-1426,"-4"1"1396,5 5 37,-1 0-21,-4 0 19,9 0-13,-9 0 7,9 0 0,-3 0 0,0 0 1,1 0 1,-4 0 2,3 0 44,1 0 1,3 0-44,1 0 0,-1 0 79,1 0 0,-1 0-65,1 0 0,0 1 37,3 3 0,-1-3-49,5 3 1,1-3 3,2-1 1,1 0-13,0 0 0,1 1-6,3 3 1,2-2-1,5 1 0,1-1 12,-1-2 1,0 0-29,0 0 0,1-2 23,-1-1 0,5 1-8,3-2 1,-3-1 24,-1 2 1,3-5 2,1 4 0,1-3-18,-1 3 1,1-4 1,-5 4 0,4-1 1,-4 1 0,5 2 0,-1-6 0,-1 6-19,1-2 1,-4-1-23,4 1 1,-2-4-7,2 5 0,-1-2 23,-3 1 0,-3 1-6,3-4 0,-2 4 42,-2-1 0,-3 2 0,-1-2 1,-5 3 67,2-3 0,-8 3-91,-4 1 33,3 5 1,-5-3-10,2 6 1,-6-4-310,-1 3 292,-6-4 0,-2 2 0,-6-5 0</inkml:trace>
  <inkml:trace contextRef="#ctx0" brushRef="#br0" timeOffset="3">10827 7252 8124,'0'12'0,"0"-1"-657,0 1 0,0-1 357,0 0 1,1 1 280,3-1 0,-3 1 44,3-1 1,-3 0-3,-1 1 1,4 4-30,0 3 0,1 3-12,-1 1 1,-3 1 41,3 3 0,2-1-3,2 8 1,-2-6-13,2 7 1,0-2 6,3 5 1,0-1-44,1 4 1,-2-4 39,-2 1 1,2-6-263,-3-2 249,3-4 0,2 7 0,-1-4 0</inkml:trace>
  <inkml:trace contextRef="#ctx0" brushRef="#br0" timeOffset="4">11512 7446 8012,'-4'41'-256,"1"-3"1,-2-2-320,1-2 0,2-4 367,-1 1 1,1-6 207,2 2 0,-5-3 0,-1-1 0</inkml:trace>
  <inkml:trace contextRef="#ctx0" brushRef="#br0" timeOffset="5">10644 7229 8111,'17'-17'-512,"-5"-4"-64,4 6 0,0-4 370,-1 4 1,4 0 147,-3 3 0,-1 2 74,-4 2 0,1 3-27,-1 5 1,-3 0-51,-1 0 61,-4 0 0,2 5 5,-5 2-2,0 4 1,-1 1 8,-3-1 0,1-3-16,-4-1 1,-1 1 30,-3 3 0,-1 6-14,1 2 1,-2-1 0,-2 1 1,2-4 43,-2 4 0,-3 1 7,-1 7 0,-2-3-49,-2 3 0,0 2 3,0 1 0,-5 8-40,-2 4 1,-7 3-231,-1 0 1,0 0 222,4-3 0,3-3 40,1-5 1,8-5-6,-1-2 0,12-8-75,-1-4 0,5-2-74,-1-2 142,3 1 0,5-6 0</inkml:trace>
  <inkml:trace contextRef="#ctx0" brushRef="#br0" timeOffset="6">11192 7172 8111,'-16'23'0,"-2"0"0,-5 0 0,-1 1-651,-2 3 1,1-2 323,-1 5 1,2-3 357,1 4 1,0-5-33,0 5 1,0-1-2,1 4 0,-1-3 8,0-1 0,1 1-3,3 3 0,-1-4-163,5 1 160,-1-6 0,0 8 0,-2-4 0</inkml:trace>
  <inkml:trace contextRef="#ctx0" brushRef="#br0" timeOffset="7">11535 7275 8099,'-16'28'0,"2"-4"-499,-5 3 0,0 1 272,-4-2 0,4 5 71,0-5 1,0 5 131,-4-4 0,1 7 26,3-4 1,-1 5-25,5-9 0,-4 5 22,3-5 0,-4 1 0,2-4 0</inkml:trace>
  <inkml:trace contextRef="#ctx0" brushRef="#br0" timeOffset="8">12003 7298 7068,'0'6'-660,"-1"-1"679,-3-5-79,3 0 1,-5 4 84,2 0-3,3 0-24,-10 1 0,9-3-4,-6 6 0,4-4-26,-3 3 0,3 0 37,-4 0 1,2 5-112,-2-1 0,-3 2 63,0 6 0,-1-1-23,-3 1 0,-2 4 36,2-1 0,-4 1 5,4 4 0,-4-3 31,4-1 1,-1-2-16,5-2 0,0-1 9,-1-3 0,1-2 0,-1 4 0,1-6 0</inkml:trace>
  <inkml:trace contextRef="#ctx0" brushRef="#br0" timeOffset="9">11923 7549 8033,'0'7'-607,"0"3"1,0-4 486,0 5 0,0 1 42,0-1 0,-5 5-231,-2-1 309,-3 5 0,-2-2 0,1 5 0</inkml:trace>
  <inkml:trace contextRef="#ctx0" brushRef="#br0" timeOffset="10">10233 9571 6635,'0'6'-881,"0"-1"881,0-5 0,-1 4 0,-3 0 0,3 0 73,-4-4 209,5 0-296,5 0-11,-4 0 59,4 0 0,-4 0 47,3 0-27,-3 0-43,5 0 0,-5 0 100,3 0-90,-3 0-10,9 0 1,-7-2-11,4-2 0,-3 3-12,4-3 0,-6 3 0,8 1 0,-3 0 3,4 0 1,-3 0 6,-1 0 73,1 0 0,3-4-30,1 0 1,-1 1 9,1 3 1,0 0-28,3 0 0,-2 0 3,2 0 1,2 0-42,-2 0 0,5-4 28,-1 0 1,2 0-29,-2 4 1,2-1 27,-2-3 1,-1 3-68,1-3 0,0 2 47,4-2 1,-4 1-7,0-4 0,-1 4 25,1-1 0,1-1 8,-5 1 1,5-3-18,-5 3 1,4-1 0,-4 1 0,5 2 12,-1-6 0,-1 4-9,1-3 0,-4 4-12,4-1 0,-1-1 2,1 1 1,3 0-3,-3 4 0,-1-1-1,1-3 1,-2 3-3,2-3 1,-1 3 56,-3 1 0,-1-4-46,5 0 0,-3-1 24,3 2 0,-4 1-18,4-2 1,-5-1 36,1 2 0,-1-1-44,1 4 1,-2-4-3,2 0 0,-1 0-2,1 4 0,-2 0-8,2 0 0,-2 0 1,-2 0 0,5 0-4,-1 0 0,1 0 0,0 0 1,-4-1 8,4-3 0,-3 3 1,3-3 0,-4 3 1,4 1 0,-4 0 0,0 0 0,3-1 0,0-3 0,2 3 0,-2-3 0,-2 3-5,2 1 0,-1 0 4,1 0 1,-2 0-54,2 0 1,-2 0 48,-2 0 0,2-2-49,2-2 0,-2 3 29,2-3 0,-2 3-5,-2 1 0,2 0 35,2 0 0,-2-4 7,2 0 0,-2 1 16,-2 3 0,2 0-29,2 0 1,-2 0 20,2 0 0,-3 0-16,0 0 1,1 0-8,2 0 0,-2 0-2,2 0 1,-1 0-9,1 0 1,-2 0 7,2 0 1,-1 1-2,1 3 1,-2-3-2,2 3 1,-1-3-3,1-1 1,-2 0-67,2 0 0,-2 0 64,-2 0 0,1 0 6,-1 0 1,0 0 2,1 0 0,-1 0-1,1 0 1,-1 0 22,1 0 0,-1 0 9,0 0 0,1-4 2,-1 0 0,4 1-25,1 3 1,-1-4-26,-4 0 1,2 0 26,2 4 1,-1-4-18,5 1 0,-5-1-19,1 4 1,2 0-8,-2 0 1,4-4-14,-4 0 1,2 0-2,-2 4 1,-2-3 15,2-1 1,2-1 2,-2 1 0,0 3 52,-4-3 1,2 1-47,2 0 1,-2 1 29,2-2 1,-2 3 10,-2 1 0,2 0 4,2 0 1,-2 0-7,2 0 0,-2 0 3,-2 0 0,1 0-35,-1 0 1,4 0 19,1 0 1,-1 4-89,-4 0 1,4 1 76,1-1 0,-1-3-37,-4 3 1,1-3 33,-1-1 0,-3 0-22,-1 0 79,1 0-13,3 0 0,-3 0 200,0 0-217,-6 0 15,3 0 16,-5 0-88,5 0 33,-3 5-10,3-4-40,-5 10-23,0-10 28,0 4 10,0-5-8,0 5 34,0-4 0,0 6 49,0-4-36,0-1 0,0 4 1,0-2 6,0-3 2,0 9 9,5-9-14,-4 10 1,4-5 5,-5 5 0,0-3-7,0 0 1,4-1 1,0 5 0,0-1-3,-4 0 0,0 1 0,0-1 0,0 1 1,0-1 1,1 2-3,3 2 1,-3-2 52,3 2 0,-2 1-49,2 0 1,-3 3 45,3-4 1,-1 5-40,0-1 1,-1 4-69,2 4 1,1-2 6,-2 6 1,1-2-312,-4 1 364,0 3 0,0-9 0,0 4 0</inkml:trace>
  <inkml:trace contextRef="#ctx0" brushRef="#br0" timeOffset="11">10359 10427 5999,'0'-6'-53,"1"1"79,3 5-35,-3 0 3,4 0 0,0 0 0,-2 0 15,4 0 1,-3 0 7,4 0 1,-4-1 19,3-3 0,-3 2 50,4-1 1,-1 1 0,5 2-49,-1 0 1,2 0 6,2 0 1,-1 0-41,5 0 0,-4 0-5,4 0 1,2 0-4,5 0 0,-2-1-15,3-3 1,-2 3 6,2-3 0,-2-1-9,6 1 1,-6-1-3,2 1 1,1 3 17,-2-3 1,2 3 7,-1 1 1,-3 0 5,3 0 1,1 0 1,-2 0 1,5-1-13,-5-3 1,5 3-1,-4-3 0,3 3-1,-3 1 1,1-2-2,-2-1 1,-2 1-6,3-1 1,1 1 6,-1 2 1,0-4-7,0 1 1,-3-1 3,3 4 0,-3 0 1,-1 0 0,3 0 0,1 0 0,-4 0 0,-4 0 0,0 0 8,4 0 1,-2 0 0,-2 0 1,3 0 95,-3 0 0,-1 0-93,1 0 1,-4 0 35,4 0 0,-4 0-34,4 0 0,-5 4 3,2-1 0,0 1-4,-1-4 0,4 0-7,-3 0 0,3 0 38,-4 0 1,4 0-8,-4 0 1,0 0-16,-3 0 1,3 0 9,0 0 0,2 0-12,-2 0 0,-2 0-6,2 0 0,1 0 3,0 0 1,4 0-31,-1 0 1,-1 0-12,1 0 1,-4 0-11,4 0 0,-1 0-12,1 0 0,1 0 33,-5 0 1,6 0 1,-2 0 1,-2-4 27,2 1 1,-1-1-22,1 4 0,2-4 3,-6 0 0,8 0-1,-4 4 0,5 0 3,-5 0 1,-1-3-27,1-1 0,0 0-10,3 4 1,-2-1-43,-1-3 0,0 3 59,3-3 1,0-1-68,-3 1 0,1-1 55,-4 1 1,3 2-19,-4-6 1,4 4 58,-4-3 0,4 4 10,-4-1 0,1 3 1,-5 1 0,4-4 113,0 0 1,1 1-92,-5 3 0,1 0-25,-1 0 1,0 0-37,1 0 1,-1 3-23,1 1 0,-1 0-13,0-4 1,1 0 28,-1 0 1,1 0-14,-1 0 0,-2 0-18,2 0 0,-5 0-49,5 0 106,-2 0 1,-2 0-34,1 0 1,-2-1 70,2-3-51,-3 3 0,-4-4 0,3 5-9,-3 0 1,5-2-14,-6-2 21,0 3 3,0-4 1,0 4 32,0-3-48,0 3 54,0-4-98,0 0-3,0 3 22,0-8-11,0 9-2,0-4 22,0 0 1,0 2-11,0-4 1,0 3 48,0-4 0,0 4 0,0-3 0,0-1 0,0-8 0,0-2 0</inkml:trace>
  <inkml:trace contextRef="#ctx0" brushRef="#br0" timeOffset="12">11204 9422 7930,'0'7'-1242,"5"3"958,-4-4 0,4 2 259,-5-1 0,0-3 41,0 4 0,0-1 1,0 5 0,0-3-21,0 2 0,0-2-4,0 6 1,0 3-10,0 1 0,2 3 25,1 0 0,-1 6-19,1 3 0,-1 2 34,-2 1 1,0 2-3,0 2 0,0 0 13,0 7 0,1-2 7,3 7 1,-3-2-254,3 2 1,-3 3 225,-1 8 1,4-3-147,0 3 1,0-4 34,-4-3 97,0-4 0,3-4 0,1-3 0,-4-2 0,-6-3 0,-7 0 0</inkml:trace>
  <inkml:trace contextRef="#ctx0" brushRef="#br0" timeOffset="13">11809 9319 7917,'7'6'-1322,"-2"-5"1251,-5 4-16,0 0 0,0-3 74,0 6 0,0-4 40,0 3 1,-4-3-86,0 4 1,0 1 76,4 6 0,0-1-25,0 5 0,0 1 13,0 7 0,0 2 9,0 5 0,0 6-16,0 2 1,0 3 2,0 5 0,1 2-189,3 5 0,-1 0 196,4 0 0,-3 4-398,4 0 0,-4-4 383,3-4 1,0-1-125,0 2 0,2-10 94,-5-10 35,5-4 0,-4-11 0,2 0 0,-1 0 0</inkml:trace>
  <inkml:trace contextRef="#ctx0" brushRef="#br0" timeOffset="14">12380 9411 7945,'-7'4'-134,"-1"-1"39,5 1-199,-7 1 254,4 2-83,0 4 0,1 0 14,5 1 0,0 3 113,0 0 0,0 6-21,0-2 0,3 7 57,1 5 0,5 3-149,-1 4 1,1 3 60,-2 4 0,2 2 6,-5 3 1,3-3-153,-3 2 1,4-3 112,-4-4-1,3 2-207,-3-2 289,0-8 0,-4-1 0,0-10 0</inkml:trace>
  <inkml:trace contextRef="#ctx0" brushRef="#br0" timeOffset="15">10736 8006 8045,'0'11'-1302,"0"1"999,0-1 0,0 5 197,0-1 1,0 1 121,0-1 1,-4-2-1,0 2 0,0 3 10,4 1 1,-1-1-1,-3 1 1,3 0 35,-3 4 0,3 1 5,1 3 1,0 2 4,0 5 0,0 5-35,0 3 0,4 4-37,-1 3 1,5 2-223,-4 3 1,3 0 106,-3-4 0,5 4 68,-1-1 1,-3-2-21,-1-1 1,-3-7 3,-1-1 0,0-5 63,0 1 0,0-5 0,0-7 0,0 0 0,0-11 0,-5 0 0,4-4 0,-5 1 0</inkml:trace>
  <inkml:trace contextRef="#ctx0" brushRef="#br0" timeOffset="16">10679 8931 8045,'0'12'-453,"0"-1"-29,0 0 1,0 1 384,0-1 1,0 4 175,0 1 1,0 0-168,0-1 0,3-1 141,1 5 1,5-1-137,-1 1 0,1 1 66,-2-4 0,3-1-66,-2-4 0,2-3 31,1 0 8,1-6 0,-1 3 20,1-5 1,3-5-7,0-2 1,2-4 29,-2 0 0,-2 0 0,8-6 0,-3-1 0</inkml:trace>
  <inkml:trace contextRef="#ctx0" brushRef="#br0" timeOffset="17">11341 8075 8186,'-8'0'-1424,"1"0"1094,4 0 329,-7 0 1,4 0 0,-1 0-299,2 0 264,5 5 1,0 1-7,0 5 0,4-3 37,0 0 0,3 1 3,-3 6 0,5 2 3,-1 6 0,1 1-30,-2 3 0,3 6 68,-2 5 1,2 7-28,2 0 0,-2 2-146,-3 7 1,4-8 187,-4 0 1,-1-5 120,2-7 1,-2 4-154,2 0 1,1-1 7,-5-7 1,3 3-137,-3-2 0,4 3 139,-4 4 0,3-6-34,-3 2 0,-1-3 0,-2-1 0,1-3 0,-5-3 0,-8-1 0</inkml:trace>
  <inkml:trace contextRef="#ctx0" brushRef="#br0" timeOffset="18">11387 8943 8109,'6'11'-255,"-2"0"0,-3 1 260,-1-1 0,4 4-45,0 1 1,-1-1 43,-3-4 0,4 5-203,0-1 0,1 4 155,-1-4 1,2 0-96,6-3 0,-5-5 119,1 1 0,0-6-15,3 2 1,0-2 10,1-2 1,-1-6 3,1-1 1,-1-5 8,0-3 0,2 1-42,2-5 0,-2 0-94,2-4 0,2 0 80,-2 1 0,0-2 67,-3-3 0,3 3 0,0-3 0,5-2 0,-2 0 0</inkml:trace>
  <inkml:trace contextRef="#ctx0" brushRef="#br0" timeOffset="19">11923 7983 8032,'-6'-6'-1132,"-4"1"1072,9 5 0,-4 1 83,5 3 1,0 3-38,0 9 1,1-2 29,3 5 1,1 0-2,2 4 0,3 3-18,-2 1 0,2 3-1,2-3 1,-1 6-90,0 1 1,1 0 90,-1 5 0,1 1-40,-1 2 1,-1 2 34,-2 2 0,1 0-105,-5-1 0,3-3 96,-3 0 1,0-5 2,-4 1 1,4-7-62,-1-5 1,3-7-7,-3-4 1,-1-1-169,1 2 248,-1-4 0,3 5 0,1-6 0</inkml:trace>
  <inkml:trace contextRef="#ctx0" brushRef="#br0" timeOffset="20">12015 8783 8028,'0'7'-1420,"0"1"1064,0-1 1,0 5 485,0-1 1,0 1-22,0-1 0,0 1-53,0-1 1,4 0-34,-1 1 1,1 1-7,-4 2 1,0 1-7,0 3 0,4 2-79,0-6 0,0 5-20,-4-1 0,0-2 32,0-2-43,5-2 147,-4-2-15,4-5 0,-1-2-32,0-8 0,3-2 5,-3-5 1,4-6-39,-5-2 0,6-3 7,-1 0 0,2-1-168,2 0 193,-6 0 0,9-5 0,-2-1 0</inkml:trace>
  <inkml:trace contextRef="#ctx0" brushRef="#br0" timeOffset="21">12574 8269 8021,'0'7'-313,"0"1"-12,0-6-218,0 9 447,0-5 0,0 5-13,0 1 1,0-1 103,0 1 0,2 0-15,1 4 0,0-2 32,5 5 1,-2-4 7,2 4 1,2 0-65,-3 4 1,3-2-16,2-2 0,-4 3 5,-1-3 0,-3 6 15,4 2 1,-5 0-10,5-5 1,-5 1-8,0 0 0,-1 0-26,-2 0 81,0 0 0,0-1 0,0 1 0</inkml:trace>
  <inkml:trace contextRef="#ctx0" brushRef="#br0" timeOffset="22">12563 8771 7990,'0'8'-249,"0"-1"0,0 1-340,0 3 0,0 1 412,0-1 1,4 1 311,0-1 0,3 1-177,-3-1 0,1 0-3,-1 1 0,2-5 8,6 1 0,-5-5-1,1 0 0,-1-1 68,5-2 1,-1 0-56,1 0 0,-1-5 33,1-3 1,-1-2 7,0-2 0,1 0 92,-1-3 0,-1 2-99,-2-2 1,2 2 5,-2 1 1,1-3-16,-2 0 0,3-5 0,-3 2 0</inkml:trace>
  <inkml:trace contextRef="#ctx0" brushRef="#br0" timeOffset="23">12814 8223 8055,'7'0'-335,"-1"0"30,-2 0 0,-2 0 180,6 0 1,-4 0 30,3 0 0,1 0 177,3 0-83,-4 0 0,8-5 0,-2-1 0</inkml:trace>
  <inkml:trace contextRef="#ctx0" brushRef="#br0" timeOffset="24">12871 8314 8003,'12'0'0,"-5"0"-369,1 0-23,0-5 0,3 4 197,0-3 0,-3 3 156,0 1 1,-5 0-219,5 0 159,0 5-8,3 1 0,-5 6 89,-2-1 1,-2 1 16,-2-1 0,0 0 0,0 6 0,0 1 0</inkml:trace>
  <inkml:trace contextRef="#ctx0" brushRef="#br0" timeOffset="25">12791 8623 7955,'7'0'-994,"-2"0"1,-4 0 1602,3 0-524,-3 0-222,4 0 58,0 0 1,-2 0 73,4 0 40,1-5 1,3-2 8,1-4 1,3 3 0,0 1 1,4-1-82,-3-3 1,4-1-5,-1 1 0,3-1-53,0 1 0,1 3 67,0 1 0,0-1-126,0-3 0,-2-1 88,-2 1 0,-2 1 64,-6 2 0,1-2 0,-1 4 0,1-6 0</inkml:trace>
  <inkml:trace contextRef="#ctx0" brushRef="#br0" timeOffset="26">13123 8486 7955,'-6'7'-890,"-1"1"1,1 0 743,-2 3 1,4-2 339,-3 2 0,3-2-201,-4 6 1,4 2-343,-3-2 349,4 5 0,-7-7 0,4 4 0</inkml:trace>
  <inkml:trace contextRef="#ctx0" brushRef="#br0" timeOffset="27">12986 8349 7935,'5'6'-455,"-3"3"-57,6-5 0,-4 1 311,3-1 0,-3-3 161,4 3 1,-5 1 39,5-1 0,0 4 0,3-1 0,0 4 0</inkml:trace>
  <inkml:trace contextRef="#ctx0" brushRef="#br0" timeOffset="28">13145 8223 7969,'-11'0'-123,"0"0"-40,-1 0-105,6 0 1,1 1 41,5 3 112,0-3 0,1 4 102,3-5 0,-2 0-40,6 0 0,0 0 27,3 0 1,0 0-9,1 0 0,-5 0-25,1 0 0,0 0 52,3 0 0,1 0 20,-1 0 1,-3 0-28,-1 0 40,1 0 0,3 0-21,1 0 0,-5 0 11,1 0-4,-1 6 0,4-4 17,-4 6-26,3-1 0,-7 6 2,5 2 1,-6-1-19,2 5 1,-3 0 16,-1 4 0,0 1-49,0 3 0,-4-3-13,1 3 0,-5-5-117,4-3 0,-3-2 174,3-6 0,-5 1 0,2-1 0</inkml:trace>
  <inkml:trace contextRef="#ctx0" brushRef="#br0" timeOffset="29">13431 8166 7969,'0'8'-1785,"0"-1"2037,0 1 1,0 3 8,0 1 1,0-5-372,0 1 1,0-1-18,0 5 1,0 3-44,0 0 0,0 2 111,0-2 0,0-1 59,0 5 0,5 0 0,1 4 0</inkml:trace>
  <inkml:trace contextRef="#ctx0" brushRef="#br0" timeOffset="30">13408 8360 7969,'12'-5'0,"-6"2"-3,-2-4 0,2 3 63,2-4 1,-2 5-415,2-5 319,-1 5 0,5-2-323,-1 5 0,0 0 358,1 0 0,4-5 0,2-1 0</inkml:trace>
  <inkml:trace contextRef="#ctx0" brushRef="#br0" timeOffset="31">13922 8691 6024,'-6'0'22,"1"0"129,5 0-70,-5 0-34,3 0 1,-3-1 9,5-3 17,0 3-86,0-4 150,0 5-80,0 5 0,-4-3-3,1 6 1,-2 1-48,1 6 1,-1-1 3,-3 5 1,-2 0 0,2 4 0,-1 0 2,2 0 1,-3 0-219,2-1 0,3 1 125,1 0 1,-1-5 77,1-3 0,-5-2 0,3-2 0</inkml:trace>
  <inkml:trace contextRef="#ctx0" brushRef="#br0" timeOffset="32">13682 8920 8386,'0'11'-584,"0"-3"-73,0-1 1,0-3 637,0 4 1,0-1 77,0 5 1,0-1 57,0 1 0,0-1-43,0 0 1,0 1-164,0-1 0,0 1 31,0-1 0,0 1 12,0-1 63,5 0 1,2-3-4,4 0 1,-3-6-6,-1 2 0,1-3-2,3-1 0,1-1-29,-1-3 0,4-2 13,1-6 0,0 1-4,-1 0 0,-1 3-62,5 0 0,0 1-16,4-5 1,-4 1 82,0-1 8,0 1 0,4 0 0,0-1 0</inkml:trace>
  <inkml:trace contextRef="#ctx0" brushRef="#br0" timeOffset="33">14150 8337 8386,'12'-5'-1094,"-1"-1"1,1-4 1095,-1 2 1,1 2-151,-1 2 1,0 3 117,1-3 30,-6-3 0,9 6 0,-2-4 0</inkml:trace>
  <inkml:trace contextRef="#ctx0" brushRef="#br0" timeOffset="34">14173 8349 8386,'0'11'-1228,"0"0"0,0-3 1404,0 0 1,0-1 48,0 5-185,0-1 1,-1 2 4,-3 2 0,3-2-10,-3 2 1,3-2-21,1-2 1,0 4-10,0 1 1,0 0 93,0-1 0,0-1-47,0 5 0,0-5-15,0 1 0,0 2-28,0-2 0,1 0 3,3-3 0,1-1 7,3 1 1,1-5-5,-6 1 0,6-6-29,-1 2 0,2-2-10,1-2 0,1-2-108,-1-2 0,1 2 120,-1-6 0,1 1-212,-1-5 1,0-3 47,1 0 1,-1 0 174,1 3 0,-1 1 0,0-6 0,1-1 0</inkml:trace>
  <inkml:trace contextRef="#ctx0" brushRef="#br0" timeOffset="35">14379 8292 8386,'6'0'-1105,"-1"-2"710,-5-2 266,0 3 215,5-4-38,-3 5 10,3 0 1,-5 1-18,0 3 0,0 3-84,0 4 0,0 2 109,0 2 1,-4 3-142,0 4 0,0-1 60,4 2 0,0-3-6,0 7 1,-1-3-32,-3-1 1,3-1-153,-3 1 1,3-1 108,1-3 0,0 1-100,0-5 195,0 1 0,0-5 0,0 0 0</inkml:trace>
  <inkml:trace contextRef="#ctx0" brushRef="#br0" timeOffset="36">14413 8566 8386,'6'-5'0,"3"2"-548,-5-5 1,1 6 281,-1-2 0,-1 2-152,4-2 448,1 2-30,3-8 0,6 4 0,0-5 0</inkml:trace>
  <inkml:trace contextRef="#ctx0" brushRef="#br0" timeOffset="37">14676 8246 7102,'-7'6'-344,"-3"-1"1,8-1 240,-6 0 1,6 1 103,-2-1 0,-1-2-8,1 6 0,-1-4 37,1 3 1,3-3 1,-3 4 0,1-2 39,0 2 0,1 2 74,-1-3-86,1 4 1,2 0 21,0 0-57,0-4 1,2 2 8,1-5 1,0-1 27,5-3-63,-1 0 1,5-5-8,-1-2 0,0-4-21,1 0 0,-5-4 28,1 0 1,-2-1-30,2 5 0,1-2 33,-5-2 1,-1 6-126,-3-2 1,4 2-31,0-3 59,0 6 1,-5 1 13,-3 5 0,-3 0 80,-4 0 0,0 5 0,-1 1 0</inkml:trace>
  <inkml:trace contextRef="#ctx0" brushRef="#br0" timeOffset="38">14550 8566 7836,'5'-7'-693,"-3"2"1,4 1 1322,-2 1-696,2-6 0,5 6 75,1-4 1,-1 3-45,1-4 0,0 6-17,4-2 1,-2-1-169,5 1 0,-5-4 220,1 5 0,3-6 0,-1 2 0</inkml:trace>
  <inkml:trace contextRef="#ctx0" brushRef="#br0" timeOffset="39">14596 8703 8362,'0'11'-1910,"-4"1"1755,0-1 133,0 0 1,4 1-31,0-1-17,0 1 0,0-5 69,0 1 0,6-6 0,0 3 0</inkml:trace>
  <inkml:trace contextRef="#ctx0" brushRef="#br0" timeOffset="40">14619 8668 8362,'6'0'-1759,"4"0"1346,-9 0 344,10 0 16,-5 0 1,2 0 56,-1 0 0,-3 0-3,4 0 0,-5 0-5,5 0 0,-4 0-3,3 0 1,-3 0 56,4 0 1,-6 2-56,2 2 61,3-3-33,-6 9-31,4-4 0,-5 6 1,0-1 1,0 1-4,0-1 1,-4 0 9,0 1 0,-5-1 0,3 1 0</inkml:trace>
  <inkml:trace contextRef="#ctx0" brushRef="#br0" timeOffset="41">14619 8828 6498,'-7'0'260,"2"0"-143,5 0-316,5 0 1,2-1 198,4-3 0,1-2 0,-1-6 0</inkml:trace>
  <inkml:trace contextRef="#ctx0" brushRef="#br0" timeOffset="42">15007 8200 6537,'5'-6'-148,"1"1"1,6 0 0,-1-2 0</inkml:trace>
  <inkml:trace contextRef="#ctx0" brushRef="#br0" timeOffset="43">14984 8303 8344,'5'6'0,"0"1"-531,3-4 0,2-1 296,-2 2 0,-2-3 78,2-1 0,-1 0 96,5 0 1,-1 0 26,1 0 1,0 0-17,3 0 0,-2-4 71,2 0 1,-2-1-43,-2 1 61,1 3-126,-1-4 1,-3 5 66,0 0 9,-6 0 0,-1 5 7,-4 3 1,-6 6 2,1 1 0,-3 0 5,-5-4 1,4 5-10,-4-1 0,0 0-53,1-3 0,0-1 57,3 0 0,1 1 0,-1-1 0</inkml:trace>
  <inkml:trace contextRef="#ctx0" brushRef="#br0" timeOffset="44">15110 8417 8344,'6'0'-427,"-1"0"256,-5-5 1,1 4-270,3-3 316,-2 3-246,8 1 136,-4 0 1,5 0 149,1 0 0,-1 0 84,1 0 0,-1 5 0,1 1 0</inkml:trace>
  <inkml:trace contextRef="#ctx0" brushRef="#br0" timeOffset="45">14950 8634 8344,'6'0'-1664,"-1"-1"1484,-5-3 0,4 2 197,0-6 1,5 4 27,-2-3 1,4 0-32,0 0 1,2-4-38,2 4 0,-1-3 26,5-2 0,-1 1-2,1-1 0,1 5-1,-5-1 0,6 1 0,-4-5 0</inkml:trace>
  <inkml:trace contextRef="#ctx0" brushRef="#br0" timeOffset="46">15213 8509 8344,'0'7'-81,"0"1"1,-2-1-7,-1 5 0,0-1-272,-5 1 0,5-1 235,-5 0 0,5 1-108,0-1 0,1 1-151,2-1 383,0 1 0,-5-1 0,-1 0 0</inkml:trace>
  <inkml:trace contextRef="#ctx0" brushRef="#br0" timeOffset="47">15338 8223 8344,'-11'0'-1424,"4"0"1438,2 0-26,5 0 2,5 0 0,2 0-22,4 0 38,1 0 0,-1-1 6,0-3 0,1 3-9,-1-3 0,1 3 0,-1 1 0,1 0 2,-1 0 1,-3 0-1,-1 0 1,-4 1 28,1 3 1,1 2 6,-2 5 1,1 5-47,-4-1 0,-1 5 18,-3-1 1,-2 7-142,-6 0 0,1 5 12,0-5 0,-1 2-112,1-1 1,-1-3 198,1 3 1,1-8 28,2-4 0,3-2 0,0-2 0,-1 0 0</inkml:trace>
  <inkml:trace contextRef="#ctx0" brushRef="#br0" timeOffset="48">15612 8200 8344,'0'12'0,"-3"-5"-237,-1 1 0,-4-1 296,4 5 0,-1-1-326,1 1 0,3 0 63,-3 4 1,-1 1 54,1 6 0,-1 0 135,2 0 0,1 0-22,-2 0 0,3 3 47,1 1 0,-4-4-6,1-4 1,-1-1-171,4 1 1,0-7-4,0-4 168,0-6 0,5 3 0,1-5 0</inkml:trace>
  <inkml:trace contextRef="#ctx0" brushRef="#br0" timeOffset="49">15589 8463 6735,'0'-6'293,"0"0"1,2 3-577,2-1 269,-3 0 1,5 4-412,-2 0 425,-3-5 0,9-1 0,-3-6 0</inkml:trace>
  <inkml:trace contextRef="#ctx0" brushRef="#br0" timeOffset="50">15738 8143 6976,'6'0'-316,"1"0"827,-4 0-417,-1 0-166,8 0 43,-4 0-99,6 0 1,-1 1 120,0 3 1,0 2-10,-4 6 1,2-4 25,-5-1 0,4 2-34,-5 6 0,1-1 27,-4 5 0,0 0-43,0 4 0,-1 0 3,-3 0 0,-2 1-59,-6 3 1,1-3 95,-1 2 0,1-2 0,0-1 0</inkml:trace>
  <inkml:trace contextRef="#ctx0" brushRef="#br0" timeOffset="51">15784 8680 8344,'0'11'-63,"0"1"0,0-1 10,0 1 221,-5-1-227,3 0 44,-3 1-261,5-6 0,1-1 85,3-5 1,-1-1 148,4-3 0,1-2 50,3-6 0,1 1-23,-1 0 1,-3-1-77,0 1 1,-2-1-51,2 1-27,2-1 1,-9 1 98,3 0 0,1 3-269,-1 0 338,-1 6 0,-8-8 0,-1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0.978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17371 7161 12349,'6'5'-3016,"5"-4"2695,-10 4 0,5-5 915,-2 0-365,-3 0-175,4 0 1,-3 0 19,1 0-13,-1 0-358,3 0 752,-5 0-120,5 0-358,-4 0 0,6 0 71,-4 0-281,-1 5 1,4-3 118,-2 1-354,-3-1 434,9-2 0,-7 0 41,4 0 0,-3 0-5,4 0 1,-4 0-8,3 0 0,-3 0-9,4 0 1,-5 0 471,5 0-393,0 0 0,3 0 424,0 0-450,1 0 0,-1-2 31,1-1 0,-1 1 3,1-1 1,-1 1-54,0 2 0,1 0-20,-1 0 0,1-4 104,-1 1 0,0-1-54,1 4 0,-4 0-51,-1 0 1,1 0 44,3 0 1,1 0-96,-1 0 1,0 0 3,1 0 1,-1 0 38,1 0 0,-1 0 20,1 0 1,-1 0-106,0 0 0,2 0 46,2 0 0,-2 0 29,2 0 0,-1 0 26,1 0 0,-2 0-25,2 0 0,2-1 67,-2-3 0,0 3 7,-3-3 0,3 2-45,0 2 1,0-1 48,-3-3 1,-1 3 7,1-3 1,-1 3-52,0 1 1,1-4 192,-1 0-106,1 1 1,-1 3-210,1 0 42,-1 0 1,0 0 33,1 0-34,-1 0 1,1 0-11,-1 0 0,-3-2 159,-1-1 1,1 1-108,3-2 0,-3 3-83,0 1 103,-1 0 0,5 0-13,-1 0 0,-3 0 3,-1 0 3,1 0 1,3-1 63,1-3 1,-5 3-75,1-3 1,-4 3-50,3 1 0,-3 0-7,4 0 0,-4 0 58,3 0-2,1 0 27,3 0 1,-1 1-102,-2 3 0,2-3-69,-2 3 0,-2-3 26,2-1 1,-4 0 101,3 0 1,-3 0 19,4 0 0,-5 0-2,5 0 1,-4 0-15,3 0 1,-3 0 19,4 0 1,-4 0 199,3 0-10,-4 0-121,7 0-58,-4 0 0,1 0 1,-1 0 0,-2 0 5,-3 0-7,4 0 0,-4 0-2,3 0 0,-2 5-236,3-3 1,-4 3 120,3-5 115,-3 0 0,4 0 0,-4 3-171,3 1 1,-3 1 22,3-1 0,-3-1 163,-1 4 1,0-3 9,0 4 0,4-1 202,0 5 1,0-1-193,-4 1 0,1 0-58,3 3 0,-3-1-4,3 5 1,-1 1 171,0 2 0,-1 1-26,1 0 0,3 4-155,-3-1 1,2 2-157,-1-1 0,-3-3 265,3 3 1,-2-3-309,-2-1 264,0-1 1,0 1 0,0 0-1</inkml:trace>
  <inkml:trace contextRef="#ctx0" brushRef="#br1" timeOffset="1">17371 7960 5751,'0'-6'170,"0"1"-148,0 5-2,5 0-1,-4 0 0,5 0-3,-1 0 32,-4-5-40,9 4 1,-7-4 22,4 5-9,-4 0 14,7 0 10,-4 0 2,6 0-46,-1 0 0,-3 0-2,-1 0-10,1 0-25,3 0 31,1 0 1,-1 0 7,1 0 1,-5 0-17,1 0 0,-4 0 12,3 0 1,-3 0-5,4 0 66,-1 0 6,5 0 36,-1 0-87,1 0 0,-1 0 17,0 0 0,-3 0-20,0 0 1,-5 0-15,5 0 0,-2-2-1,2-2 0,2 3-4,-2-3 0,-2 3 5,2 1 1,-4 0-3,3 0 1,1 0-17,3 0 1,-3 0 17,-1 0 1,1 0-7,3 0 1,-3 0 23,0 0-8,-1 0 1,5 0-11,-1 0 1,1 0 0,-1 0 0,-3 0 1,-1 0 0,1 0 0,3 0 1,1 0-8,-1 0 0,0 0 7,1 0 1,-4 0 4,-1 0 1,1 1-8,3 3 0,1-3 19,-1 3 0,0-1-13,1 1 0,-1-3 1,1 3 0,-1-3 3,1-1 1,-1 0 0,0 0 1,1 0-15,-1 0 1,1 0 8,-1 0 1,0 0 35,1 0 1,-1 0-37,1 0 0,-1 0-9,1 0 1,-1 0 2,0 0 0,1 0-2,-1 0 0,1 0 5,-1 0 1,1 0-4,-1 0 1,0 0-4,1 0 1,-1 0 1,1 0 0,-1 0 11,0 0 1,1 0-2,-1 0 1,1 0 2,-1 0 0,1 0-7,-1 0-2,0 0 0,1 0 20,-1 0-12,1 0 1,-1 0 50,1 0 1,-5 0-40,1 0 25,-1 0-48,5 0 1,-1 0 1,1 0 1,-5 0-4,1 0 0,-4 0-4,3 0 0,-3 0 2,4 0 0,-4 0-16,3 0 6,-4 0 10,2-5 1,-4 4 90,3-3-42,-3 3 2,4 1-36,-5 0-16,5 0 0,-3 0 1,4 0 8,-2 0 0,-3-2-4,3-2 1,-2 3-8,2-3 4,-3 3 41,4 1 3,1 0 56,-5 0 12,4 0 57,-5 0-179,0-5-84,0 4 33,0-4 0,0 3-18,0-1-30,0 1 96,0-3 0,0 4-45,0-3 146,0 3-88,0-4 7,0 0 1,0 2-83,0-4 1,0 4-29,0-7-17,0 4-50,0-6 131,0 1 1,-1 1-131,-3 2 1,3-2 91,-3 2 79,2-2 0,-3-6 0,-1-2 0</inkml:trace>
  <inkml:trace contextRef="#ctx0" brushRef="#br1" timeOffset="2">17702 7252 8212,'7'0'-2453,"3"0"2453,-9 0 0,4 0 0,0 0 0,-3 0 0,4 0 0,-2 0 0,-3 0 0,4 0 0,-5 0 0,0-5 0,0 4 0,0-5 0,0 2 0,0 2 0,0-8 0,0 4 0</inkml:trace>
  <inkml:trace contextRef="#ctx0" brushRef="#br1" timeOffset="3">17725 7218 7599,'1'6'-1731,"3"-2"1809,-2-3 0,3 1-49,-5 1-19,0-1 1,1 3-4,3-5 0,-3 1 43,3 3 106,-3-3-79,-1 9 1,0-3 8,0 4 0,0 1-63,0-1 1,0 2 1,0 2 0,0 3-70,0 4 0,4 3 85,0 1 0,1 3-98,-1 6 1,-2 3 79,6 0 0,-5 1-165,5-1 0,-5-4 73,0 1 1,0-2-17,1-7 0,-3 1 42,3-4 44,-3-5 0,-1 3 0,0-3 0</inkml:trace>
  <inkml:trace contextRef="#ctx0" brushRef="#br1" timeOffset="4">18068 7172 8206,'0'7'-2057,"0"-2"2178,0 0 0,0-3-38,0 6 0,0-4-40,0 3 1,0-3-4,0 4 0,0-1-9,0 5 1,4 4-15,-1 3 0,2 4-48,-1 4 1,-1-2 83,4 6 1,-4 3-75,1 4 0,1 5-42,-1-1 1,-1 2-111,-3 2 0,6 5 1,0 1-1</inkml:trace>
  <inkml:trace contextRef="#ctx0" brushRef="#br1" timeOffset="5">17839 7184 8255,'-5'11'0,"3"1"-510,-6-1 0,1 0 340,-5 1 1,5-2-58,-1-2 1,0 2 145,-3-3 0,3 4 135,1 0 1,-1 4-37,-3 0 0,-5 6-2,1-2 1,-1 4 8,0 3 0,0 3 1,-3 6 1,-3 4-69,3 3 1,-2-2 62,-2 2 1,0-1-163,0 1 0,4-3 90,0-5 1,5-1-275,-1-2 325,2-3 0,2-5 0,-1 0 0</inkml:trace>
  <inkml:trace contextRef="#ctx0" brushRef="#br1" timeOffset="6">18125 7218 8116,'-5'6'-485,"0"1"-49,-3-4 1,-1 0 420,5 5 1,-4-5 301,0 5 0,2 1-119,-2 6 0,-3 0 1,-5 8 0,1-1-89,4 8 0,-6 2 76,-2 6 1,-1 3-123,1 4 0,-3 1-93,3 0 1,-6 3 135,-2 1 0,4-2 5,4-6 1,5 1-100,-1-5 1,4-1-290,3-7 404,3-7 0,0-1 0,-1-5 0</inkml:trace>
  <inkml:trace contextRef="#ctx0" brushRef="#br1" timeOffset="7">18319 7344 8243,'-11'19'-557,"-1"0"0,1-4 275,-1 4 1,1-1 96,0 1 1,-1 5 197,1-5 0,3 9 14,0-5 0,1 2-89,-5-2 0,6 2 45,2-2 0,-1 2-155,1-5 0,1-8 172,3 0 0,0-9 0,0 3 0</inkml:trace>
  <inkml:trace contextRef="#ctx0" brushRef="#br1" timeOffset="8">18468 7504 8185,'-12'17'0,"2"5"0,2-3 0,-2 2-1242,3 2 1242,-4 0 0,-5 0 0,-2 0 0</inkml:trace>
  <inkml:trace contextRef="#ctx0" brushRef="#br1" timeOffset="9">17428 9399 6283,'0'7'267,"0"-2"436,0-5-704,5 0-13,-3 0 1,4 0-21,-2 0-23,-3 0-35,9 0 77,-3 0-9,4 0 0,0-4 21,1 0 0,-5 0 1,1 4 1,0 0 6,3 0 1,0 0-2,1 0 0,-5 0 2,1 0 0,-4 0-4,4 0 0,-6-5-10,8 4 0,-7-4 6,4 5-1,-4 0 2,7 0 1,-7 0 0,4 0 0,-3 0 0,4 0 1,-6 0 1,7 1 1,-5 3 0,1-3-3,-1 3 0,-2-3 2,6-1 1,-4 0-3,3 0 1,-4 0-2,7 0 0,-4 0-11,6 0 1,-1 0-3,1 0 0,-5 0-4,1 0 0,-4 0 6,3 0 14,1 0 1,3 0-6,1 0 0,-5 0 0,1 0 0,0 0 3,3 0 1,0 0 3,1 0 0,-5 2-1,1 1 1,0-1-1,3 2 1,4-3-2,1-1 1,-1 4-3,-4-1 0,2 1 0,2-4 0,-2 1 0,2 3 0,-1-2 0,1 1 0,-2-1 0,2-2 0,-1 0 0,1 0 0,-2 0 0,2 0 0,-2 0 0,-2 0 0,1 1 5,-1 3 0,1-3-5,-1 3 0,0-3 14,1-1 0,1 0-13,2 0 1,-3 4 0,4 0 0,-4-1-2,0-3 1,-1 2-1,1 2 0,0-3-5,4 3 1,-4-3-3,3-1 0,-1 4-44,2 0 0,-4-1 45,4-3 0,1 0-103,2 0 0,-1 0 92,1 0 0,-1 0-6,1 0 1,4-3-3,0-1 0,-2 0 2,2 4 1,1 0 20,-1 0 1,0 0 9,4 0 0,-3 0 55,-2 0 0,1 0-71,0 0 0,0 0 65,0 0 1,0 0-47,0 0 0,-1 0 0,1 0 1,4 0-5,0 0 0,-1 0-7,-3 0 0,0 0-59,0 0 1,0 0 60,-1 0 0,1-4-14,0 0 0,0 0 4,0 4 1,2 0 35,-2 0 0,2-3-2,-6-1 1,3 0 6,1 4 0,3 0-17,1 0 1,0-4 5,-4 0 0,-1 1 49,1 3 0,4 0-46,0 0 1,-1-2 57,-3-1 1,1 1-47,3-2 1,1-1 43,2 2 1,2-1-99,-5 4 0,4 0 0,0 0 0,-2 0-21,1 0 1,-4 0-12,0 0 0,-1 0 14,-3 0 1,1 0-18,0 0 1,0 0 119,0 0 0,-4-4-97,0 0 0,0-1 142,4 1 1,-4 2-63,0-6 1,0 4-20,4-3 0,-1 4-10,1-1 0,-1-1 0,-3 1 0,2 1-39,-1 3 0,0 0 19,-1 0 1,2-4-50,-2 0 0,2 0 38,-2 4 1,2-4 23,-2 1 0,3-1 39,1 4 1,0-4 11,0 0 1,-1-1-32,1 1 0,0 3 9,0-3 1,4-1-10,-1 1 0,5 1 5,-5 3 1,2 0-76,-1 0 0,-2 0 69,6 0 1,-2 0-49,1 0 1,0 0 50,-4 0 1,0 0-1,4 0 0,-1 0-17,2 0 1,0 0 5,-4 0 1,5 0-31,-2 0 1,3 0 28,1 0 1,-3 0-57,-1 0 0,1 0 49,3 0 0,-1 0 62,-2 0 0,0 0-61,-4 0 1,1 1 1,-2 3 1,0-3-24,4 3 1,-4-3 3,0-1 0,2 0-4,-1 0 0,0 0-3,-5 0 1,5 0-110,0 0 1,-1 0 108,-3 0 1,0 0-23,0 0 0,0-1 19,0-3 0,-1 3 3,1-3 0,4 1 4,0 0 0,-1 1 4,-3-2 0,4 3-14,-1 1 1,5-4 10,-5 1 0,5-1 7,-4 4 1,4 0-11,0 0 0,0-4-3,0 0 0,1-1 4,-6 1 1,7 3 0,2-3 1,-5 2-1,4-2 1,-2 3 1,2-3 0,-2-1-2,2 1 1,-6 0 0,6 4 0,-2-4-9,2 0 1,2-1 6,2 2 1,-3-3 0,4-1 1,-4-2-1,-1 5 1,4-3-2,0 3 1,1-1-25,-5 1 1,0 3-4,0-3 0,-2-1 25,2 1 1,-6-1-6,7 1 0,-4 1 15,4-4 1,-1 4-17,0 0 1,0-3-3,1 3 1,-1-2 16,0 1 0,0 1 2,1-4 1,-1 4-9,0-1 1,-3-1 0,-1 1 0,-3 1-73,3 3 1,-1-2 63,2-1 1,1 1-20,-6-2 0,1 3 13,-4 1 1,-1 0-4,1 0 1,0 0 14,0 0 0,0 0 2,0 0 1,-4 0-70,0 0 1,-4 0-113,4 0 0,-5 0 33,1 0 1,-2 0 66,-2 0 0,1 0-200,-1 0 201,1 5 1,-1-2-110,0 4 0,-3-3 190,0 4 0,-6-1 0,3 5 0</inkml:trace>
  <inkml:trace contextRef="#ctx0" brushRef="#br1" timeOffset="10">17554 10233 7949,'6'0'-1372,"1"0"686,-4 0 549,-1 0 137,8 0 0,-8 0 0,6 0 57,-6 0 1,5 0-45,-3 0-22,-3 0 16,9 0 1,-7 0-24,4 0 36,-4 0 0,3 0 22,-2 0-11,-3 0-16,9 0 0,-7 0-13,4 0 0,-3 0 21,4 0-46,-6 0 22,9 0-6,-5 0 7,5 0-3,1 0 0,-1 0 3,1 0 0,-1 0 1,0 0 0,-3 0 13,0 0 1,-1 0-12,5 0 0,3 0 20,0 0 0,0 0 13,-3 0 1,-1 0 4,1 0 0,-1 0-7,0 0 1,1 0 6,-1 0 1,1 0-25,-1 0 1,1 0 2,-1 0 0,0 0-11,1 0 1,-1 0 15,1 0 0,-1 0-37,1 0 1,-1 0 30,0 0 1,1 0-5,-1 0 0,1 0 28,-1 0 0,0 0 6,1 0 0,-1 0-25,1 0 0,3-1 5,0-3 0,0 3-25,-3-3 0,3 1 24,0 0 1,2 1-54,-2-1 0,-1 0 22,5-1 0,-1 3-9,1-3 1,1 2 4,-5-2 0,4 2-4,-3-1 0,3 0 6,-4-1 1,4 3-1,-4-3 0,4 3 3,-4 1 1,4 0 1,-3 0 1,0-4-5,-1 0 0,-1 1 2,5 3 0,-3 0 1,3 0 0,-5 0-9,1 0 1,1 0-2,0 0 1,3 0 9,-4 0 1,4 0-1,-4 0 0,4 0 4,-4 0 0,4 0-6,-3 0 0,0 1 4,-1 3 0,-2-3-1,2 3 1,2 1 1,-2-1 0,0 3-1,-3-3 0,0 1 0,4-1 1,-2-2-2,5 6 0,-5-5 0,1 0 0,1 0 0,-1 1 0,6-3 0,-2 3 0,-1 1 0,1-1 0,-2 0 0,2-4 0,6 3 0,-6 1 0,5 0 0,-5-4 0,6 0 0,2 0 0,-1 0 28,-3 0 0,4 0 2,0 0 1,0 0-30,0 0 0,-3 0 5,3 0 1,-3-1-5,-1-3 0,0 3-9,-1-3 0,3 1-6,1-1 1,-2 3-23,3-3 0,-2-1-10,2 1 1,-2 1 35,6 3 1,-6-4 2,2 0 1,-3-1 50,-1 1 1,0 3-54,0-3 0,-1 3 15,1 1 1,0-4 0,0 0 0,0 0 2,0 4 1,-2 0-39,-2 0 1,4 0-14,0 0 1,0 0 7,3 0 1,-2 0-9,-1 0 1,0 0 41,0 0 0,0 0-22,0 0 1,0 0 27,-1 0 1,1 0 15,0 0 1,0 0 12,0 0 0,0 0-13,-1 0 0,1 0 6,0 0 1,0 0-23,0 0 0,0 0 1,-1 0 0,3-1-20,1-3 0,-2 3 19,3-3 0,-3 3-19,-1 1 0,4-1 12,-1-3 1,2 3-33,-1-3 0,-3 3 12,3 1 0,0 0-6,0 0 1,1-2 22,-1-2 1,-3 3-1,2-3 0,2 3 12,-1 1 1,0 0-18,-5 0 0,1 0 19,0 0 0,0 0-10,0 0 1,0 0 3,0 0 1,-1 0-1,1 0 1,0 0-3,0 0 0,0 0 0,0 0 0,-2 0 0,-2 0 0,3 0 44,-3 0 0,1 0-42,-1 0 1,1 0-8,-4 0 0,4-4 16,-1 1 1,-1-1 0,1 4 0,-1 0 11,1 0 0,2-4 1,-2 0 0,3-1-24,1 1 1,-2 3-2,-2-3 1,5 3-21,-5 1 0,6 0 25,-6 0 0,2 0-20,2 0 1,0 0 12,0 0 1,-1 0-5,1 0 1,0 0 0,0 0 1,4 0 3,-1 0 0,1 0 18,-4 0 0,0 0 3,-1 0 1,5 0-18,0 0 1,-1 0 1,-3 0 0,0 0-13,0 0 1,4 0 7,-1 0 1,1 0-1,-4 0 0,3 0-4,1 0 1,1 0-4,-1 0 0,-3 0 17,2 0 0,-2 0 3,-1 0 0,0 0-16,0 0 0,0 0 5,0 0 0,-2-1 15,-2-3 1,3 3-20,-3-3 0,1 1-1,-1-1 0,3 3 3,-3-3 1,1 2-3,-1-2 0,3 3-10,-3-3 0,-1 3-1,1 1 0,0 0-10,3 0 1,-3-2 17,1-1 0,-3 1 0,2-2 0,2 3-1,-6 1 1,4 0-1,-4 0 1,4-1 0,-4-3 0,4 3 1,-3-3 1,0 3-4,-1 1 1,-1 0 0,5 0 0,-3-1-21,3-3 1,-5 2 20,1-1 0,1 1-3,0 2 0,4-1 6,-1-3 0,-3 3 1,0-3 0,1 3-4,2 1 1,-1 0 1,1 0 0,-5 0 4,1 0 0,2 0 2,-2 0 1,5 0 0,-1 0 1,-1 0-5,1 0 0,-4 0 4,5 0 0,-3 0 6,2 0 1,3 0 1,-3 0 1,-1 0-11,1 0 0,-2 0 1,3 0 1,0 0-3,-5 0 0,5 0-2,-1 0 1,-2 0-24,-2 0 1,-1 0 23,1 0 1,-2 0-68,2 0 56,3 0 0,0 0 1,0 0 3,-3 0 1,-3 0 0,0 0 0,-5 0 4,1 0 1,0 0 3,3 0 0,-3 0-228,-1 0 175,1 0 0,3 0-273,1 0 323,-6 0 0,4 5 0,-3 1 0</inkml:trace>
  <inkml:trace contextRef="#ctx0" brushRef="#br1" timeOffset="11">17965 9411 6223,'0'6'-19,"0"4"0,0-3 12,0 4 0,0 4 3,0 1 1,0 4 2,0-1 1,0 6-6,0 2 0,0 5 5,0-2 0,4 7 21,0 1 0,-1 9-20,-3-1 1,2 2-109,2-3 0,-2 0 36,6-3 1,-5 1-9,5-5 0,-5-5 80,0-6 0,4-8 0,-1-3 0</inkml:trace>
  <inkml:trace contextRef="#ctx0" brushRef="#br1" timeOffset="12">18353 9456 5959,'7'0'142,"-2"6"0,-4-5-81,3 3 32,-3-3 1,4 0-16,-5 3-32,0-3 0,0 9-40,0-2 0,1 2-5,3 2 1,-2 3-21,1 0 1,0 7-15,1 0 1,-3 3-14,3 5 1,1 4 47,-1 4 1,1 2-21,-1-2 0,-3 2-4,3 6 1,1 0 4,-2-1 0,6-4-42,-1-3 1,-2-4-274,2-3 332,0-3 0,8-5 0,2-1 0</inkml:trace>
  <inkml:trace contextRef="#ctx0" brushRef="#br1" timeOffset="13">18856 9525 8234,'5'23'-6,"-4"1"-691,3 3 1,-1-3 325,0 2 1,0 4 387,4 0 1,-3 0-22,4 5 0,-6-7-49,2 6 0,1-2 14,-1 2 1,0-4-38,-4 1 76,0-11 0,0 7 0,0-9 0</inkml:trace>
  <inkml:trace contextRef="#ctx0" brushRef="#br1" timeOffset="14">17611 8063 8396,'0'12'-809,"0"-1"1,0 0 594,0 1 0,0 1 199,0 2 0,4-1 29,0 5 0,1 1-4,-2 7 0,0 2 49,5 5 1,-2 2-26,2 2 0,2 2 49,-3 6 1,0 5-317,0 2 1,0-1 225,0 1 1,3 1-17,-2 3 1,1-5-122,-1-3 1,2-2 98,-3-1 0,0 1-228,0 2 0,-4-7 273,1 0 0,-3-5 0,-1-8 0,0-2 0,0-3 0,0-1 0,0 0 0</inkml:trace>
  <inkml:trace contextRef="#ctx0" brushRef="#br1" timeOffset="15">17634 8977 8413,'0'11'-758,"0"1"0,-1-1 536,-3 0 0,2 2 154,-1 2 0,1-2 114,2 2 0,2-6-58,1-1 0,-1-1 23,2 5 0,1-1 50,-2 1 0,6-5 143,-1 1 1,-2 0-107,2 3 1,-1-3 13,5-1 0,-1 0-75,1 0 1,0 2 24,4-5 0,-2 0-143,5-4 0,-2 0 95,2 0 0,6-5-161,-6-3 0,3-3-25,-6-5 0,3 4-116,-4-4 1,4 0 27,-4 1 260,0-1 0,-3 0 0,-1-2 0</inkml:trace>
  <inkml:trace contextRef="#ctx0" brushRef="#br1" timeOffset="16">18102 8154 6306,'0'7'74,"0"3"0,1-4-64,3 6 1,-3-1-4,3 1 1,-3 5 4,-1 6 0,0 5-6,0 6 0,2 7-61,2 5 0,-2 10-91,2-25 0,0 2 0,-2 1 0,0-1 60,1 2 1,1-1 0,-2 0-1,-1-1 76,0 0 0,1-1 0,4 30-47,-3-5 0,1-5-41,-4-2 1,-5-8 94,-3-4 0,3-3-25,2 0 0,-2-2 28,1-3 0,-4 0 0,4-2 0,2 3 0,0-1 0</inkml:trace>
  <inkml:trace contextRef="#ctx0" brushRef="#br1" timeOffset="17">18068 9194 8320,'0'16'0,"0"-3"0,0 2 0,0-2-697,0-2 1,0-3 91,0 0 492,0-6 0,1 3 245,3-5-62,-3 0 1,9-1-40,-2-3 0,-2-2 5,2-6 1,-1 5-69,5-1 1,-1 2 93,1-2-159,-1-2 1,1 4 62,-1-6 1,0 5-267,1-1 300,-6 5 0,9-12 0,-2 3 0</inkml:trace>
  <inkml:trace contextRef="#ctx0" brushRef="#br1" timeOffset="18">18547 8132 6263,'0'6'73,"0"-1"-57,0-5 37,0 5-20,0-4 22,0 4 0,0-3 1,0 2 1,0-2 1,0 6 1,0-1 6,0 5 0,0 0-25,0 4 0,0 7 3,0 7 0,0 6-43,0 5 1,2 6 41,2 10 1,-3 2-377,3 2 1,1 2 339,-4-29 1,2 1 0,4 27-7,-3-5 0,4-5-43,-5-6 0,6-6-116,-1-2 1,-2-7 79,2-5 0,-6-6-131,2-5 0,-3-3 210,-1 0 0,6-1 0,0 1 0</inkml:trace>
  <inkml:trace contextRef="#ctx0" brushRef="#br1" timeOffset="19">18502 9057 8335,'0'11'-1220,"0"1"915,0-1 0,0 0 201,0 1 0,0-1 107,0 1 1,1-1 4,3 1 1,-2-1-11,6 0 1,-2-3 1,2 0 0,2-6 29,-2 2-12,2-3 0,1-1-15,1 0 1,-1-1-2,1-3 1,3-2-220,0-6 218,0 1 0,2-6 0,1 0 0</inkml:trace>
  <inkml:trace contextRef="#ctx0" brushRef="#br1" timeOffset="20">19176 8554 8383,'6'0'-1083,"-1"0"1,-4 0 1281,3 0-145,-3 0 48,4 0-41,-5 0 0,4 1-203,0 3 140,0-2-12,-4 8 37,0-4 0,0 5 5,0 1 1,0 1-30,0 2 0,0-1 16,0 5 1,0 0-30,0 4 1,0 5 22,0 2 1,0 3-4,0 1 0,-1-1-11,-3-2 0,3 2-6,-3-3 0,2-2-37,2-1 1,0-4-96,0-4 0,0 1 143,0-5 0,-5 0 0,-1-3 0</inkml:trace>
  <inkml:trace contextRef="#ctx0" brushRef="#br1" timeOffset="21">19084 9091 8374,'0'18'-8,"0"-2"-540,0-4 1,4-1 329,0 1 1,3-5-227,-3 1 390,5-6 0,-2 3 54,4-5 1,0-1 7,1-3 0,-1 2-6,1-6 1,-1 4-16,0-3 0,1 4 33,-1-1 0,1-2-46,-1-2 1,1 2-11,-1-2 1,0 1-329,1-5 364,-1 1 0,6 0 0,1-1 0</inkml:trace>
  <inkml:trace contextRef="#ctx0" brushRef="#br1" timeOffset="22">19187 7960 7300,'-6'0'-667,"1"0"482,5 0 212,5 0 1,1-3-191,5-1 163,1 0 0,4-1 0,2-1 0</inkml:trace>
  <inkml:trace contextRef="#ctx0" brushRef="#br1" timeOffset="23">19221 8075 8251,'10'-8'-218,"-2"0"0,2 5-227,-2-5 1,-2 4 313,2-4 0,-1 6 159,5-2 1,-5 2 11,1-2-233,0 3 116,3-5 1,-3 6 107,-1 0 1,-4 2-44,1 2 0,-3-2 5,-1 6 0,-1-1-17,-3 5 1,1-1 7,-4 1 1,-1-1-3,-3 0 0,1 1-39,2-1 1,-2 4-3,2 1 1,-2-1-129,-1-4 187,-1 1 0,1-1 0,-1 1 0</inkml:trace>
  <inkml:trace contextRef="#ctx0" brushRef="#br1" timeOffset="24">19313 8132 8273,'-7'0'-1047,"2"0"774,5 0 155,5 0 1,-2 0 119,4 0 1,-3 0-160,4 0 124,0 0 0,3 0-288,0 0 255,1 0 66,-1 0 0,1 5 0,-1 1 0</inkml:trace>
  <inkml:trace contextRef="#ctx0" brushRef="#br1" timeOffset="25">19164 8269 8273,'5'6'-470,"-3"0"-515,1-2 734,4-3 387,-1 5-48,5-6 1,1 0 1,-1 0 1,1 0-80,-1 0 1,4-4 59,1 0 0,0-1-241,-1 1 0,-1 3 9,5-3 0,-3-1-47,3 1 1,-5-1 141,1 1 1,-1 3-40,1-3 1,-2-1 104,2 1 0,-2-5 0,-2 3 0</inkml:trace>
  <inkml:trace contextRef="#ctx0" brushRef="#br1" timeOffset="26">19404 8257 8273,'-5'7'-373,"4"3"1,-8-4 201,5 6-106,0-1 1,4 0 101,0 1 1,0 3 63,0 0 1,0 0 85,0-3 0,0 1-108,0 2 0,1-4 133,3 1 0,3 4 0,4-3 0</inkml:trace>
  <inkml:trace contextRef="#ctx0" brushRef="#br1" timeOffset="27">19507 8006 8058,'-8'0'-606,"1"0"556,4 0-36,-2 0 261,5 0-129,5 0 1,-2 0-7,4 0 0,1 0-100,3 0 1,-3 0 75,-1 0 1,1 0-84,4 0 1,-1 0 140,0 0-202,1 0 0,-1 4 121,1 0 0,-5 3-15,1-3 1,-4 5 22,3-1 0,-3-1 5,4 5 0,-6-4-213,2 8 0,-3 0 123,-1-1 0,0 6-93,0-2 1,-3 1 133,-1-1 0,-4-2-97,4-6 1,-3 0 139,3 1 0,-5-1 0,3 1 0</inkml:trace>
  <inkml:trace contextRef="#ctx0" brushRef="#br1" timeOffset="28">19770 7903 8271,'-2'12'0,"-2"-1"0,3 1-328,-3-1 0,-1 4 142,1 0 1,1 1-110,3-5 1,0 4 220,0 0 1,-2 2-98,-1-2 0,1-2-27,-1 2 198,1-2 0,-3 3 0,-1 2 0</inkml:trace>
  <inkml:trace contextRef="#ctx0" brushRef="#br1" timeOffset="29">19781 8120 8271,'11'0'-2016,"-3"0"1815,0 0 1,-5 0 200,5 0 0,0-5 0,3-1 0</inkml:trace>
  <inkml:trace contextRef="#ctx0" brushRef="#br1" timeOffset="30">21323 8349 7968,'-7'5'-1675,"2"-4"1669,5 4 45,-5 0-17,4-4-2,-4 4-26,5-5 165,0 0-107,5 0-11,-4 0 1,9 0 8,-2 0 1,-2 0-71,2 0 0,0-3 42,3-1 1,2-1-52,2 1 1,-1 3 25,5-3 1,-4-1-7,4 1 1,-4-1 7,4 1 1,-1 3-8,1-3 0,-1 3-14,-3 1 21,-2 0 0,3 1 73,-4 3 1,-5 2-68,1 6 0,-5-1-1,0 0 0,-1 5-46,-2-1 0,0 4-111,0-4 0,-4 2 77,0-2 0,-1-2-15,1 2 0,-1-2 91,-2-2 0,-4 0 0,5 1 0</inkml:trace>
  <inkml:trace contextRef="#ctx0" brushRef="#br1" timeOffset="31">21471 8509 7968,'0'11'0,"0"0"-580,0 1 0,0-5 314,0 1 0,0-4-17,0 3 283,0-4 0,-5 7 0,-1-4 0</inkml:trace>
  <inkml:trace contextRef="#ctx0" brushRef="#br1" timeOffset="32">21357 8611 7968,'11'0'-180,"1"0"1,-5 0-182,1 0 0,-4-3 254,4-1 1,-1-4 120,5 4 0,-1-1-112,0 1 0,1 2 71,-1-6 27,1 6 0,4-8 0,2 3 0</inkml:trace>
  <inkml:trace contextRef="#ctx0" brushRef="#br1" timeOffset="33">21494 8737 7968,'0'11'-2085,"0"1"2247,0-1-150,0-4-25,0 3 54,5-9 3,-4 4 0,10-5 52,-5 0 11,5 0-69,1-5 1,-2-1 7,-2-6 0,0 1-45,-4-1 1,0 5-6,-4-1-3,5 1 1,-4-5 31,3 1 0,-4 3-71,-4 0 0,2 6 13,-6-2 1,2 2-102,-2-2 1,-2 3 70,2-3 1,-2 4 62,-1 4 0,-6-3 0,0 4 0</inkml:trace>
  <inkml:trace contextRef="#ctx0" brushRef="#br1" timeOffset="34">21677 8303 7965,'-7'0'-1550,"2"1"1194,5 3 357,0-3 1,5 4 69,3-5 0,-2 0-63,2 0 0,0 0 28,3 0 1,0 0 16,1 0 0,-1 0 4,1 0 1,-1 0 19,1 0 1,-1-1 10,0-3 0,-3 3-46,0-3-10,-1 3-131,5 1 129,-1 0 1,-5 5-47,-2 3 0,-2-1-13,-2 5 1,0-3-10,0 6 1,-2 3-39,-2 1 0,2 2-5,-6 2 0,2 0 1,-2 0 1,-2-4-314,3 0 393,2-5 0,-6 2 0,5-4 0</inkml:trace>
  <inkml:trace contextRef="#ctx0" brushRef="#br1" timeOffset="35">21962 8383 7956,'-5'11'-491,"4"1"-61,-3-1 0,-1 1 310,1-1 0,0 0 242,4 1 0,0-1 0,0 1 0,0-5 0,0 1 0,0-6-27,0 4 1,2-6 57,2 0 8,-3-6 7,9 5 0,-7-8 5,4 6 0,-3-1-55,4 4 1,-5-4 26,5 0 0,-4 0-64,3 4 57,1-5 0,3 4-16,1-3 0,-1-2 0,1-1 0</inkml:trace>
  <inkml:trace contextRef="#ctx0" brushRef="#br1" timeOffset="36">21860 8646 7869,'-7'16'0,"2"-6"-490,5 5 1,0-8 58,0 4 423,0-2 0,0 3 0,1-6-16,3-2 1,-1-3 27,4-1 1,-3 0-6,4 0 1,-1 0-196,5 0 196,-1 0 0,6-5 0,0-1 0</inkml:trace>
  <inkml:trace contextRef="#ctx0" brushRef="#br1" timeOffset="37">22145 8234 6385,'6'0'699,"-1"0"-342,-5 6-317,0-5 0,0 9-76,0-2 1,0 2 63,0 1 1,0 1-85,0-1 0,0 0 55,0 1 1,2 3-26,2 0 1,-3 2-40,3-2 0,-2-2 60,2 2 1,-1-2-166,4-2 1,-3 0 93,4 1 1,-5-5-76,5 1 1,0-5 59,3 0 1,0-1-120,1-2 1,-1-2 209,1-1 0,-1-9 0,1-6 0</inkml:trace>
  <inkml:trace contextRef="#ctx0" brushRef="#br1" timeOffset="38">22362 8257 7876,'-5'18'0,"4"-1"-180,-3-6 0,3 0-184,1 1 0,0-1 94,0 1-30,0-1 202,0 0 111,0 1 0,1-6-15,3-2 1,-2-3 22,6-1-4,-6 0 1,9 0-29,-4 0 0,0-1-2,0-3 1,-3 3-34,4-3 1,-1-1-11,5 1 0,-2-1-10,-3 1 1,3 3 46,-2-3 0,2 2 19,2-2 0,-1 3 0,1-4 0</inkml:trace>
  <inkml:trace contextRef="#ctx0" brushRef="#br1" timeOffset="39">22316 8600 7876,'-3'18'-86,"-1"-3"1,-4-2-14,4-2 0,1 0-22,3 1 0,0-1 98,0 1 1,0-1-86,0 1 1,1-5 128,3 1 1,-3-4 26,3 3 13,2-4-1,0 2-41,6-5 0,-2-1-33,-2-3 1,0 1-38,-4-4 0,4 3 78,-4-4 0,-1 1-120,-3-5 1,2 5 122,2-1-69,-3 0 0,4-3-7,-5-1 1,-1 2-79,-3 3 0,1-3 62,-4 2 0,3 2-3,-4-2 1,4 5-162,-3 0 1,3-2 225,-4 1 0,1 0 0,-5 4 0,1 0 0</inkml:trace>
  <inkml:trace contextRef="#ctx0" brushRef="#br1" timeOffset="40">22602 8143 7470,'6'0'-542,"-1"0"1,-3 1 633,1 3 1,-1-1 11,1 4 0,-1-3-14,-2 4 0,0-1-25,0 5 1,0 3-86,0 0 0,0 6 84,0-2 0,0 1-123,0-1 0,-4 1 3,0-5 0,0 2 15,4-2 1,0-2-43,0 2 1,0-6-138,0-1 0,0-5-114,0 5 334,0-5 0,5 2 0,2-5 0</inkml:trace>
  <inkml:trace contextRef="#ctx0" brushRef="#br1" timeOffset="41">22636 8360 7899,'6'0'-428,"1"0"-535,-3 0 815,-3 0 181,4 0-74,0 0 70,-4 0-74,9 0 11,-8 0-6,8 0 49,-4-5-9,6 4 0,-1-9 0,1 3 0</inkml:trace>
  <inkml:trace contextRef="#ctx0" brushRef="#br1" timeOffset="42">22728 8257 7899,'0'16'-730,"0"-1"0,0-4 512,0-3 1,0-1 217,0 5-7,0-1 1,0 1-3,0-1 0,0-3-33,0-1 0,0 1 27,0 3 15,0 1 0,0-1 0,0 1 0</inkml:trace>
  <inkml:trace contextRef="#ctx0" brushRef="#br1" timeOffset="43">22636 8486 6553,'6'0'54,"1"-2"-58,-3-1 0,-2 1-37,6-1 0,-6 0-291,2-1 332,2 3 0,1-9 0,4 3 0</inkml:trace>
  <inkml:trace contextRef="#ctx0" brushRef="#br1" timeOffset="44">22945 7960 6845,'-7'5'-238,"2"-2"239,5 5 0,-4-1 48,0 5 0,1 4 106,3 3 1,-2 3-159,-1 1 0,1 1 38,-1 2 1,1 2-119,2 3 1,0 2 14,0-3 1,0 4-76,0 4 0,0-6 45,0 2 1,0-2 97,0 2 0,5 1 0,2-1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2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2912 13968 8003,'0'6'-2122,"0"4"2132,0-9-8,0 5-6,0-6-6,0 5 10,0-4 10,-5 4 75,4-5-78,-4 0 133,5 0-131,0-5-24,0 4 23,0-4 8,0 5-15,5 0 6,-4 0 1,6 0-3,-4 0 52,-1 0-52,8 0 1,-8 0 14,6 0 1,-4-4-18,3 0 0,-3 0-1,4 4 0,-4 0 39,3 0-22,1 0 1,3 0-32,1 0 0,-1 0 21,1 0 0,-1-4-18,0 1 0,1-1 32,-1 4 0,2-2 2,2-1 1,-2 1-13,2-1 0,-1 1 1,1 2 1,-2 0-5,2 0 1,-2 0-1,-2 0 1,4 0 0,1 0 1,-1 0 2,-4 0 1,1 0 15,-1 0 1,1 0-17,-1 0 0,2 0 1,2 0 0,-2 4-16,2 0 0,-2 0-2,-2-4 0,4 1-6,0 3 1,4-3-6,-3 3 0,4-3-44,-1-1 1,-1 0 36,1 0 1,0 0 10,4 0 0,-2 0-5,-2 0 1,3 0 24,-3 0 0,1 0-7,-1 0 0,3 0 4,-3 0 0,-1 0 7,1 0 1,-2 0 6,2 0 1,2-4 0,-6 1 0,4-1-14,-4 4 0,6 0 3,-2 0 1,-3 0-3,-1 0 0,2 0 34,-2 0 1,4 0-22,-4 0 0,2 0 2,-2 0 1,-1 0-16,5 0 0,-1 0-1,1 0 1,-1 0-22,-3 0 1,-2 1 27,2 3 1,1-3-10,-1 3 1,1-3-1,-5-1 1,4 0 28,1 0 0,-1 1-30,-4 3 1,1-3 2,-1 3 1,1-2 0,-1-2 1,0 3-2,1 1 1,3 0 5,0-4 0,0 4-1,-3 0 0,-1 1-27,1-2 1,-1-1 20,1 2 1,0-3-25,3-1 0,-2 4 15,2-1 0,-2 1-1,-1-4 0,-1 0 13,0 0 0,1 4 0,-1 0 0,4 0-9,1-4 0,-1 0-1,-4 0 1,1 0-6,-1 0 1,1 0 8,-1 0 0,0-4-21,1 0 1,-1-4-12,1 5 0,-1-2-6,1 1 1,-1-1 6,0-3 0,1 2-5,-1 2 1,-1 1 12,-2-4 0,2 4-4,-2-1 0,1 2 39,-2-2 0,3 3-26,-2-3 0,-2 1-2,2 0-37,0 1 25,3-3 0,0 1 12,1 1 1,-5-1-2,1 4 0,-4-4 11,3 0 1,-3 0-33,4 4 57,-6 0-22,9-5 0,-9 4 12,6-3-30,-6 3 11,3 1 0,-3 1-22,1 3 10,-1-3 1,3 10 1,-5-4 1,0-1 4,0 2 1,0 0 18,0 3 0,0 1-20,0-1 1,0 2 17,0 2 1,0 3-48,0 5 0,0-1-2,0 1 1,0 5-12,0 3 0,0 2-9,0 1 1,0 0-39,0 0 0,0 2 64,0 2 1,1-3 36,3 4 0,-3-4 0,4-1 0</inkml:trace>
  <inkml:trace contextRef="#ctx0" brushRef="#br0" timeOffset="1">2947 14847 7478,'0'6'-1659,"0"5"1669,0-10 0,0 5-2,0-2 73,0-3-49,0 4 1,0-5-32,0 5 3,0-3-2,0 3-7,5-5-21,-4 5 30,9-4 0,-7 4 33,4-5 0,-3 1-34,4 3 0,-5-2 23,5 1 0,0-1 11,3-2 1,1 0 5,-1 0 0,2 3-23,2 1 0,-1 0 0,5-4 1,0 4-29,4 0 1,1-1 26,2-3 0,-1 2-47,1 2 1,0-3 24,0 3 1,-2-3-5,3-1 0,1 0 17,-1 0 1,-1 0 0,-3 0 0,0 0 10,0 0 0,0 0 3,-1 0 0,3 0-18,1 0 0,-2 0 5,3 0 1,-3 0-10,-1 0 0,4 0 22,-1 0 1,2 0-1,-1 0 0,-3 0-8,3 0 0,-1 0-3,-3 0 0,4 0-2,-4 0 1,-1 0 4,5 0 1,-3-1-32,-1-3 0,0 3 27,0-3 1,3 1-19,1-1 1,0 3 9,-5-3 1,0 3-3,-3 1 0,3-4 2,-3 0 1,1 1-1,-1 3 1,1-4-3,-4 0 0,0 0 4,-1 4 0,2-1 42,2-3 0,-1 3-39,-3-3 0,-1 3 20,5 1 0,-4 0-30,4 0 0,-4 0 0,4 0 0,-1 0 7,1 0 0,3-4-3,-3 0 1,-2-3-9,3 3 1,-5-4-9,4 4 1,-4-3-10,4 3 0,-5-4 21,1 5 0,-1-3-5,1 3 1,-2 1 4,2-1 0,2 1 0,-2 2 1,0-4-2,-3 1 1,-1-1 0,1 4 0,-1 0 1,0 0 0,1 0 0,-1 0 1,4 0 4,1 0 0,-1-1-5,-4-3 0,5 3-1,-1-3 1,0-1-1,-4 1 1,1-1-1,-1 1 1,1 3-1,-1-3 1,1 1-1,-1 0 0,0 1 1,1-2 0,-5 3-1,1 1 0,-2-1-11,2-3 1,-2 3 9,-2-3-16,-3 3 1,6 1 15,-3 0-1,-3 0 34,4 0 24,-5 0-168,-5-5 1,2-2 109,-4-4 0,3-1-125,-4 1 0,2-2 63,-2-2 0,-2-4 65,3-8 0,-9-2 0,-1-5 0</inkml:trace>
  <inkml:trace contextRef="#ctx0" brushRef="#br0" timeOffset="2">3552 14013 6094,'6'0'-65,"-1"0"-34,-5 0 79,5 0 21,-3 0 65,3 0 18,-5 0-32,0 5 1,4 2 12,-1 4 0,2 2-53,-1 2 1,-1 4-6,4 8 1,-3 2-31,4 5 0,-1 6 42,5 2 1,-5 2-35,1 2 1,0-1-31,3 1 1,-1 1-247,-2 2 40,2-7 1,-4 8-1,6-10 1</inkml:trace>
  <inkml:trace contextRef="#ctx0" brushRef="#br0" timeOffset="3">4214 14082 7915,'0'11'-176,"0"1"1,0-1-167,0 1 1,0 0 159,0 4 0,0-3 110,0 7 0,0-1 73,0 3 0,0 1-7,0 0 1,0 1-13,0 3 1,0-2 28,0 6 1,2-5-4,1 5 0,0-2-124,5 1 0,-6 3 109,2-2 0,1-2 7,-1 2 0,5-1 0,-3 4 0</inkml:trace>
  <inkml:trace contextRef="#ctx0" brushRef="#br0" timeOffset="4">3518 13933 6456,'-5'7'-158,"3"-1"191,-2-2 1,-2 2-50,-1 6 1,0 0 32,0 4 1,-2 1-2,-7 6 1,2 5-1,-5 3 1,4 2-7,-4 1 0,0 5-8,-4 3 0,0 6-186,1 2 0,0-5 170,3-3 0,-1-5 27,4 1 1,1-4-19,4-3 1,-1-3 10,1-5 1,3 0-26,1-1 1,4-3-32,-1 0 0,3-3-108,1 3 0,0-9 132,0 1 119,0-7 0,10 1 1,3-5-1</inkml:trace>
  <inkml:trace contextRef="#ctx0" brushRef="#br0" timeOffset="5">3963 14116 7935,'-18'12'0,"2"-1"-210,4 0 0,0 6-255,-4 2 1,4 3 301,-3 0 0,-3 3 178,-1 1 1,-2 3-154,2 6 0,-2 0 63,2 3 1,-3 2 38,-1 1 0,1 3-76,-1-6 0,0 0 100,0-4 1,0 1 11,0 4 0,0-9 0,1 8 0,-1-9 0</inkml:trace>
  <inkml:trace contextRef="#ctx0" brushRef="#br0" timeOffset="6">4454 14162 7907,'-4'21'0,"1"-2"0,-10-1-273,1-3 0,-2 3 254,3 5 0,-4 0-82,0 0 0,-1 0-21,5-1 0,-2 1-87,-2 0 0,1 4 111,-5-1 0,5 1-88,-1-4 1,-2 0 185,2 0 0,-5 5 0,2 1 0</inkml:trace>
  <inkml:trace contextRef="#ctx0" brushRef="#br0" timeOffset="7">4705 14242 6673,'0'6'-219,"0"4"253,0-2 1,0 2-22,0 2 0,0 3-203,0 0 1,-3 5 56,-1-1 1,-5 3-17,1 1 149,-2 0 0,-1-1 0,-1 1 0</inkml:trace>
  <inkml:trace contextRef="#ctx0" brushRef="#br0" timeOffset="8">4922 14322 6158,'7'0'58,"-2"0"-103,-5 0 45,0 5 14,0-4 1,-1 9-15,-3-2 1,1-2 1,-4 2 0,3 3-22,-4 4 1,1 2-5,-5-2 1,1 2-25,-1 2 0,1 2-10,-1-2 0,1 7-1,0 0 1,-2 1 58,-2-4 0,-3 5 0,-5 1 0</inkml:trace>
  <inkml:trace contextRef="#ctx0" brushRef="#br0" timeOffset="9">3095 16537 6279,'6'0'20,"-1"0"1,-1-1-23,0-3 1,1 3 46,-1-3 1,-3 3-24,9 1 1,-7 0-5,5 0 1,-5 0-19,5 0 1,-4 0 13,3 0 1,-3 0-2,4 0 1,-4 0-7,3 0 1,-3 0-4,4 0 0,-5 0 40,5 0 0,0 0-6,3 0 0,1 1-6,-1 3 6,0-3 0,1 8-17,-1-5 1,-3 0-10,-1-4 0,1 4 16,3-1 0,1 3-5,-1-3 1,1-1 7,-1 1 1,1 0-3,-1 1 0,0-3-7,1 3 1,-1-3 1,1-1 1,-1 0 14,1 0 1,-1 0-12,0 0 1,1 4-22,-1 0 0,1 0-4,-1-4 1,0 0-6,1 0 1,1 0 11,2 0 0,-3 0-4,4 0 1,-4 0 18,0 0 1,3 3 4,0 1 0,1 0 23,-5-4 1,2 0-33,2 0 0,-2 0 23,2 0 0,-1 0-30,1 0 0,-2 0-1,2 0 1,-1 0-16,1 0 0,-2 0-10,2 0 0,1 0-20,0 0 0,0-1 38,-1-3 0,2 3-27,2-3 1,1-1 20,-5 1 0,6-1-9,-2 1 1,-1 3 6,1-3 0,0-1 1,4 1 1,-1 0-1,1 4 0,0-4 0,0 1 1,0-1-12,0 4 1,-1 0 9,1 0 0,0-4-28,0 0 0,-4 0 24,0 4 1,0-3 6,4-1 1,-2 0 3,-2 4 0,3-1 1,-3-3 0,3 3 9,1-3 1,-4 3 6,0 1 0,0 0-19,3 0 0,-3 0 4,1 0 0,-1 0 0,3 0 1,-3 0-2,0 0 1,1 1-2,2 3 1,-3-3-5,0 3 0,-1-3-3,1-1 1,3 0-42,-3 0 1,-1 0-4,1 0 0,-4 0 28,4 0 1,-4 0 5,4 0 1,0 0 15,4 0 1,-1 0-20,-3 0 0,3 0 27,1 0 0,-4 0-16,4 0 1,-3 0 2,3 0 1,0 0 8,0 0 1,0-1-5,0-3 0,-4 3-4,0-3 1,0 3-2,4 1 0,-1-2-34,1-2 1,-1 3 30,-3-3 1,3 3-82,-3 1 1,2 0 74,2 0 1,-1-4-5,-3 1 0,5-1 8,-5 4 0,5 0 3,-5 0 1,2 0 8,2 0 1,0 0-21,0 0 0,-4 0-2,0 0 1,0 0 8,4 0 0,0 0 4,0 0 0,-2 0 0,-2 0 0,3-4-5,-3 0 1,1 0 5,-1 4 1,3-1 2,-3-3 1,2 3-9,2-3 1,-1 3 1,-3 1 0,2-4-60,-2 0 1,2 0 55,-2 4 1,2 0-33,-2 0 0,-1 0 20,1 0 1,-4 2-6,4 2 1,-1-3 14,1 3 1,1-2-1,-4 2 0,3-3 36,-4 3 0,5-3-41,-1-1 1,-1 2 26,1 1 1,0-1-14,4 1 0,0-1-69,0-2 0,-4 0 71,0 0 0,0 0-4,4 0 0,-1 0-3,1 0 1,0 0-2,0 0 0,0 0 22,0 0 1,0 0-26,-1 0 1,1 1 27,0 3 0,-4-3-13,0 3 1,3-3 0,1-1 1,2 0 18,-6 0 0,-1 0 3,1 0 0,-1 0-20,1 0 1,1-4 2,-5 1 1,2-5-16,-2 4 1,1-1 13,3 1 0,-1 2-64,-3-6 0,-1 6 57,5-2 1,-5 1-20,2-1 1,0 3 12,-1-3 0,2-1-3,-2 1 0,-2 1-2,2 3 0,1-4 0,0 0 1,0 0 17,-1 4 0,-2-1-12,2-3 1,-2 3 9,-2-3 0,2 3-8,2 1 0,-2 0-2,2 0 0,-2 0 2,-2 0 1,2-1 0,2-3 0,-2 2 0,2-1 0,-2 1-1,-2 2 1,1-1-12,-1-3 1,4 3 9,1-3 1,-4 3-11,0 1 1,-6 0 4,9 0-54,-5 0 1,7 0 30,-6 0 11,1 0 0,-1 0 18,1 0 0,-5 0-1,1 0 1,-4 0 3,3 0-14,1 0 0,3 0 34,1 0 1,-5 0 16,1 0 1,-4 0 7,3 0 0,-3 0-34,4 0 0,-4 0 20,3 0-27,-4 0-2,7 0 1,-8 1-6,6 3 0,-4-3 26,3 3-45,-4-3 1,3-1 12,-2 0-10,-3 0-3,10 0-1,-10 0 15,4 0 0,-4 0-8,3 0 11,-3 0-5,4 0 15,-5 5-11,0-3 1,0 4-2,0-2-22,0-3 1,0 9 25,0-3 1,0 4-2,0 0 0,0 1 1,0-1 1,0 2-6,0 2 0,0-1 10,0 5 1,0-4-9,0 4 0,0 1-9,0 2 0,0 1 0,0 0 1,0 4 0,0-1 0,0 2-19,0-1 1,0-2-6,0 6 0,0 3-14,0 4 0,-1 1 31,-3-1 1,3-1-88,-3 5 0,-2 0 106,-2 4 0,-2-1 0,-1 1 0</inkml:trace>
  <inkml:trace contextRef="#ctx0" brushRef="#br0" timeOffset="10">3175 17554 7875,'11'0'-1723,"-3"0"1398,0 0 421,-6 0-87,8 0 22,-8 0-74,3 0 40,0 0-3,-4-5 5,9 4-8,-9-10 1,10 10 1,-9-8 3,6 5 0,-4 1 52,3 3 0,-3-4-46,4 0 1,-5 0 73,5 4 0,0-4-57,3 1 0,-3-1 4,-1 4 1,5-4-12,3 0 1,0 0 0,-3 4 1,0-3-12,3-1 1,-1 0-12,5 4 1,-3 0-23,3 0 1,-4-4 31,4 0 1,-1 1 0,1 3 1,2-2 37,-2-2 1,3 3 6,1-3 0,0 3-31,0 1 1,-1 0 9,1 0 1,0 0-8,0 0 1,0-4-2,0 0 0,-1-1-36,1 2 0,1 0 38,3-5 1,-3 5-49,3-5 1,-2 5 21,2 0 0,-2-2-5,6 1 1,-6 0 9,2 4 0,-3 0-3,-1 0 0,1 0 6,2 0 0,-2 0 1,3 0 0,-1 0-3,0 0 0,-2 1 1,3 3 1,-3-3-48,-1 3 0,0 1 44,0-1 1,-1 0-2,1-4 0,0 4 1,0-1 0,-4 1-1,0-4 0,0 2-1,4 1 1,-2 0 0,-2 4 0,2-3 13,-6 4 0,5-4-11,-1 3 1,-1-3 23,1 4 0,-1-4-13,1 3 1,1-4 0,-5 0 0,5 3 3,-5-3 0,4 1 2,-4-4 1,5 1 9,-1 3 0,2-2 3,-2 1 0,1-1 27,-5-2 0,6 3-35,-2 1 0,2 1-26,2-1 1,-1-3 26,-3 3 1,2-3-121,-2-1 1,3 0 68,1 0 1,-1 0-11,1 0 0,0 0 26,0 0 0,0-3-8,0-1 1,-1 0 27,1 4 0,-2-4-26,1 0 1,-5 1 73,6 3 0,-3 0-48,3 0 1,4-2 7,-1-1 0,1 1-11,-4-2 1,3 3-1,1 1 0,1-4-2,-1 1 1,-3-3-1,2 3 0,-2 1-11,-1-1 1,4-2 9,0 1 0,-1-4 0,-3 4 1,-4-1 19,0 1 0,4 3 3,4-3 0,-4 3 25,-4 1 1,0-1 8,3-3 1,1 3-1,0-3 0,0 3 10,0 1 0,1-2-63,3-1 0,-3 1 33,2-1 1,-2-3-84,-1 3 1,0-5 48,0 4 1,4-3-14,-1 3 1,1-1 41,-4 1 0,0 3 0,-1-3 0,1-1-37,0 1 0,0 0 2,0 4 1,1 0 52,3 0 0,-3-4-31,2 1 0,-2-1-40,-1 4 0,1 0 22,3 0 1,-2-4-8,6 0 1,-6 0 23,2 4 0,-2-4 0,2 1 1,-2-5 8,6 4 1,-6 0 2,2 4 1,-3-3-3,-1-1 1,0 0-13,-1 4 1,1-4-35,0 0 0,0 1 11,0 3 1,0-4-8,-1 0 1,1-1-35,0 1 0,0 2-11,0-6 0,0 4 21,0-3 0,-2 3 22,-2-4 1,1 6 5,-4-2 0,4 1-13,-1-1 0,-1 3 99,1-3 0,-4 3-72,4 1 0,-4 0 9,4 0 1,-1 0-48,1 0 0,3 4 2,-3 0 0,2 3-34,2-3 0,-4 0-119,0-4 0,-1 0 7,1 0 1,-2 0 114,-6 0 0,0 0-227,1 0 289,-1 0 0,1-5 0,-1-1 0</inkml:trace>
  <inkml:trace contextRef="#ctx0" brushRef="#br0" timeOffset="11">3837 16640 7410,'-6'0'-417,"-4"0"1,7 0 480,-4 0-191,4 0 108,-7 0 1,8 0 84,-6 0-114,5 5 1,-2-2 93,5 4-80,0-4 1,0 7 25,0-2 1,0-2-10,0 2 1,0 1-8,0 6 1,0-1-9,0 5 0,0 1-55,0 7 0,4 2 71,0 5 0,4 4 23,-5 0 0,5 5-32,-4-1 1,5 0 11,-2 4 0,0-7-803,0 7 816,-4-8 0,7 1 0,-4-4 0</inkml:trace>
  <inkml:trace contextRef="#ctx0" brushRef="#br0" timeOffset="12">4397 16457 7886,'4'16'-665,"0"-1"1,-1-4 396,-3-3 1,0 0 300,0 3 0,0 0-5,0 1 0,0 3-5,0 0 0,4 2-14,0-2 0,0 3 21,-4 5 0,0-1-67,0 1 1,4 6 5,-1 6 0,5 0-10,-4 7 0,0 0 12,-4 4 0,4-1-146,-1 1 0,1 5 1,-4 1-1</inkml:trace>
  <inkml:trace contextRef="#ctx0" brushRef="#br0" timeOffset="13">5265 16492 7859,'-5'6'0,"4"0"-152,-3-2 1,-1-1-456,1 4 371,-5-4 109,8 7 0,-6-7-35,4 4 174,1-4 8,-3 7 0,5-8-23,0 6 0,-3 0-6,-1 3 1,0 1-6,4-1 0,0 5-9,0 3 0,0 8-2,0 4 1,0 4-4,0 7 0,4 6 18,0 13 0,-2-29 1,1 1-194,-1 3 0,-1 0 1,0 0-1,1-1 180,2 3 0,0 0 0,-3 0 0,0 1 23,1 1 0,0-1 0,1-1 0,0-1 0,0 0 0,1 0 0</inkml:trace>
  <inkml:trace contextRef="#ctx0" brushRef="#br0" timeOffset="14">3346 15030 7989,'-6'0'-1083,"-4"0"1545,9 0-917,-5 0 371,1 0-39,4 0 1,-4 1-35,5 3 187,0-3 0,0 9-23,0-2 0,4 2 7,0 2 0,1 0-14,-1 3 1,1 8 3,2 8 0,3 3 0,-2 4 1,1 4-3,-1 7 1,2 5-309,-3 7 0,0-3 318,0 3 1,-4-3-4,1-1 1,1 1 24,-2-1 0,1-5-72,-4-3 1,0-2-60,0-1 1,2-1 33,1 1 0,-1-5-11,1-3 1,-1-9 56,-2-6 17,0-5 0,-4-6 0,0 4 0,0 1 0</inkml:trace>
  <inkml:trace contextRef="#ctx0" brushRef="#br0" timeOffset="15">3301 16103 7986,'11'17'0,"-3"-4"-236,-1 2 1,-3 1-270,4 0 1,-1 0 321,5-1 0,-1-6 171,1 3 1,-1-7 19,0 2 1,2-4-9,2 1 0,-2-7-91,2-1 1,2-6 100,-2-1 1,1-2-116,0-6 0,-4 4 105,4-4 0,-4 0 0,0-4 0</inkml:trace>
  <inkml:trace contextRef="#ctx0" brushRef="#br0" timeOffset="16">3974 15178 7268,'0'8'-365,"0"0"0,0-5 226,0 5 1,0 0 112,0 3 1,0 2-13,0 2 1,0 3 78,0 5 0,0 1 60,0 2 0,2 5-42,2 7 1,-2 8-48,6 7 0,-2 8-206,-2-29 1,0 0 0,0 2 0,1 0 171,-3 0 1,-1 0-1,2 0 1,-1 1-10,1-1 0,-2 0 1,0 25-95,3-6 0,-2-10 103,-2-5 1,0-2-46,0-2 1,0-9 66,0-2 0,3-5 0,1-3 0,0-5 0</inkml:trace>
  <inkml:trace contextRef="#ctx0" brushRef="#br0" timeOffset="17">3906 16001 7935,'0'11'-171,"0"2"57,0 2 1,0-2 67,0 2 1,0 3-147,0 1 0,1 2 165,3 2 1,-3 1-116,3 3 0,2-3 59,2 3 0,-2-7 124,2-1 1,-2-5-129,2 1 0,2-7 33,-2-4 0,2-3 10,1-1 1,1 0 11,-1 0 1,1-5 2,-1-3 0,4-2-107,0-1 1,4-6 75,-3-2 0,3-3 60,-4 0 0,5-6 0,-2-1 0,5-6 0</inkml:trace>
  <inkml:trace contextRef="#ctx0" brushRef="#br0" timeOffset="18">4671 15304 7935,'0'-8'-1129,"0"1"564,0-1 545,0-3 30,0-1 1,0 1 10,0-1-29,0 6-4,0-4 26,0 4-1,0-1 46,0 2 97,0 5-90,0 5 1,1 3 112,3 7 0,-3 3-129,3 5 1,1 5 11,-1 2 0,4 4-57,-4 4 1,3 3-16,-3 5 0,4 1-207,-5 2 1,3 2 193,-3 2 0,-1 2-49,1-6 0,0 5 5,1-5 0,-3 3-86,3-6 0,-3 1 38,-1-9 0,0-4 115,0-4 0,-5-4 0,8 2 0,-3-5 0,2-1 0</inkml:trace>
  <inkml:trace contextRef="#ctx0" brushRef="#br0" timeOffset="19">4625 15944 7910,'0'11'-229,"0"0"280,0 1 0,0-1-47,0 1 1,0 0 7,0 4 0,2-2-27,2 5 1,-2-4 50,6 4 0,-5-4-185,5 4 1,0-4-24,3 4 1,1-5 28,-1 2 1,2-4-39,2 0 0,-1-6 65,5-2 0,-4-3 29,4-1 0,-4-2 17,4-6 0,-1-1 4,1-10 1,3 0-33,-3-4 98,-3 0 0,6-5 0,-4-1 0</inkml:trace>
  <inkml:trace contextRef="#ctx0" brushRef="#br0" timeOffset="20">5882 15430 6291,'-7'0'-16,"-3"0"1,8 1-6,-6 3 1,4 2 2,-3 5 0,-1 6 0,-3 2 1,-1 4-6,1 3 0,-4 7 18,-1 6 0,-3 2-5,4-3 1,0 4 6,3-4 1,-3 0-12,0-3 1,0-2 13,3-3 0,-4 3 0,-2-4 0</inkml:trace>
  <inkml:trace contextRef="#ctx0" brushRef="#br0" timeOffset="21">5482 15829 7902,'-5'7'-290,"2"3"-38,-4-3 1,4 4 200,-1 0 0,3 2 104,1 2 0,0 3-131,0 5 0,0-1 130,0 1 0,4 0-51,0 0 1,3 0 40,-3 0 0,4-6 22,-4-1 0,3-4 6,-3 0 1,5-6 10,-1-2 0,2-3 6,1-1 0,4-1 105,1-3 1,4-2-80,-1-6 1,-1-4-25,1-3 0,0 1-162,4-1 1,-1 0 148,1-4 0,0 0 0,0 0 0</inkml:trace>
  <inkml:trace contextRef="#ctx0" brushRef="#br0" timeOffset="22">5585 14813 7847,'-8'0'0,"1"0"0,3 0-1077,-4 0 573,1 0 440,-5 0 68,6 0 1,1 1 3,5 3-48,0-3 55,0 4 66,0-5-72,5 0 1,-3 0-22,6 0 1,-4 0 2,3 0 1,1 0-5,3 0 1,1-1 6,-1-3 0,1 2-2,-1-6 0,2 4-40,2-3 0,-2 4 37,2-1 1,1-2-177,0-2 187,4 3 0,-7-5 0,3 4 0</inkml:trace>
  <inkml:trace contextRef="#ctx0" brushRef="#br0" timeOffset="23">5608 14961 7847,'7'0'-968,"1"0"534,-6 0 130,9 0 275,-5 0 7,5 0 0,1 0-29,-1 0 0,1-3-70,-1-1 93,0 0 1,1 0 13,-1 0 1,1 0 20,-1 4 0,-3 0-40,-1 0 100,1 0 0,0 0-37,-1 0-5,-4 0 1,2 6-25,-5 1 0,0 3 3,0 2 1,-1-1-5,-3 1 0,-3-1 0,-4 0 0</inkml:trace>
  <inkml:trace contextRef="#ctx0" brushRef="#br0" timeOffset="24">5745 15064 7847,'6'-5'-943,"4"3"810,-2-6 0,-2 4 104,2-4 1,-1 5-44,5-5 1,3 0-285,0-3 356,0 5 0,-3-10 0,-1 4 0</inkml:trace>
  <inkml:trace contextRef="#ctx0" brushRef="#br0" timeOffset="25">5630 15201 7847,'7'0'-932,"-2"0"691,-5 0 274,5-5 1,-2 3-47,4-6 0,1 4-20,3-3 1,1 0-121,-1 0 0,2-4 106,2 4 0,-2-3-98,2-2 0,1 1 125,0-1 1,-1 2-20,-4 3 1,1-2 146,-1 5-200,0 0 154,1 4 1,-4 0-8,-1 0 113,-4 5 1,2 3-143,-5 7 0,0-2-11,0 2 0,0-2-32,0-2 1,0 4-147,0 1 0,0-1 163,0-4 0,-5 1 0,-2-1 0</inkml:trace>
  <inkml:trace contextRef="#ctx0" brushRef="#br0" timeOffset="26">5973 14813 7035,'-6'0'-480,"1"0"418,0 5 24,3-4 0,-3 6 14,5-4 1,2-1-8,1 1 0,0-1 29,4-2 0,-3 4-13,4-1 0,-4 1 32,3-4 1,0 1-31,0 3 0,2-1 96,-5 4 0,5-4-71,-2 1 1,0 2 8,0 2 1,-4 2-12,1 1 0,1 1-4,-1-1 1,-1 4-43,-3 1 1,0 4-112,0-1 0,0 2-93,0 2 240,-5 0 0,-1 5 0,-5 1 0</inkml:trace>
  <inkml:trace contextRef="#ctx0" brushRef="#br0" timeOffset="27">6202 14893 7847,'0'15'0,"0"0"0,0 0-228,0-3 0,0 1-271,0 2 1,0-2 304,0 2 0,0 1 163,0-1 1,-4 1-10,0-5 46,0 1 0,3-2 125,-3-3-85,3-2 4,-4-5-20,5 0 20,5 0-40,-4 0-9,9-5 0,-3-1-1,4-5 0,5-1 0,2 1 0</inkml:trace>
  <inkml:trace contextRef="#ctx0" brushRef="#br0" timeOffset="28">6624 15327 7826,'0'6'-822,"0"0"498,0-2 116,0-2 186,0 3-153,0-5 196,0 5-14,0-4-67,0 4 104,0-5-102,0 5 52,0-4 1,-4 6 9,0-3-15,1-3 3,3 9 0,-4-4 3,0 6 1,-1-5 0,1 1 0,3 0 59,-3 3 1,-1 2-52,1 2 0,-3-2 15,3 2 1,-4 3-14,4 1 1,-3-2 1,3 2 1,-5 0-8,1 4 1,2 0-4,-1 0 0,-1-1-12,-4-3 1,5 5 18,-1-5 1,1 5-19,-5-5 1,1-1 9,-1 1 0,5 0 0,-1 4 1,1-6 2,-5-1 0,4-5 0,1-3 0,4 2-51,0-3 0,0-2-61,-1-1 112,3-2 0,-9 3 0,3 1 0</inkml:trace>
  <inkml:trace contextRef="#ctx0" brushRef="#br0" timeOffset="29">6350 15738 7780,'0'11'-964,"0"1"551,-5-1 282,4 1 1,-4-5 124,5 1 1,0-4-9,0 3 1,0-3 17,0 4 1,0-4-2,0 3 1,0-3-27,0 4 1,0-5 21,0 5 1,1-4 105,3 3-94,-3 1 56,9 3 1,-7 0-62,4-4 1,-3 2 3,4-5 1,-5 1-1,5-1 1,-4-3 15,3 3 30,1-3 0,4-2-38,-1-3 0,0-2-45,1-6 1,-1 1 38,1-1 0,0-3-120,4 0 1,-4-2 6,3 2 0,2 1 101,-2-5 0,5 0 0,-2-4 0</inkml:trace>
  <inkml:trace contextRef="#ctx0" brushRef="#br0" timeOffset="30">6647 14619 7798,'6'0'-1453,"-1"0"1151,-5 0 289,5 0 0,-3 0 1,4 0-38,-2 0-10,-3 0-45,9 0 84,-3 0 21,4 0 0,0 0 0,1 0 0</inkml:trace>
  <inkml:trace contextRef="#ctx0" brushRef="#br0" timeOffset="31">6636 14642 7798,'-7'11'-1012,"1"-3"886,2-1 1,3-3-8,-3 4 1,3-5 120,1 5 0,0-4-9,0 3 0,-2-3-78,-1 4 1,1-1 99,-1 5 0,1-4-41,2-1 0,0 1 31,0 3 0,0 1-16,0-1 0,0 0 39,0 1 0,0-1 6,0 1 1,0-5 9,0 1 1,4 0 12,0 3 0,0-3-6,-4-1 0,3-3-20,1 4 0,4-5 5,-4 5 1,1-5 13,-1 0 0,-2-1-3,6-2 0,-4 0-19,3 0-11,1 0 0,3 0-7,1 0 0,-5 0-1,1 0 1,-4-4-178,3 0 184,1 0 1,3 0-88,1 1 0,-5-2 67,1 1 0,-4 1 18,3-4 0,-3 3 0,4-4 0,-1 1 0,5-5 0</inkml:trace>
  <inkml:trace contextRef="#ctx0" brushRef="#br0" timeOffset="32">6818 14630 7798,'0'12'-731,"5"-1"0,-3 0 790,1 1-122,-1-1 0,-2 4 48,0 1 0,0 0-8,0-1 0,0-1-45,0 5 0,0-5 80,0 2 0,0 0-89,0-1 1,-2 1 37,-1-5 1,1 0-1,-1 1 0,1-5 39,2 1 0,-5-5 0,4 7 0,-4-4 0</inkml:trace>
  <inkml:trace contextRef="#ctx0" brushRef="#br0" timeOffset="33">6818 14836 7798,'5'-7'0,"3"4"0,-2-3-177,2 3 1,-4-2-561,3 1 481,-4 3 270,7-10-73,-4 10 0,5-5 63,-4 2 1,-1 3-179,-2-3 1,-1 1 173,4 0 0,-4 1 0,2-3 0</inkml:trace>
  <inkml:trace contextRef="#ctx0" brushRef="#br0" timeOffset="34">7104 14470 7798,'-5'7'-657,"3"-2"0,-4-5 498,2 0 58,3 5 41,-9 1 1,7 4-16,-4-2 1,4 2-12,-1-2 1,-1 2 135,1 1 0,-3 1-89,3-1 1,0 0 203,4 1-118,-5-1 218,4 1-211,-4-1 38,5-5 7,0 0-47,0-6 0,4-6-85,-1-1 0,6-3 66,-1-2 0,-2 1-98,2-1 1,-4-3 36,3 0 0,-3 0-93,4 3 1,-4 1 72,3-1 0,-3 1-225,4 0 273,-6-1 0,3 1 0,-5-1 0,5 6 0,2 1 0</inkml:trace>
  <inkml:trace contextRef="#ctx0" brushRef="#br0" timeOffset="35">6967 14767 7798,'6'0'-1223,"4"0"1129,-9-5-7,10 4 10,-5-9 0,2 8-4,-1-1 0,-3-2 95,4 1 0,-1-5 0,5 2 0</inkml:trace>
  <inkml:trace contextRef="#ctx0" brushRef="#br0" timeOffset="36">7024 14881 6348,'-1'7'-173,"-3"-3"123,2-3 25,-3-1 5,5-5 1,0 2 10,0-4 0,0 3-4,0-4 1,4 4-15,0-3 19,5-1 38,-3-3 1,6 1-33,-1 2 0,-3-1 85,-1 5-76,1-5 1,3 8 13,1-3-20,-1 3 1,1 1-2,-1 0 1,-3 1-26,-1 3 1,-4-1 5,1 4 1,-3 1-36,-1 3 1,0 1 23,0-1-60,0 1 0,-1-1 90,-3 0 0,1 1 0,-4-1 0,3-3 0,-4-1 0,1-4 0,-5 7 0,1-9 0,-1 4 0,5-5 0,-1 0 191,6 0-158,-3 0-12,5 0 1,3-1-19,1-3 0,4 2-117,-4-6 114,4 6 0,-1-14 0,4 4 0</inkml:trace>
  <inkml:trace contextRef="#ctx0" brushRef="#br0" timeOffset="37">7355 14367 7798,'5'7'-765,"-4"-2"305,4-5 117,1 5 317,-5-4 0,5 4-12,-2-5-218,-3 0 209,4 5-16,-5-3 32,5 3 31,-3-5 0,3 5 0,-5 1 0</inkml:trace>
  <inkml:trace contextRef="#ctx0" brushRef="#br0" timeOffset="38">7344 14482 7798,'7'0'-378,"1"0"277,-6 0-3,9 0 0,-9 0 61,6 0-216,-6 0 91,8 0 1,-7 0 102,5 0-44,-6 0 115,8 0 1,-9 1-46,3 3 1,-1-2 29,1 6 1,-3-4 2,3 3 1,-3 1 8,-1 3 1,-4 1 7,0-1 0,-1 1-104,1-1 0,-1 0 87,-2 1 0,-3-2 6,2-2 0,-2 7 0,-2-2 0</inkml:trace>
  <inkml:trace contextRef="#ctx0" brushRef="#br0" timeOffset="39">7366 14607 7798,'12'0'-143,"-1"0"41,1 0 1,-1 0 53,1 0 0,-5-1-247,1-3 1,-1 3 172,5-3 0,-5 3-14,1 1 0,-4-1-109,3-3 245,-4 3 0,7-5 0,-3 6 0</inkml:trace>
  <inkml:trace contextRef="#ctx0" brushRef="#br0" timeOffset="40">7321 14733 6450,'0'6'-54,"1"-1"72,3-5-33,-3 0 1,8-1 19,-5-3 0,5 2-115,-2-6 0,0 4 9,0-3 1,1 0 21,3 0 0,1-3 54,-1 2 1,1 2 24,-1-2 0,0 2 0,1-2 0,-5-1 0,1 5 0,0-3 94,3 3 1,-3-1-104,-1 1 1,-3 3 138,4-3 1,-6 4-121,2 4 1,1 2 6,-1 6 0,0 0-45,-4 3 0,0-2-58,0 2 86,0-2 0,0 4 0,0 0 0</inkml:trace>
  <inkml:trace contextRef="#ctx0" brushRef="#br0" timeOffset="41">7595 14402 7798,'0'6'-266,"0"0"16,0-2 37,0-3 1,4 6 52,-1-3-58,1-3 213,-4 4-188,5 0 167,-3-4 0,4 6 48,-2-4-63,-3-1 0,5 3 47,-2-5 29,-3 5-33,5 1 1,-5 6 3,3-1 1,-3-3-50,3-1 1,-3 2-87,-1 6 1,0-2 128,0 2 0,0-2 0,-5 4 0,-1 0 0</inkml:trace>
  <inkml:trace contextRef="#ctx0" brushRef="#br0" timeOffset="42">7778 14470 7798,'0'12'-511,"-4"-1"-64,0 0 0,0 5 546,4-1 1,-4 0 69,1-3 0,-1-1-66,4 0 1,-4-3 12,0 0 0,-1-1-104,1 5 0,3-5 69,-3 1-18,-2-6 61,5 4-2,-4-6 418,5 0-357,5-6 1,0 4 5,2-6 0,2 5-73,-5-5 1,5 4 12,-2-4 1,2 5-44,-1-5 1,2 2 41,-2-2 0,2-2 0,1 4 0</inkml:trace>
  <inkml:trace contextRef="#ctx0" brushRef="#br0" timeOffset="43">7572 15361 7743,'0'6'-1465,"0"5"1566,0-10-169,0 9 22,0-4 0,0 2-65,0 0 1,0-5 89,0 5 8,0 0 0,-1 3 6,-3 0 1,3 5-4,-3-1 0,-1 1 21,1 0 1,-5 1 9,2 6 1,-2 1-59,1 3 1,-2-3 35,2 3 1,-2-2-41,-1 2 0,1-3 26,2 3 0,-2-5-16,2-3 31,-2-2 0,-1-1 0,-1 2 0</inkml:trace>
  <inkml:trace contextRef="#ctx0" brushRef="#br0" timeOffset="44">7321 15738 7740,'0'18'-350,"0"-3"0,-1 1 174,-3 0 1,2 0 140,-1-1 0,-2-2 35,1 2 0,0-1-237,4 1 124,0-2 1,1 2-79,3-7 194,-3 2 3,9-9 1,-3 5-15,4-6 0,-3 0-1,-1 0 1,1-4 116,3 0 0,1-5-72,-1 1 1,1-2 11,-1-1 1,2-1-92,2 1 1,-2 0-4,2-1 1,3-3-4,1 0 1,-1-4 48,1 3 0,0-4 0,3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6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9068 6567 8065,'-6'0'-2040,"-3"-1"1930,5-3 91,0 3-17,-1-4 6,4 5-11,-9-5 41,9 3 0,-10-3 0,5 5 0</inkml:trace>
  <inkml:trace contextRef="#ctx0" brushRef="#br0" timeOffset="1">9057 6487 8078,'6'-5'0,"-1"2"-1205,-5-4 932,0 4 0,0-3-26,0 2 287,5 3-10,-3-4 18,8 0 0,-8 3 20,6-1-59,-6 1 0,5 2 33,-3 0-44,-3 0 98,4 0 1,-4 2 52,3 1-62,-3-1-10,4 8 1,-5-8-19,0 6 1,4-4 31,0 3 96,0-4-83,-4 7 108,0-4 1,0 2-108,0 0 1,0-4 6,0 3 0,0-3-49,0 4 0,0-5 22,0 5-85,0 0 0,0 3 87,0 0 0,0-3-54,0 0 0,3-1-9,1 5 1,0-1 1,-4 1 33,0-1-6,0 0 1,0 1 4,0-1 0,0 1 1,0-1 1,0-2 48,0 2 0,0-6-48,0 7 0,0-3 49,0 2 1,0 1-17,0-1 1,0 0-1,0 1 1,0-1-37,0 1 1,0 0 2,0 4 0,0-4-12,0 4 0,0 0-1,0-1 0,0 2-26,0-2 1,0-1 38,0 5 1,0-4-13,0 4 0,0-4 0,0 4 0,0-3 22,0 3 0,0-1-13,0 1 1,0 2 1,0-2 0,0-1 13,0 1 0,0-1 1,0 1 1,0 1 0,0-5 1,0 6-12,0-2 0,0-2 13,0 2 0,0 0-11,0 4 0,1-4 26,3 0 1,-3-1-37,3 1 1,-1 3-7,1-3 0,-3-1-26,3 1 0,1-4-96,-1 4 1,-1-5-204,-3 1 245,5 3 1,-3-6-215,2 4 66,-3-4-132,-1-5 363,0-2 0,0-5 0</inkml:trace>
  <inkml:trace contextRef="#ctx0" brushRef="#br0" timeOffset="2">9102 6441 6598,'-6'0'-307,"1"0"514,5 0-171,5 0 1,-2 0 97,4 0-108,1 0 0,3 0 45,1 0 0,-5 0 0,1 0 1,0 0 6,3 0 0,0 0-31,1 0 1,-1 0 2,1 0 1,0 0 0,4 0 1,-4-3-7,3-1 0,2-5-59,-2 1 1,4 2 63,-4-2 1,4 4-83,-3-3 1,3 3 58,-4-4 1,5 5-1,-1-5 1,-1 4-5,1-3 0,-1 4 1,1-1 1,1-1-29,-5 1 1,4-1-4,-3 2 0,3 0-22,-4-5 1,0 6 46,-3-2 1,3-1 12,0 1 0,4-1 10,-4 1 0,1 3 6,-5-3 1,4-1-21,0 1 1,1 0 6,-5 4 1,2 0 32,2 0 1,-2 0-33,2 0 1,1 0-32,0 0 1,0 0 36,-1 0 1,-1-1-89,5-3 1,-5 3 52,2-3 1,0 3-5,-1 1 1,6 0 6,-2 0 1,-3 0-1,-1 0 1,3 0 15,1 0 0,-1 0 7,1 0 0,-1-4-34,1 0 0,1 1 22,-5 3 1,6-2 1,-2-1 0,1 1-5,-1-2 0,3 3 1,-3 1 0,1-1-5,-1-3 1,2 3-3,-1-3 1,-3 3-15,2 1 1,0 0-2,4 0 1,-4 0-15,0 0 0,-4 0 26,5 0 0,-5 0-12,4 0 1,-4 0 1,4 0 0,-4 0-1,4 0 0,-1 0 17,1 0 1,1 0 1,-4 0 1,3 0 30,-4 0 0,5 0 7,-1 0 0,-1 0-27,1 0 0,-4 4-3,4-1 0,-1 1-50,1-4 1,3 4 0,-3 0 0,2 0-8,2-4 1,0 0 25,0 0 1,-4 1-10,0 3 1,0-3 7,4 3 0,-4-3-3,0-1 0,-1 0 24,1 0 1,2 1-20,-2 3 1,3-3 94,1 3 1,-4-3-55,0-1 1,0 0 7,4 0 1,-1 0-21,1 0 0,-4 0 5,0 0 0,2 0-51,5 0 0,-2 0 44,3 0 0,-3 4-31,-1 0 1,4 0 20,-1-4 1,2 0-18,-1 0 1,-3 0 13,3 0 0,-3 0 0,-1 0 1,-1 0 19,1 0 1,0 0 4,0 0 1,0 4-17,0 0 1,-1-1 1,1-3 1,0 0-41,0 0 1,-3 0 37,3 0 0,-6 0-47,5 0 1,-2 2 91,-1 1 1,2-1 0,-2 1 1,1-1-13,0-2 1,1 4 10,-2-1 0,0 1 2,4-4 1,-3 4 14,7 0 1,-3 0-46,-1-4 0,1 0 25,3 0 0,-3-2-130,2-1 0,-1 1 82,-3-2 0,1-1-16,0 2 1,0-1 14,0 4 1,-4-2-1,0-1 0,0 1-2,4-1 0,0 1-2,-1 2 0,1 0-60,0 0 0,-3-3 66,3-1 0,-6-4-131,6 4 0,-3-1 68,3 1 0,-2 3 30,-2-3 1,3-1 63,-3 1 0,-3 1 4,0 3 0,0 0-42,-1 0 1,4 0-9,-3 0 0,3 0 38,-4 0 0,5 0-14,-1 0 0,-1 0-28,1 0 1,-4 0 26,4 0 0,-1 0-6,1 0 0,1 0-21,-4 0 1,3 0-2,-4 0 0,5 0-42,-1 0 0,-2 1 52,-2 3 0,1-3-82,0 3 1,0-3 68,-1-1 0,-2 0-56,2 0 0,2 0 58,-2 0 1,4 0-2,-4 0 1,2 0 7,-2 0 1,-2-4 3,2 0 1,1 1 3,0 3 1,3 0 6,-4 0 0,1 0-9,0 0 1,-2 0-5,5 0 1,-4 0-65,4 0 1,-4 0 17,4 0 1,-5 0-10,1 0 1,2 1 32,-2 3 0,0-3-36,-3 3 25,4-3 0,-3 3 6,2 0 0,-3 1 16,-5-1 1,3-2-15,-2 6 1,-2-6 0,2 2 0,-4 1-22,3-1 0,0 1-4,0-1 1,0-3 43,-4 3 1,-1 2 0,7-3 67,-6 4-83,1 1 1,-4 3 44,0 1 0,4-5-34,0 1 0,0 0 32,-4 3 0,0 1-16,0-1 0,0 4 0,0 0 1,0 2-16,0-2 1,-2-2-3,-1 2 0,1 2 3,-2-2 0,3 4 3,1-4 1,-1 5 0,-3-1 1,3-1-3,-3 1 0,3 0-31,1 4 0,0 0 35,0 0 0,0 0-1,0-1 0,0 5 11,0 0 0,0 1 6,0-2 0,1 2-54,3 3 0,-3 2 34,3-3 1,-3 3 0,-1 1 0,0 4-2,0 0 0,0 4 13,0-4 1,0 7-70,0 1 0,0-6-4,0 2 1,-1-3-24,-3-4 0,3 0-114,-3-8 0,3-2-363,1-6 0,-4-2 23,0-6 544,-10 1 0,2 4 0,-11 2 0</inkml:trace>
  <inkml:trace contextRef="#ctx0" brushRef="#br0" timeOffset="3">9160 7583 6130,'-7'0'116,"2"0"24,5 0-62,0 6 1,1-5 154,3 3-158,-3-3 227,5-1-244,-1 0 0,-3 4 118,6-1 0,-4 1 101,3-4-168,1 0 1,3 0-11,1 0 1,-1 0-2,0 0 1,2 0-82,2 0 0,-1 2 79,5 1 0,-1-1-88,1 1 0,3-1 68,-3-2 0,6 4-87,2-1 1,-1 1 41,-3-4 1,4 0-7,0 0 0,1 0 36,-2 0 0,-2 0-5,3 0 1,-3 0-4,-1 0 0,1 0-1,3 0 1,-7 0-9,3 0 0,-3 0 9,3 0 0,1 0-22,3 0 1,-7 0 22,3 0 0,-3 0-1,3 0 0,1 0 0,3 0 0,-7 0 0,3 0 1,-3 0-53,3 0 1,-4 0 45,0 0 0,-4 0-39,4 0 1,-3 0 27,3 0 1,-4 1 32,4 3 0,-1-3 11,1 3 1,1-1 10,-5 1 1,6-3-65,-2 3 0,1 1 6,-1-1 0,2-1-22,-1-3 1,5 0 40,2 0 0,-1 0-73,-3 0 0,0-1 66,0-3 1,3 2 15,1-6 1,0 6-18,-4-2 0,-1-1 7,1 1 1,0-1 2,0 1 1,1 3 11,3-3 0,-3 3-73,2 1 0,-1 0 53,-3 0 1,5 0-89,0 0 1,1 0 79,-2 0 0,0 0-100,4 0 1,-5 0 7,2 0 0,-3 0-18,-1 0 1,4 0 58,-1 0 0,1 0-5,-4 0 0,0 0 108,-1 0 0,1 0-103,0 0 1,-4 0 122,0 0 0,0 4-99,4-1 0,-1 1-4,-3-4 0,2 4-18,-2 0 1,-2 0 7,-2-4 0,2 0 2,-2 0 0,1 0-5,0 0 0,-4 0-36,3 0 1,2-4 32,-2 0 0,0-4 122,-3 5 0,0-1-111,4 4 0,-4-4 136,4 0 0,-4 0-109,0 4 0,3 0 18,0 0 1,2 0 67,-2 0 1,-2-1-39,2-3 1,1 3-81,0-3 1,4 3 50,-1 1 1,-1 0-59,1 0 1,-4 0 46,4 0 0,0 0-46,4 0 0,-4 0 25,0 0 1,-1 0-2,1 0 1,2 0-1,-2 0 1,-1 0 0,1 0 0,-1 0-52,1 0 0,3 0 50,-3 0 0,-2 0-6,2 0 0,-3 0 3,3 0 1,-2 0-5,2 0 0,2 0 25,-6 0 0,1 0 3,0 0 0,-2 0-29,5 0 1,-5 0 5,1 0 1,-1 0-29,1 0 0,-2 0 31,2 0 0,-2 0-4,-2 0 0,0 0 0,1 0 0,-1 0-21,1 0 0,-1 0 73,1 0 0,0 0 7,3 0 0,-2 0-21,2 0 1,-2 0 10,-1 0 1,-1 0-20,0 0 0,1 0-3,-1 0 0,1 0-80,-1 0 1,4 1 79,1 3 1,0-3-78,-1 3 0,-2-3 45,2-1 0,2 0-8,-2 0 1,4 0-9,-4 0 1,2 0-4,-2 0 1,-1 0 5,5 0 0,-4 0 11,4 0 1,-4 0-19,4 0 0,-3 0 15,3 0 0,-4 0-15,4 0 0,-4 0 8,4 0 1,-4 0-1,4 0 1,-5 0 2,2 0 0,0 0 0,-1 0 0,2 0 0,-2 0 0,-2 0 0,2 0 0,-2 0 0,-2 0 1,2 0-4,2 0 0,-2 0-1,2 0 1,-2 0-16,-2 0 0,0 0-2,1 0 0,-1 0-5,1 0 0,-1 0-6,1 0 0,3 2 28,0 1 0,0-1-12,-3 1 1,-1-1 50,1-2 1,-1 0-49,0 0 1,1 1 31,-1 3 0,1-3-38,-1 3 1,0-3 3,1-1 0,-1 0 13,1 0 1,0 0-4,4 0 0,-4 4 2,4 0 1,-4 0-6,0-4 0,-1 0 13,1 0 1,-1 0-22,0 0-25,1 0 1,-1 0-30,1 0-4,-1 0 47,0 0-12,1 0 35,-1 0 1,-3 0-40,0 0 34,-6 0-5,8 0 0,-7-4-145,4 0-15,-4 0 82,7 4 0,-7 0-77,4 0 65,-4 0 1,3 0-217,-2 0 252,-3 0 1,6 0-265,-4 0 52,-1 0 21,8 0 0,-8 0-148,6 0-265,-6 0 412,9 0 0,-9 4-119,6 0 0,-4 0-486,3-4 229,-4 5 639,2-4 0,0 9 0,1-4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72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2638 7709 18284,'7'-5'692,"-4"-3"1,2 2-76,-1-2 0,0 5-739,-4-5 0,4 4 466,0-3 1,1 3-8,-1-4 1,-3 4-363,3-3 0,1 3 251,-1-4 0,1 5 512,-2-5 0,0 5-601,5 0-446,-6-4 378,8 6-108,-3-9 0,0 9-390,1-3 0,-4 2 89,3 2-1115,-4 0 4148,7 0-4224,-9 0 1148,9 0 0,-7-1 311,4-3-295,-4 3 448,7-4 1,-7 5-880,4 0 691,-4 0-4,7 0 83,-4 0 3,6 0-403,-1 0 1,1 0-2,-1 0 0,0 0 9,1 0 1,-4 0 411,-1 0 1,1 0 1,3 0 1,1 0 1,-1 0 1,0 0-5,1 0 1,-1-1 203,1-3 0,-1 3-5,1-3 1,-1 3-135,0 1 1,5-4 169,-1 0 0,1-1 18,0 1 1,-4 3-81,3-3 0,-1-1 95,2 1 0,-4-1 13,4 1 0,-4 3-285,0-3 1,-1 3-134,1 1 1,-1-4 378,0 0 1,1 1-311,-1 3 1,1 0-167,-1 0 1,0 0 78,1 0 1,-1 0-101,1 0 1,-1-2-42,1-2 320,-1 3 1,0-4 136,1 5 1,-1 0-434,1 0 0,-1-1 334,1-3 1,-1 3 150,0-3 1,-2 3-131,3 1 1,-3-2 130,6-1 0,-3 1-101,0-1 0,-1-3 50,1 3 0,0-2-71,4 1 0,-4 2 82,4-1 0,1 1-323,2 2 0,-2-3 177,-2-1 0,2 0 11,-2 4 0,5 0-211,-1 0 1,-2 0-19,-2 0 1,3-1-10,1-3 1,-2 3 56,2-3 1,-5-1 264,2 1 0,0 0-26,-1 4 0,2-4-79,-2 1 0,-2-1 16,2 4 0,-2 0-16,-2 0 1,2 0 0,2 0 0,-2 0-128,2 0 1,-2 0 1,-2 0 0,4 0-97,1 0 0,3 0 151,-4 0 1,0 0-97,-4 0 1,5 0 61,-1 0 0,0 0 127,-3 0 0,3 0-19,0 0 1,0 4-226,-3-1 0,3 1 83,0-4 1,0 1-29,-3 3 1,3-3 10,0 3 1,2-2 152,-2-2 1,-1 0 36,5 0 0,-4 0 15,4 0 0,-4 0 7,4 0 0,-3 0 256,3 0 1,-2 0-176,3 0 1,0 0 62,-5 0 1,4 0-48,-4 0 0,6 0-117,-2 0 0,-2 0-43,2 0 1,-5 0-8,2 0 1,0 0 8,-1 0 0,4 0-9,-3 0 1,3 0 0,-4 0 0,4 3-176,-4 1 0,2 0 70,-2-4 0,-2 0 115,2 0 0,1 0-2,0 0 1,0 4-210,-1 0 0,-2 1-67,2-2 0,2-1 138,-2 2 0,1 1-103,0-2 1,-4 5 97,4-4 1,0 3-61,-1-3 0,4 4-28,-3-4 0,3 1 15,-4-1 0,4-3 290,-4 3 1,4 1-19,-4-1 0,4 1-130,-3-2 1,3-1 174,-4 2 1,1 1-15,0-2 1,-4 5-183,3-4 0,2 3 69,-2-3 1,0 1-58,-3-1 1,3-3 57,0 3 1,2-3 207,-2-1 1,-2 4-219,2 0 0,-1 0 27,1-4 1,-2 4-4,2-1 0,2 3 98,-2-3 0,0-1 62,-4 1 1,5 0-60,-1 1 1,0-3-112,-3 3 0,0 1-217,3-1 0,-2 1 206,2-1 1,-1-3-1,2 3 1,-4-3 233,3-1 0,2 0 45,-2 0 1,2 0-79,-2 0 0,-1 0 14,5 0 1,-4 0-17,4 0 1,-4 0 104,4 0 1,-3 0-2,3 0 1,0 0-123,4 0 1,-4 0-113,0 0 1,0 0-40,4 0 0,-1 0 1,1 0 0,0 0 1,0 0 1,0-1 139,0-3 0,-2 3-25,-2-3 1,3 3-79,-3 1 1,-1-2 88,1-2 0,-2 3-1,2-3 0,3 3-72,-3 1 1,3 0-28,0 0 0,-3-4 170,0 1 0,1-1-193,2 4 1,1 0-83,0 0 0,-4-2 172,0-1 0,0 1-123,4-1 1,-3 1-89,3 2 0,-6 0 56,5 0 0,-5 0 21,2 0 1,0 2-285,4 1 0,-4-1 165,0 1 0,-4 3-84,4-3 0,0 2-14,4-1 1,0-3 48,0 3 0,0 1 47,-1-1 0,-1 1-16,2-1 0,-3-3 77,7 3 1,-5 1 18,-3-1 0,3 4-54,-3-5 0,3 3 120,0-3 0,-3-1 73,1 1 0,-1 4-294,3 0 1,-3-2 189,0-1 0,-3 1-190,3-1 1,-4 4-57,4-4 1,-5 3 28,1-3 0,-2 4-39,-2-5 0,-3 5-1414,0-4 1538,-6 5 0,3-3 0,-5 5 0</inkml:trace>
  <inkml:trace contextRef="#ctx0" brushRef="#br0" timeOffset="1">15338 7389 19999,'-6'7'216,"1"-2"312,5 0-3358,0-4 1980,0 4 0,1-5 1057,3 0 1,-2 0-49,6 0 0,-4 0-32,3 0 0,-3 0-114,4 0-142,-1 0 0,4-1 257,-4-3 0,3 3 774,-2-3 0,-2 3-186,2 1 1,-4 0-613,3 0-29,1 0-42,3 0 0,1 0-6,-1 0 0,-3 0 44,-1 0-361,1 0 0,4 0 21,-1 0 1,0 0 87,1 0 178,-1 0 0,1 0-5,-1 0 0,4 0 68,1 0 0,-1 1-234,-4 3 0,1-3 2043,-1 3 1,4-3-1919,0-1 0,2 0 60,-2 0 1,-2 0-39,2 0 0,2 0-3,-2 0 0,5 0-32,-1 0 1,-1-1 119,1-3 1,0 3 138,4-3 1,-4 1 123,0 0 0,0 1-221,4-1 0,0 1-102,-1 2 0,0-1 79,-3-3 1,3 3 17,-3-3 1,2 3-85,2 1 0,0-1-22,0-3 0,-4 3 37,0-3 1,0 2-135,4 2 1,0 0-5,-1 0 1,1 0 92,0 0 0,0 0-90,0 0 1,-2 0-11,-2 0 0,3 4-47,-3 0 1,3 1-88,0-1 1,1-3 40,0 3 1,-4 1-16,0-1 0,0 1 21,4-1 0,0-2 16,0 6 1,-4-6 32,0 2 0,4 1-1,3-1 0,-2 0 224,-1-4 1,-2 1 1,5 3 0,-2-3-78,-1 3 0,1-3 178,3-1 1,-3 4-128,3 0 0,1 0 78,-2-4 1,1 0 13,-4 0 1,0 0 8,-1 0 1,5 0-88,0 0 0,1 0 20,-2 0 1,-2 0-1,3 0 1,2 0-74,2 0 0,-2-4 219,1 0 1,-3 0-123,3 4 0,0-3-9,0-1 1,2 0-53,-6 4 0,5 0-67,-4 0 0,4-4 115,0 0 0,-2 1-50,1 3 1,-3 0-54,3 0 1,0 0-110,0 0 1,2 0 52,-6 0 0,5 0-51,-4 0 1,3 0 54,-3 0 1,3 1-21,-3 3 1,3-3-106,-3 3 0,5 1 9,-2-1 0,-1 1 48,2-2 1,-5-1 47,5 2 1,-5 2-123,5 2 0,-6-2-18,2 1 0,1 1-59,-1 4 1,4-5 151,0 1 1,-3-1-77,-2 5 0,2-2 62,-1-2 0,5 0 95,-2-4 1,-2 4-52,-1-4 1,0 1 155,0-1 1,1-3 72,-1 3 1,-3 1-146,2-2 0,-1 3 47,-3-3 1,-3 0-231,0 5 1,-5-2 65,2 1 0,-4 9 0,0-4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4083 10394 22551,'-10'0'-1401,"2"0"0,6 0 1507,-3 0-86,3 0 75,-6 0-60,8 0 113,0 8-1564,0-6 0,0 5 38,0-7 1441,0 0-27,8 0 4,-6 0-16,5 0 65,1 0 1432,-6 0-760,6 0 1,-6 0 712,3 0-1443,-3 0 1,8 0-44,-4 0 43,-4 0 1,7 0-68,-3 0 79,-4 8-996,14-6 1300,-7 6 1,3-8-361,-1 0 0,-5 0 21,6 0 0,-6 0 5,5 0 0,-5 0-5,6 0 0,-7 2 411,7 4 0,-6-5-7,5 5 0,-5-4 170,6-2 0,-7 0-1250,7 0 672,-8 0 1,9 2 369,-7 4 0,2-4-44,-2 4 0,-2-4 443,7-2-1138,-7 0 0,11 0-33,-3 0 1,-2 0 300,1 0 1,-5 0 110,6 0 0,-7 0-15,7 0 1,-6 0-369,5 0 1,-5 0 44,6 0 1,-6 0-53,5 0 0,-5 0 373,6 0 1,-7 0 13,7 0 0,-6 0-6,5 0 0,-5 0-12,6 0 1,-3 2 404,3 3-126,3-3 0,-5 6 5,7-8 1,-5 0-268,0 0-6,-1 0 0,6 0 0,1 0 232,-1 8 0,1-6-16,-1 3 1,0-3-340,1-2 1,-7 0-410,1 0 257,-1 0 1,7 0 270,-1 0 0,-5 0-2,-1 0 1,-5 0 51,6 0-239,-1 0 0,7 0 7,-1 0 1,-5 0 141,-1 0 0,-5 2 732,6 4 94,-1-4-467,7 6 0,-1-8-304,0 0-11,-7 0-13,5 0-8,-5 0 111,7 0-401,1 0 1,-7-6-513,1 0 1,-6 0 199,5 6 1,-5 0 654,6 0-25,-1 0 1,7 0 9,-1 0-2,0 0 1,1 0 9,-1 0 16,1 0 0,-1 0 422,0 0 0,1 0-138,-1 0 1,-2 2-40,-3 4 0,3-4-36,-3 4 1,4-4-191,1-2 1,-6 2 254,1 3 1,0-3-69,5 4 0,0-4-210,1-2 1,-7 2 257,1 4 1,0-4 21,5 4-393,0-4 1,1-2-477,-1 0 475,0 0 1,1 0-245,-1 0 1,-5 1 125,-1 5 450,1-4 1,5 6-361,1-8 0,-7 0-57,1 0 1,-6 0-275,5 0 436,1 0 0,3-2-246,-3-4-730,3 4 391,-5-5-1387,7-1 1480,1 6 1,-1-8 69,0 4 1,-5 4 90,0-3 4,-1 3 0,6 2 454,1 0 0,-7-6-136,1 0 1,-6 0-180,5 6 1,1 0 842,5 0 0,-5 0-393,0 0 0,-1 0 144,6 0 0,-5 0-247,0 0 1,-1 0 152,7 0 1,-7 0-317,1 0 1,-1 0 893,7 0-580,-1 0 1,0 0-316,1 0 1,-1 0-20,1 0 0,-7 6 374,1 0 0,-1 0-181,7-6 1,-7 0-222,1 0 49,-1 0 1,7 2 200,-1 3 1,-5-3 141,-1 4-40,1-4 1,5-2-319,1 0 0,-7 2-458,1 4 799,-1-4-23,7 6 1,-1-8-316,1 0 1,-7 0-303,1 0 0,-7 0 128,7 0 1,-6 0-410,5 0 541,1-8-449,5 6 1,1-8-288,-1 4 1,-5 4 159,-1-3 1,-5 1-533,6-2 257,-1 4 627,7-6-553,-1 8 842,0 0 1,-1-2 371,-5-3-457,5 3 30,-6-6 0,7 8 618,0 0 1,-5 0-123,-1 0 1,-5 0-293,6 0 1,-6 0 656,5 0-818,1 0 0,5 0 122,1 0 0,-7 0 784,1 0-547,-1 0 0,7 0-359,-1 0 0,-2 2 272,-3 4 0,3-4 0,-3 3 1,3-1 6,3 2 1,-7-4 7,1 4 0,0 2 114,5-3 1,-5 1-259,-1-6 1,-7 2 582,2 4-1077,3-4 105,-7 6 0,-2-8 244,-11 0 0,-12-8 0,-4-2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75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10541 10427 24166,'7'0'-4461,"-2"0"4461,0 0 0,-4 0 10,4 0 0,0 0 15,-3 0-21,3 0-7,0 0 11,-4 0-15,4 0 7,0 0-1,-4 0 0,6 0 3,-3 0 1,-2 0-3,6 0 1,-4 0-3,3 0 1,-3 0 1,4 0 1,-5 0-2,5 0 1,0 0 1,3 0-2,1 0 1,-1 0 0,0 0 0,-3 0-1,0 0 1,-1 0 0,5 0 0,0 0-1,4 0 1,-4 0 0,3 0 0,-2 0 2,-1 0 1,-1-4-313,0 1 1,1-1 155,-1 4 0,2 0 163,2 0 1,-2 0 1,2 0 1,-2 0 1,-2 0 1,2 0 0,2 0 1,-2 0 17,2 0-25,-2 0 0,3 0 0,2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76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5299 12677 21573,'7'-1'-2086,"-4"-3"-1494,-1 3 1796,-2-4 349,5 5 2834,-4 0-378,4 0-265,-5 0-684,5 0 350,-4 0 1160,5 0-1540,-6-5 0,1 3 264,3-1-1735,-3 1-49,4 2 1478,-5 0 30,5 0 1,-4-1-1653,3-3 71,-3 3 1236,-1-4 0,2 5 1854,1 0 1,-1-5-1464,3 4 1,-4-5-2289,3 6 1471,-3-5 1,5 4 1073,-2-3 1,-1 3 315,4 1 1,-3 0 1491,4 0-2143,-1 0 1,5-1-196,-1-3 0,-3 3 660,0-3 1,-1 3 593,5 1 1,-5 0-281,1 0 1,-1 0-307,5 0 1,-5 0-336,1 0 0,0 1 192,3 3-115,1-3 1,-1 4 209,0-5 0,1 1 414,-1 3-568,1-3 1,-1 4-51,0-5 1,1 4 96,-1 0 0,5 0-175,-1-4 0,0 1-115,-4 3 1,2-3-63,2 3 1,-2-3-134,2-1 1,-2 0 60,-2 0 0,1 0-106,-1 0 0,1 0-3,-1 0 0,0 0-93,1 0 1,-1 0 187,1 0 1,-1 0-47,1 0 0,-5 0-4,1 0 0,-1 0 129,5 0 1,-1 0 42,1 0 1,-1 0-1,1 0 0,-1-1-214,0-3 0,1 3-2,-1-3 0,1 3 192,-1 1 0,0 0 27,1 0 0,-1 0 6,1 0 0,0 0-2,4 0 0,-4 0 8,4 0 0,-4 0-9,0 0 0,-1 0 213,1 0 0,-1 0-6,0 0 0,0-1-435,-4-3 1,3 3-48,-2-3 0,2 2 215,1 2 0,1 0 71,-1 0-227,1-5 1,-1 4-10,1-3 0,-1 3 169,0 1 1,1 0 55,-1 0 1,1 0 280,-1 0 1,-1-1-272,-2-3 1,2 3-142,-2-3-769,2 3 1101,1 1 253,1 0-319,-1 0-137,0 0 0,1 0 0,-1 0 0,-3 0 273,0 0 1,-5 0-18,5 0 191,0 0 1,3 0-195,0 0-235,1 0 0,-1 0-20,1 0 1,-1 0 0,1 0 1,-1 0 0,0 0 3,1 0-9,-1 0 0,1 0-2,-1 0 1,-3 0-5,-1 0 0,1 0 8,3 0 1,-3 0-12,0 0 14,-1 0 0,5-4-315,-1 0 0,-3 0-568,-1 4 895,1 0 1,3 0-13,1 0 1,-5 0 8,1 0-17,0 0 0,3 0 10,0 0 1,-3-1-327,0-3 0,-1 3 384,5-3 1,-5 3 304,1 1 0,-1 0-367,5 0 1,-5 0 2,1 0 1,0 0 3,3 0 1,1 0 1,-1 0 1,-2 0 1,2 0 1,-6 0 316,7 0 0,-2 0-59,5 0 1,-2 0-175,2 0 0,-2 0-83,-2 0 1,2 0-3,2 0 1,-1 0-2,5 0 0,-4 0-2,4 0 1,0 0-2,4 0 1,-4 1 129,0 3 0,0-3-11,4 3 0,-4-3-85,0-1 0,-1 0-30,1 0 0,1 0 2,-4 0 0,-1 0 2,-4 0 0,2 0 2,2 0 1,-2 0 1,2 0 1,-2 0-129,-2 0 0,1 0 12,-1 0 1,0 0 85,1 0 0,-1 0 31,1 0 1,-1 0 5,1 0 0,-1 0-2,0 0 1,1 0 19,-1 0 1,1-4-313,-1 1 1,1-1 125,-1 4 1,0 0 163,1 0 0,0 0-15,4 0 0,-4 0 2,4 0 1,-4 0-2,0 0 1,0 0 11,4 0 0,0 0-23,3 0 0,-1 0 329,-3 0 0,-1 0-153,5 0 0,-5 0-156,1 0 1,-2 0 1,-2 0 1,1-1-213,-1-3 1,1 2 21,-1-1-21,1 1 1,-1 2 213,0 0 0,3-1-194,-2-3 1,6 3 22,-7-3 0,3 3 118,-3 1 0,1 0 46,-1 0 1,1 0 212,-1 0 0,0 0-107,1 0 0,-1 0 104,1 0 0,-1 0-215,1 0 0,-1 0 355,0 0-210,1 0 1,-1 0-99,1 0 0,-5 0-44,1 0 5,-6 0-16,9 0 1,-9 0 129,6 0-112,-6 0 0,8 0 1,-3 0 7,4 0-11,1 0 0,-1 0-10,0 0 0,1 0-4,-1 0 1,1 0 8,-1 0 1,1 1 199,-1 3 1,2-3-25,2 3 1,-2-3-133,2-1 1,-3 0-40,0 0 1,1 0-5,2 0-1,-2 0 5,2 0 1,-3 0-5,0 0 0,3 0 0,0 0 1,1 0-207,-5 0 1,4 0 25,0 0 1,2 0 130,-2 0 0,-2 0 44,2 0 1,2 2 155,-2 1 0,4-1-11,-4 2 0,0-3-97,-3-1 1,0 0-46,4 0 0,-4 4 113,4-1 0,-3 1 17,3-4 0,-4 0-126,4 0 0,0 0 1,-1 0 1,4 0-156,-3 0 1,0 0 11,-1 0 0,-2 0 96,2 0 1,2 0 46,-2 0 0,0 0-113,-3 0 1,3 0-17,0 0 1,4 0 125,-4 0 0,6 0-1,-2 0 1,1 0-1,-1 0 1,3 0 0,-3 0 0,-2 0 0,2 0 1,-1-1-134,1-3 1,2 3-4,-6-3 1,4 2-40,-4-2 1,5 2 54,-1-1 1,3 0-14,1-1 1,0 3 30,-1-3 1,-2 2-54,-1-2 1,-4 3 17,4-3 0,-4 3 240,4 1 1,-5 0 40,1 0 0,2 0 39,-2 0 0,4 0-54,-4 0 1,4 0 12,-3 0 1,0 0-32,-1 0 1,-2 0 54,2 0 0,-2 0-17,-2 0 0,4 0-107,1 0 1,0 0-36,-1 0 1,-1 0 0,5 0 1,-3 0-1,3 0 1,0 0 0,4 0 1,-2 0-1,-2 0 1,3 0-1,-3 0 0,-1 0-1,1 0 1,-5 0-2,1 0 0,1 1 38,-1 3 0,5-3 6,-5 3 1,4-3-11,-4-1 0,0 0-37,-3 0 0,-1 0-23,1 0-4,-6 0-183,-1 0 172,-5 0-47,-5 0 1,2 0-77,-4 0 1,3 0-2,-4 0 1,1 0 101,-5 0 49,1 0 0,-6 0 0,0 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77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7229 14664 22001,'0'-6'-7142,"0"1"3829,0 5 4516,5 0 1,-2 0 254,5 0-507,-6 0-607,8 0 0,-7 0-93,4 0 1,-3 4-494,4 0 2406,-6-1-951,9-3 1,-9 0-1137,6 0-59,-6 5-871,8-3 1079,-8 3-1505,8-5 1522,-9 0-604,9 0-131,-8 5 646,8-4 1,-8 4-1012,6-5 1739,-6 0-1127,3 0 1526,1 0-1264,-5 0-8,4 0-5,0 0-298,-4 0 732,9 0 0,-7 0-437,5 0 0,-5 0 2,5 0 0,-6 0 1,9 0-3,-4 0 0,0 0 2,0 0 0,-3 0 7,4 0 0,-1 0-8,5 0 0,-1 0-2,1 0 0,-1 0 6,0 0 0,1 0 0,-1 0 0,1 0-3,-1 0 0,0 0-1,1 0 1,-1-4-281,1 1 1,-1-1 121,1 4 0,-1 0 152,0 0 1,1-1-205,-1-3 1,1 2 0,-1-1 0,1 1 157,-1 2 0,0 0 54,1 0 0,-1 0 8,1 0 1,-1-1 98,0-3 1,1 3-149,-1-3 0,1 3-12,-1 1 1,4 0 280,1 0 0,-1 0-9,-4 0 1,1 0-160,-1 0 0,1 0-59,-1 0 0,0 0 0,1 0 1,-1 0 207,1 0 0,-5 0 203,1 0-373,-1 0 0,5 0-40,-1 0 0,-3 0 7,0 0-12,-1 0 1,5 0 0,-1 0 0,0 0 1,1 0 1,-1 0 1,1 0-2,-1 0-1,0 0 1,1 0-2,-1 0 0,1 0 2,-1 0 1,1-1-210,-1-3 1,0 3-6,1-3 0,-1 3 189,1 1 1,-1 0 30,1 0-2,-1 0 0,0 0-1,1 0 0,-1 0-1,1 0 1,-5 0-8,1 0 451,-1 0-210,5 0 0,-1 0-130,1 0 0,-5 0 13,1 0-99,0 0 0,3 0 5,0 0 0,-3 0-7,0 0 0,-1 0-4,5 0 0,-1 0-23,1 0 0,-1 0 35,0 0 1,1 0-13,-1 0 0,1 0-9,-1 0 1,-3 0-3,-1 0 1,1 0 5,3 0 1,-3 0 11,0 0-12,-1 0 0,5 0-4,-1 0 1,-3-4-458,-1 0 0,0-1-96,0 1 0,3 3 276,-2-3 1,2 1-5,2 0 1,-1 1 66,0-1 1,1 1 159,-1 2 0,1-1-159,-1-3 1,0 3-1,1-3 1,-1 3 613,1 1 1,-1 0 155,1 0 1,-1 0-282,0 0 1,1 0 8,-1 0 0,1 0-44,-1 0 0,2 0-156,2 0 0,-2 0 148,2 0 1,-2 0 2,-2 0 1,0 0-169,1 0 1,-4 0-54,-1 0 1,1 0 29,3 0 0,1 0 48,-1 0 1,-3 0 6,-1 0 1,1 0-68,3 0 0,1 0 7,-1 0 0,1 4 240,-1-1 0,0 1-54,1-4 1,-1 4 20,1 0 0,-1 0-63,0-4 1,1 1-36,-1 3 0,1-3 85,-1 3 0,1-3-197,-1-1 0,0 4 180,1 0 0,-1 0-266,1-4 0,0 3 144,4 1 0,-4 0-175,4-4 1,-3 4 179,3 0 1,-4-1-171,4-3 1,-4 0-159,0 0 1,0 0 184,4 0 1,-4 0-164,4 0 1,-4 0 52,0 0 0,-1 0-92,1 0 0,3 0 122,0 0 1,0 0-118,-3 0 0,0 0 103,4 0 1,-4 0 131,3 0 0,-2 0-16,-1 0 1,-1 0 19,0 0 1,1 0 9,-1 0 1,1 0-13,-1 0 0,1 0 18,-1 0 0,4 0-8,0 0 1,1 0 2,-5 0 1,2 0-3,2 0 1,-2 0 4,2 0 0,-1 0-1,1 0 0,-1 0-1,5 0 0,-4 2 144,4 1 0,-3-1-3,3 2 0,-4-3-108,4-1 1,-5 0-66,1 0 0,-2 0-5,-2 0 1,1 0 33,-1 0 1,0 0-4,1 0 1,-1 0 1,1 0 0,0 0-155,4 0 1,-4 0 25,4 0 1,-3 0 94,3 0 0,-4 0 41,4 0 0,-4 0-3,0 0 1,3 4 146,0-1 1,0 1-10,-3-4 0,-1 0-140,1 0 0,-1 0 1,1 0 1,3 0-1,0 0 1,0 0 0,-3 0 1,-1-1-227,0-3 0,1 3-1,-1-3 0,1 3 29,-1 1 1,1-1-157,-1-3 0,0 2 141,1-1 0,-1 1 158,1 2 0,-1 0 54,1 0 1,-1-3-320,0-1 1,2 0 404,2 4 1,-2 0 126,2 0 0,-2 0-159,-2 0 1,2 0 156,2 0 1,-2 0-1,2 0 0,-2 0-125,-2 0 1,2 0-88,2 0 0,-2 0 329,2 0 1,-2 4-189,-2 0 1,1-1 113,-1-3 0,-3 2-253,-1 1 0,5-1 130,3 2 1,0-2-68,-3 2 0,-1-3 14,0 3 0,1-3-28,-1-1 0,1 0-61,-1 0 1,-3 0-5,-1 0 1,1 0-126,3 0 0,1 0 140,-1 0 1,1 0-115,-1 0 1,0 0 49,1 0 1,3-4-249,0 1 1,1-1 114,-5 4 1,0 0 193,1 0 0,3 0-1,0 0 1,0 0-1,-3 0 0,-1-4-315,1 0 0,-1 0 153,1 4 1,-1 0 161,0 0 0,1 0 240,-1 0 0,1 0-87,-1 0 0,4 0-137,1 0 1,3 0-14,-4 0 0,0 0 4,-4 0 0,5 0 309,-1 0 0,4 0-146,-4 0 0,0 0-166,-3 0 1,-1 0 0,1 0 0,-1 0-2,1 0 0,-1 0 19,0 0 0,2 0 0,2 0 1,-2 0 42,2 0 1,-2 0-52,-2 0 0,5 0 17,-1 0 1,0 0-13,-4 0 1,5 0-17,-1 0 1,0 0 16,-3 0 1,0 0-7,3 0 1,-2 0-3,2 0 1,-1 0 0,2 0 1,-4 0-1,3 0 1,-2 4-137,-1 0 1,3 0 141,0-4 1,0 0-3,-3 0 1,-1 0-17,1 0 1,3 0-2,0 0 1,0 0-7,-3 0 1,-1 4-176,0-1 1,2 1 180,2-4 0,-2 0 140,2 0 1,-2 0-171,-2 0 1,1 0 31,-1 0 1,1 0-1,-1 0 0,1 0-1,-1 0 0,0 0 9,1 0 0,-1 1 78,1 3 0,-5-2-50,1 1-173,-1-1 0,5-2 157,-1 0 0,-3 1-211,0 3 1,-5-3-141,5 3 0,0-3 382,3-1 0,-1 1-261,-2 3 1,2-3 129,-2 3 0,2-3 156,1-1 0,-3 0 267,-1 0-388,1 0 0,3 0 206,1 0 0,-1 0 136,1 0 0,-1 0-359,0 0 1,2 0 223,2 0 1,-1 0 23,5 0 0,-3 0-220,3 0 0,-4 0 28,4 0 0,-5 0 11,1 0 1,-2 0 33,-2 0-24,1 0 1,-1 0-22,0 0 0,-3 0 13,0 0 0,-2-1-389,2-3-512,2 3 532,-4-4 1,4 4 123,-2-3-39,2 3 1,-4-4 0,6 5 1,-1 0 271,1 0 1,-1 0 0,1 0 0,3 0 154,0 0 0,4 0 299,-4 0 0,4 0-183,-3 0 0,-1 0-215,-4 0 1,-3 0 346,-1 0-187,-4 0-604,2 0-565,-5 0 947,-5-5-161,-1 3 0,-6-3 1,1 5-1</inkml:trace>
  <inkml:trace contextRef="#ctx0" brushRef="#br0" timeOffset="1">16298 14584 29087,'6'0'-2246,"-1"0"0,-4 0 2245,3 0 1,-3 0 0,6 0 0,-4 0-1,-1 0 1,4 0 0,-2 0 0,-3 0 2,4 0 0,-5 0 24,5 0 5,-3 0-23,3 0 2,-5 0 0,5 0 0,-4 0 27,4 0 2,-5 0-31,5 0 5,-4 0-21,5 0 1,-5 0 21,3 0-31,-3 0 26,4 0-17,0 0 16,-4 0 7,9 0-15,-3 0 0,4 0-3,1 0 1,-1 0 4,0 0 1,1 0 5,-1 0 0,-1-1-279,-2-3 0,6 3 78,-3-3 0,5 3 151,-1 1 0,-1 0 42,5 0 1,-4 0-1,4 0 0,-4 0-1,4 0 1,-5-1-171,2-3 1,-2 3 2,1-3 0,-3 3 427,4 1 1,-4 0-66,0 0 1,3 0-145,0 0 1,1-2-228,-5-1 1,4 1 22,0-2 1,2 3 129,-2 1 1,-2 0 207,2 0 1,-1 0 12,1 0 0,-2 0-140,2 0 1,3 0-44,1 0 1,-3 0-4,0 0 0,-2 0 161,1 0 0,-1 0-5,5 0 0,-4 0-125,4 0 1,-1 0-35,1 0 0,2 0-4,-1 0 0,0 0 90,-1 0 0,2 1 5,-2 3 0,-1-2-7,1 1 0,0 2-86,4-1 1,-4 4-83,0-4 1,-1 1 51,1-1 1,1-3 85,-4 3 1,3-2-53,-4 2 0,4-3 22,-4 3 1,4-3-59,-4-1 1,2 0-17,-2 0 1,-2 0 102,2 0 1,-2 0 64,-2 0 1,-3 0-68,-1 0 1,1 0-55,3 0 1,-1-1-226,-2-3 0,2 3-40,-2-3 0,6 3 214,1 1 1,0-4-227,-3 0 0,-1 0 138,1 4 0,3 0 134,0 0 1,4 0 25,-4 0 1,0 0-23,-3 0 0,3 0 296,0 0 0,2 0-6,-2 0 1,-1 0-222,5 0 1,-4 0 235,4 0 0,-3 0-60,3 0 0,-4 2-288,4 2 1,-4-3 31,4 3 0,-5-2-102,1 2 0,-2-3-30,-2 3 1,1-3 177,-1-1 1,1 0-4,-1 0 1,1 4-270,-1 0 1,2 0 172,2-4 1,-2 0 137,2 0 1,-3 0 23,0 0 1,-3 0 61,2 0 0,-6 0 14,7 0 1,-3 0-104,2 0-45,0 0 529,1 0-456,-1 0 1,-3 0-80,0 0-386,-6 0 362,3 0-75,-5 0 1,-1-4-940,-3 0 1,-4-5 198,-7 2 1,1-4-491,-5 0 1065,-5 0 0,-5-6 0,-5-1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2641 16843 5742,'9'0'0,"-1"0"0,-8 0 0,0 0-1,0-8 0,8 6 1,-6-14 0,6 15 0,-7-13 0,5 8 0,-4 0 0,6 4 17,-8-3 2,0 3 1,0-6 4,0 8 67,0-8-71,8 6 99,-6-5-62,5 7-23,-7 0 0,2 0 4,4 0-1,-4 0-43,6 0-11,-8 0 13,7 0 22,-5 0 68,14 0-55,-14 0 10,13 0-26,-13 0 1,8 0 17,-5 0-2,-3 0 9,14 0-45,-14 0 17,13 0 1,-11 0 75,8 0-74,-8 0 0,5 0 22,-3 0-16,-4 0-11,13 0 0,-11 0 26,8 0 0,-8 0-13,11 0 1,-11 0-9,8 0 0,-7 0 38,7 0 0,-8 0-21,11 0 1,-11 0 21,8 0 1,-8 0-28,11 0 0,-11 0 0,7 0 1,-5 0 29,6 0-5,-8 0-2,11 0 0,-11 0 11,8 0 9,-9 0-45,13-8-15,-7 6 0,3-6-9,0 8 0,-7-2-11,7-3-8,-8 3 39,11-6-50,-5 8 1,2-6 17,-1 0-4,-7 1 45,11 5-13,-5 0 0,2 0 50,-1 0 0,-5 0-48,6 0 30,-9 0-26,13 0 0,-12 0 39,7 0-33,-7-8 7,12 6-25,-7-6 1,3 8 4,-1 0-20,-7 0 26,12 0-30,-7 0 28,9 0-36,-1 0 0,-5 0 14,-1 0 1,-5 0-3,6 0 0,-6 0 12,5 0 0,-5 0-1,5 0 1,-5 0 21,6 0 0,-6 0 5,5 0 1,-1-2 82,1-4-97,5 4 0,-6-5 12,7 7 1,-5 0-13,-1 0-11,1 0 1,5 0 15,0 0-19,1 0 1,-1-6-11,1 0 1,-1 0-6,0 6 0,1 0 0,-1 0 0,0 0 15,1 0 0,-1-2 0,1-3 1,-7 3 13,1-4 0,-1 4 3,7 2 1,-1 0-17,0 0 1,1 0 1,-1 0 0,-5 0-6,-1 0 0,1 0-4,5 0 1,-5 0 92,-1 0-81,1 0 1,5 0 37,1 0 1,-7 2-34,1 4 0,-6-4 30,5 3-10,1-3-18,5-2 0,1 0-14,-1 0 1,-5 0 34,-1 0-39,1 0 0,5 6 13,0 0 1,-5 0-28,0-6 32,-1 0 0,7 0 1,-1 0 1,0 0-3,1 0-7,-1 0 0,0 0-21,1 0 0,-1 0 30,1 0-12,-1 0 0,0 0 1,1 0 1,-1 0 12,0 0 1,-5 0-10,0 0 0,-1 0 3,7 0 0,-1 0 3,0 0 0,-5 0 4,0 0 1,-1-6 1,6 0-15,1 0 1,-1 6 6,1 0 1,-1 0-4,0 0-1,-5 0-4,-1 0 1,1 0-5,5 0 1,1 0-1,-1 0 1,-5 0-10,-1 0 0,1 0-9,5 0 9,1 0 0,-1 0-11,0 0 5,1 0 0,-1 0 8,1 0 1,-7 0 68,1 0-51,-1 0 0,7 0 3,-1 0 0,-5 0 3,-1 0-7,1 0 1,5 0-10,1 0 1,-7 0 7,1 0 1,-6 0-4,5 0 0,1 0 11,5 0 1,-5 0 19,-1 0-19,1 0 0,5 0 29,1 0-32,-1-7 1,0 5 25,1-4-39,-1 4 0,0 2 14,1 0 0,-1 0-29,1 0 1,-7 0 21,1 0 1,-1 0-39,7 0 1,-1 0 36,0 0 1,1 0 6,-1 0 9,1-8 0,-1 6 4,0-3 0,1 3-6,-1 2 0,0-2 37,1-4-52,-1 4 1,0-6 8,1 8 0,-1 0-59,1 0 35,-1 0-6,8 0 1,-6 0 13,5 0 1,-5 0-9,-2 0 33,1 0 1,-1 0-27,0 0 1,1 0 41,-1 0 1,0 0-36,1 0 0,-1 0-11,1 0 1,-1 2 21,0 4 1,1-4-4,-1 4 0,0-4 2,1-2 0,-1 5 0,1 1 1,-1 0 38,0-6 0,1 2-44,-1 4 1,0-4 17,1 3 1,-1-3-9,1-2 1,-1 0 23,0 0 0,1 6-25,-1 0 1,0 0-7,1-6 1,-1 0-10,1 0 1,5 0-1,0 0 0,0 2-51,-6 3 1,1-3 53,-1 4 1,2-4-44,5-2 1,-5 0 31,4 0 1,-4 0-22,-1 0 0,-1 0 17,1 0 0,1 0 0,4 0 0,-4 0 11,4 0 0,-3 0 1,-3 0 0,1 0 16,-1 0 1,0 0-22,1 0 0,-1 0-9,0 0 1,1 0 9,-1 0 1,1 0-7,-1 0 0,-6 0 2,1 0 0,0-2-3,5-4 0,0 4 6,1-3 1,-1 3-2,0 2 1,1 0 52,-1 0 1,1 0-50,-1 0 1,0 0 31,1 0 1,-1 0-25,0 0 1,7 0-24,-1 0 0,0 0 7,-6 0 0,1 0-5,-1 0 0,0 0 7,1 0 1,1 0-7,4 0 1,-3 0-16,3 0 0,-4-6 17,-2 0 0,1 0 41,-1 6 0,1 0-37,-1 0 0,0 0 73,1 0 0,-7 0-30,1 0 0,-1 0 7,7 0 1,-1 0-48,1 0 0,-1 0 1,0 0 1,1 0-10,-1 0 0,0 0 27,1 0 0,-1 0-66,1 0 0,-1 0 47,0 0 1,1 0 20,-1 0 1,0 0-29,1 0 1,-1 0-1,1 0 1,-7 0 0,1 0 0,-1 0 1,7 0 1,-1-5-3,0-1 1,-5 0 14,0 6-41,-1 0 26,7 0-4,-1 0 1,0 0 4,1 0 1,-7 0 1,1 0 0,-6 0-1,5 0 1,-1-2-2,1-4 1,5 4 0,-6-5 1,7 7 0,-6 0-5,1 0 4,0 0 1,5 0-2,0 0 0,-5 0-59,0 0 0,-1 0-6,7 0 0,-7 0 13,1 0 1,-1 0-93,7 0 0,-1 0 36,0 0 0,1 0 53,-1 0 0,-3 0-9,3 0 0,-9 0-5,9 0 0,-3 0 13,3 0 1,0 0-51,1 0 1,-1 0 6,0 0 1,1 0-37,-1 0 0,-5 0-153,-1 0 1,1 0-814,5 0 1104,1-8 0,7-2 0,2-7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2450 18685 8496,'9'2'-1840,"-3"4"1317,-4-4 433,-2 5-10,0 1 96,0 2 1,0 1-3,0 1 0,0-6 11,0 5-4,0 1 0,-6-1-6,0 1 0,1-6-18,5 5 49,0-7-24,0 12 103,0-7-93,0 1 6,0 6 6,0-15 4,0 7 14,0-8-2,0 0 0,7 0-27,-5 0 0,12-2-15,-8-4 1,1 5 28,-1-5-42,-4 4 20,14 2-5,-15 0 24,15-8-4,-14 6 52,13-6 0,-11 8-45,8 0 3,-8 0 0,5 6-20,-3 0 1,-4 2 16,4-2-12,3-5 0,-5 13-3,8-8 1,-8 1 20,1-1-13,5-4-8,0 14 0,1-14 1,1 3 0,-6 3-12,5-2 0,-5 0 19,6-6 1,-7 6 1,7-1 1,-6 1 10,5-6 0,-5 6 3,6 0 0,-6-1-3,5-5 1,-5 0 1,6 0 1,-7 0-20,7 0 0,-6 0 13,5 0 0,-5 0-36,6 0 1,-7-1 52,7-5-26,0 4 0,3-8-13,-3 4 1,3 4-2,-3-3 1,-3-3 3,3 2-8,-1 0 1,7 1-3,-1-1 0,1-2 12,-1 2 1,-5 4 9,-1-3 0,1 1-3,5-2 1,0 4 3,1-4 0,-1-2 5,1 3 0,-1-3 4,0 2 1,1 2-29,-1-7 1,0 7-2,1-2 1,-1-2-4,1 2 0,-1-5 15,0 5 1,3-6-7,3 7 0,-8-7-4,8 6 0,-11 1 0,11 5 0,-7-6 5,7 0-5,-4 0 1,-2 6-4,1 0 1,-1 0-1,1 0 0,-1 0 17,0 0 0,-5 0-13,-1 0 1,1 0 27,5 0 0,-5 0-31,0 0 0,-1 0 0,7 0 1,-1 0 0,-5 6 0,-1 0 0,1 0 9,5-6 1,-5 1 9,-1 5 9,1-4 1,5 6-26,1-8 1,-1 6 15,0-1 0,1 1 5,-1-6 0,-5 0 4,-1 0 0,1 6-29,5 0 0,1 0 0,-1-6 1,0 0-18,1 0 0,-1 0 14,0 0 1,1 0-9,-1 0 1,6 0 10,0 0 0,1 0-17,-7 0 0,0 0 31,1 0 0,5 0 23,0 0 0,0 0-22,-5 0 0,-1-6 7,0 0 0,7 0-6,-1 6 0,0 0 3,-6 0 0,1-2-12,-1-3 0,6 3 7,0-4 1,2 2-5,-1-2 1,-5 4-20,4-4 1,2-1-3,-2 1 1,6-2 1,-6 2 0,3 4-3,-3-3 0,-2-3 3,8 2 1,-8 0-5,2 6 1,-3 0 3,-3 0 0,6 0 4,0 0 0,0 0 5,-5 0 1,-1 0-7,1 0 0,-1 0 1,0 0 0,1 0 11,-1 0 1,0 0 2,1 0 0,-1 0 50,1 0-29,-1 0 1,0 2 1,1 4-23,7-4 1,-6 6-14,4-8 1,-2 6 9,3-1 0,-5 1-7,4-6 0,-4 0-2,-1 0 1,5 6-1,0 0 1,0 0-10,-5-6 1,5 0-1,0 0 0,0 0 40,-5 0 0,5 0-29,0 0 0,0 0 36,-6 0 1,7 0-32,-1 0 0,6 0 1,-6 0 0,0 0 0,-6 0 1,7 0 1,-1 0 1,0-2-6,-6-4 0,3 4 6,3-4 1,-4 4 43,4 2 1,2-6-45,-2 1 0,1-1 15,-7 6 1,0 0-12,1 0 1,5 0-3,0 0 1,0 0-15,-5 0 0,5 0-6,0 0 0,0 0 3,-6 0 1,3 0-8,3 0 1,-4 6-11,4-1 1,-3 1 19,-3-6 0,0 0 69,1 0 1,-1 6-65,1 0 0,-1 0 40,0-6 0,1 0-8,-1 0 1,0 5 4,1 1 1,-1 0 11,1-6 0,-1 2-23,0 4 0,3-4-25,3 3 0,-4-3 23,4-2 0,-3 2-67,-3 4 0,6-4 44,0 4 1,2-4-7,-2-2 1,-3 0-11,3 0 0,-2 5-2,2 1 0,-3 0-7,3-6 0,-4 0 16,-1 0 1,1 0-5,4 0 0,-4 0 3,4 0 1,-9 0 35,-2 0 1,-1 0-25,6 0 1,1-6 1,-1 0 1,1 1-10,-1 5 1,0-2 0,1-4 0,-1 4-9,0-4 0,-5 4 13,0 2 1,-1 0-17,7 0 0,-1 0 13,0 0 1,-5 0-13,0 0 0,-1 0 6,6 0 1,-5 0-3,0 0 28,-1 0 1,7 0 27,-1 0-27,0 0 1,1 0 4,-1 0 1,0 0-35,1 0 1,-7 0 17,1 0 1,0 0-29,5 0 1,0 0 18,1 0 1,-1 0-4,0 0 0,1 0-9,-1 0 1,1 0-4,-1 0 0,0 0 3,1 0 1,-1 0 5,0 0 1,1 0 0,-1 0 0,1 0 11,-1 0 1,0 0 1,1 0 0,-1 0 7,0 0-8,1 0 0,-1 0 9,1 0 0,-1 0-13,0 0 0,1 0 2,-1 0 0,-5 0-2,-1 0 0,1 0-18,5 0 0,1 0 10,-1 0 0,-6 0-2,1 0 1,0 0-6,5 0 5,0 0 0,1 0 1,-1 0 1,1 0-2,-1 0 1,-6 0 3,1 0 0,0 0 1,5 0 1,0 0 1,1 0-4,-1 0 0,1 0 24,-1 0 1,0 0-26,1 0 1,-1 0 1,0 0 1,1 0 1,-1 0-2,0 0 1,1 0-8,-1 0 0,1 0 9,-1 0 0,0 0-10,1 0 1,-1 0 6,0 0 1,1 0-7,-1 0 0,1 0 4,-1 0 1,-5 0 0,-1 0 1,1 0-1,5 0 1,0-2-1,1-3 1,-1 3 11,1-4 1,-1 4-1,0 2 0,1 0-11,-1 0 1,0 0 2,1 0 0,-5 0-6,5 0 1,-5 0 7,10 0 1,-3 0 5,-3 0-10,0 0 1,7 0-4,-1 0-2,0 0 0,-6 0 5,1 0 0,-1 0 27,0 0 0,1 0-25,-1 0 0,1 6 36,-1-1 1,6 1-32,0-6 0,0 0 1,-5 0 1,-1 6-9,1 0 0,-1 0-2,0-6 0,3 0-2,3 0 0,-8 5 18,8 1-33,-7 0 0,9-6 17,-8 0 0,1 0-7,-1 0 1,0 0 20,1 0 0,-7 0 1,1 0 0,0 0 10,5 0 1,-6 0 3,1 0 1,0 0-4,5 0 1,0 0 4,1 0-56,-1 0 1,1 0 40,-1 0 0,0 0-149,1 0 129,-1 0 0,0 0-8,1 0 0,-1 0 1,0 0 5,1 0 1,-1 0 17,1 0-17,-1 0 0,0 0 27,1 0-20,-1 0 1,0 0 1,1 0 1,-7 0-5,1 0 0,0 0 0,5 0 0,0 0 0,-5 0-3,0 0 3,-1 0 0,6 0 0,1 0 1,-7 0-2,1 0 1,0 0 1,5 0 49,0 0-33,1 0 1,-1 0 3,0 0 0,1 0-9,-1 0 0,1 0 1,-1 0 1,0 0-11,1 0 1,-1 0-1,0 0 0,1-6-4,-1 0 0,1 1 9,-1 5 1,2 0-24,4 0 0,-3-2 12,3-4 1,-2 4-1,2-4 0,-1 2 2,6-1 1,-6 3-2,1-4 0,-2 4-10,2 2 0,-3 0 12,3 0 0,2-2-58,-2-4 0,0 4 52,-5-4 0,5 5-40,0 1 0,2 0 33,-2 0 1,-4 0-6,5 0 1,1 0-17,-2 0 1,6 0-2,-6 0 0,6 0 54,-6 0 0,6 0-36,-6 0 0,0 0 23,-5 0 1,5 0-20,0 0 1,0 0 35,-5 0 1,-1 0-21,0 0 1,1 0 8,-1 0-7,8 0 0,0 0 2,4 0 1,-4 0-11,-7 0 1,-1-6 2,0 0 0,1 0 0,-1 6 0,1 0-1,-1 0 1,0 0-56,1 0 0,-1 0 53,0 0 0,1 0-4,-1 0 0,1 0-6,-1 0 1,0-6-3,1 1 0,1-1-30,4 6 1,-4 0-2,5 0 0,-5 0 44,-2 0 1,1 0-19,-1 0 1,6 0 44,0 0 0,1 0-1,-7 0 1,-5 0 82,-1 0 1,1-6-68,5 0 1,0 0 3,1 6 1,-7 0-9,1 0 1,0 0-9,5 0 0,0 0-88,1 0 87,-1 0 1,6 0-38,0 0 1,1-2-1,-7-3 0,0 3-3,1-4 1,-1 4 5,0 2 1,1 0 0,-1 0 1,2-6 1,5 0 0,-5 1 5,4 5 1,-4 0 5,-1 0 1,-1-6-7,0 0 21,9 0 1,-7 4-11,4-3 1,-4 3 3,-1-4 0,5 4-13,0 2 0,0 0 0,-5 0 0,-1 0-10,0 0 1,1 0 12,-1 0 1,2-2-15,5-4 1,-5 4 7,4-4 1,-4 4-3,-1 2 1,-1 0-1,0 0 1,3 0 0,3 0 0,-4 0 1,4 0 1,-3 0 0,-3 0 0,0 0-1,1 0 1,-1 0 0,1 0 0,1 0 39,4 0 1,-4 0-37,5 0 1,-5 0-1,-2 0 0,1 0 21,-1 0 0,2 0 4,4 0 1,-9 0-61,3 0 1,-3 0-7,3 0 0,1 0 14,-1 0 1,0 0 19,1 0 0,-7 0 35,1 0 0,-1 0-51,7 0 137,-1 0 0,1 0-113,-1 0 1,0 0 16,1 0 0,-7 0 62,1 0-38,-1 0 1,7 6-47,-1 0 28,1 0 0,-1-6-101,0 0 1,-5 0 94,-1 0-85,1 8 60,5-6 1,1 5-3,-1-7 1,-5 0-10,-1 0 15,1 8 0,5-6 33,1 4 1,-7-4-34,1-2 0,-1 0 33,7 0 0,-7 5-23,1 1 1,-1 0-19,7-6 13,-1 0 0,1 0-1,-1 0 1,0 0-9,1 0-1,-1 0 1,0 0-6,1 0 1,-1 6 8,1 0 0,-1-1-71,0-5 70,1 0 0,-1 0-66,0 0 62,1 0 1,-1 0-1,1 0 0,-7 0 57,1 0 1,-6 0 69,5 0-56,1 0 1,3 2-52,-3 4 1,3-4-12,-3 4 1,-3-4 39,3-2-212,0 0 163,5 7 0,0-5-7,1 4 1,-7-4-20,1-2 1,-6 0-11,5 0 1,-5 0 50,6 0 0,-7 0-23,7 0 0,-6 0 48,5 0 1,-5 0-39,6 0 0,-6 0 35,5 0 0,-5 2-28,5 4 1,-5-4 5,6 4-34,-1-4-4,7-2-207,-1 0 224,1 0 1,-7 0-136,1 0 0,-6 1 73,5 5-316,-7-4 16,11 6-157,-13-8 161,6 0 0,0 0-4,-6 0 1,5-2 374,-7-4 0,0-3 0,0-9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3996 6483 8173,'11'0'-630,"1"0"1,-6 0-1,5 0 567,-7 0 0,6 0 52,-4 0-4,-4 0-20,13 0 12,-13 0 1,8 0 23,-5 0 0,-3 0 1,8 0 13,-4 0-26,-4 0 19,6 0 1,-7 0 103,5 0 24,-4 0-30,6 0 6,-8 0 253,0 0-261,0 8 5,0-6-49,0 6-10,0-8-14,0 0 1,6 2-14,-1 3 42,1-3-49,2 6 0,-4-8 0,7 0 1,-5 0 1,6 0 1,-8 2 20,1 4 3,5-4-8,0 5 12,7-7-14,0 0 0,-5 0-12,0 0 1,-7 0 0,7 0 0,-6 0-4,5 0 0,-5 0 2,6 0 0,-6 0 13,5 0 1,-5 2 0,6 4 0,-7-4 35,7 4 1,-6-4-14,5-2-115,1 0 87,5 0-8,1 0-24,-1 0 1,0 0-6,1 0 1,-7 0 13,1 0 1,-6 0-3,5 0 0,-5 0 44,6 0-42,-1 0 1,7 0 73,-1 0 0,-5 0-31,-1 0-21,1 0 0,5 0-5,0 0-12,1 0 1,-1-2 6,1-4 1,-1 4 3,0-4 0,-5 4-46,-1 2 1,1 0 37,5 0 1,1 0-14,-1 0 1,1 0 23,-1 0 0,-5 0 2,-1 0 0,1 0-3,5 0 0,0-2 5,1-3 0,-1 3 2,1-4 0,-1 4 5,0 2 1,1 0-25,-1 0 0,-2-2 14,-3-4 0,4 4-53,-5-3 1,5 3 44,1 2 0,0 0-5,1 0 1,-1 0 0,0 0 0,-5 0 1,0 0 0,-1 0 23,7 0 0,-1 0-25,0 0 0,1 0 14,-1 0 1,0 0-8,1 0 0,-1 0-5,1 0 0,-1 0-8,0 0 0,1 0-6,-1 0 1,0 0 18,1 0 1,-1 0-1,1 0 0,-1 0 5,0 0 1,6-2 3,1-4 0,-1 4 11,-6-4 1,0 4-23,1 2 0,1 0-1,4 0 0,-3 0-7,3 0 1,-4 0-3,-2 0 1,1 0 18,-1 0 0,1 0-1,-1 0 0,0 0 8,1 0 0,-1 0 3,0 0 0,3 0-7,3 0 0,-4 0-5,4 0 1,-1-6-7,1 1 0,-2-1-10,8 6 0,-8 0-5,2 0 1,2 0 3,-1 0 0,5 0-5,-6 0 1,6 0 9,-6 0 0,6 0 0,-6 0 1,8 0 17,-2 0 1,-2 0-19,2 0 0,-6 0 73,6 0 0,-6 0-59,6 0 1,0 0 2,6 0 1,-6-2-12,0-4 0,0 4-1,5-4 1,-5 4-6,0 2 0,-2-1 15,2-5 1,4 4-63,-4-4 0,-2 4 47,2 2 1,-2-2 1,2-4 0,4 4 3,-4-3 0,-4 3 1,-2 2 1,2 0-8,-2 0 0,2 0 1,-1 0 0,-3 0-12,8 0 0,-8 0 1,2 0 0,-2 0-17,3 0 1,-5 0 22,4 0 1,2 0-24,-2 0 1,2 0 40,-1 0 1,-5 0 2,4 0 0,-4 0 12,-1 0 1,5 0 7,0 0 1,2 0-36,-2 0 1,-3 0 9,3 0 1,-2 0-40,2 0 1,-2 0 37,8 0 0,-7 0-48,1 0 0,-2 0 23,2 0 1,-4 0-8,5 0 0,-5 0 49,-2 0 1,6 0 1,1 0 0,-1-2-15,-6-4 0,2 4-10,5-4 0,-3 4-21,8 2 0,-6 0 24,6 0 0,-8 0-36,2 0 1,4-2 22,2-3 1,-4 3-6,-1-4 1,1 4-4,-2 2 0,0 0-6,-6 0 1,7 0 13,-1 0 1,0 0 3,-6 0 0,1 0 4,-1 0 0,0 0-7,1 0 0,-1 0 27,0 0 1,7 0-23,-1 0 0,0 0 0,-6 0 1,1 0-12,-1 0-1,0 0 0,1 0-13,-1 0 1,-5 0 19,-1 0 1,1 0-11,5 0 0,-5 0 8,-1 0-15,1 0 1,5 0 49,1 0-16,-1 0 0,1 0-5,-1 0 1,0 0 3,1 0 1,-7 0-17,1 0 1,-1 0 3,7 0 1,5 0-12,0 0 1,0 0 13,-5 0 0,1 0-32,4 0 1,-2 0 15,8 0 1,-5 0-5,4 0 1,-4 0 15,5 0 1,-2 0-1,2 0 0,3 0 12,-3 0 1,-2 0-17,2 0 1,0 0 17,6 0 1,0-2-14,0-4 0,-7 4-11,1-3 1,4 3-1,2 2 0,4-2-2,-10-4 0,1 4 22,-1-4 0,8 4-3,-8 2 1,8 0 18,-8 0 1,-2 0-20,2 0 1,-2 0-17,2 0 1,2 0 13,-8 0 0,8-2-27,-2-4 0,-4 5 26,-2-5 1,2 4 34,-2 2 0,6 0-43,-6 0 0,6 0-1,-6 0 1,6-6-4,-6 0 0,8 0 3,-2 6 1,-2 0 0,2 0 1,-6 0 5,6 0 0,0-1-9,6-5 0,-6 4-8,0-4 0,-6 4 3,6 2 0,-6 0 6,6 0 1,-6 0-1,6 0 1,-7 0-11,1 0 1,-2 0 9,2 0 0,-4 0-10,5 0 1,1 0 7,-2 0 0,0 0-1,-6 0 0,7 0 25,-1 0 1,2 0 3,-2 0 0,-4 0-20,4 0 1,-1 0 2,1 0 1,-4 0-21,4 0 1,-3 0 17,-3 0 0,0 0-57,1 0 0,-1 0 51,0 0 0,1 0-44,-1 0 1,-1 2 29,-5 4 0,5-4 0,-5 4 1,5-5 4,1-1 1,-5 0 4,-1 0 0,-5 6 0,6 0 1,-7 0 8,7-6 10,-8 0-19,11 0 0,-13 2 3,4 4 0,-2-5-94,2 5-12,-4-4-70,5-2-24,-7 0-505,0 0 0,-7-8 1,-3-1-1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15428 6292 8072,'7'17'-1198,"-5"-7"666,6-2 532,-8-8 0,-8 0 0,-1 0 0</inkml:trace>
  <inkml:trace contextRef="#ctx0" brushRef="#br0" timeOffset="1">14959 6292 6281,'9'0'-101,"-1"0"85,-8 0 1,2 0-40,4 0 43,-4 0 1,7 0 139,-3 0-124,-4 0 65,13 0 0,-11 0-15,8 0 0,-6 0 8,5 0 1,-5 0-43,6 0-9,-1 0 0,7 0-1,-1 0 0,0 0-12,1 0 1,-1 0 21,0 0 0,1 0 1,-1 0-1,1 0 1,1 0-1,2 0 1,2 0-1,-2 0 57,-1 0 0,-3 6-71,1 0 0,-1-1-2,0-5 0,1 6-38,-1 0 0,0 0 50,1-6 0,-1 0-48,1 0 1,5 6 32,0-1 1,0 1 47,-6-6 1,1 0-33,-1 0 0,6 0 5,0 0 0,1 0 0,-7 0 1,0 0 6,1 0 0,-1 0-57,0 0 47,1 0 0,-1 0-39,1 0 0,-1 0 44,0 0-16,1 0 1,-1 0-10,0 0 0,-5 0-1,0 0-42,-1 0 21,7 0 1,-7 0-246,1 0 153,-8 0-217,3 0 147,1 0-70,-6 0 255,6 0 0,-8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19180 6275 5855,'0'9'19,"0"-1"31,0-8 87,0 0-120,8 0-13,-6 0-9,13 0 57,-13 0-44,14 0 0,-12 0 5,7 0 1,-5 0 8,6 0-18,-9 0 0,13 0 0,-5-2 0,5-2 1,1-2-1,1 3 0,-1 1 0,0 2-12,1 0 0,5-2 9,0-4 1,2 4 10,-2-4 0,-3 4-9,3 2 0,2 0 3,-2 0 1,0 0-8,-5 0 1,-1-2 2,0-3 1,8 3 0,-5-6 3,3 8 51,-4 0-49,-1 0 33,-1 0-39,-7 0 0,-1 0 0,-3 0-3,-4 0-1,6 0-15,-8 0-59,0 0 1,0-8 0,0-1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23524 6275 6223,'-10'0'-119,"2"0"-44,8 7 93,0-5 40,0 6 12,0-8 1,-2 0-44,-3 0 61,3 0 0,-6 0 0,8 0 0,0 0 0,-8-8 0,-1-1 0</inkml:trace>
  <inkml:trace contextRef="#ctx0" brushRef="#br0" timeOffset="1">23454 6257 7967,'-9'2'-1373,"3"4"686,4-4 610,-6 6 82,6-8 0,-8 5 65,5 1-18,3 0 6,-6-6-17,8 0 848,0 0-860,8 0 1,-4 0-16,7 0 0,-5 0 45,6 0-47,-1 0 1,7 0-8,-1 0 0,0 0-2,1 0 1,5 0-3,0 0 1,2 0-7,-2 0 0,-3 0-1,3 0 1,2 0 13,-2 0 1,6 0-30,-6 0 1,6 0 23,-6 0 1,6 0-17,-6 0 0,1 0-7,-7 0 0,0 0-2,1 0 1,-1 0-77,0 0-14,-7 0-10,5 0 74,-13 0-109,6 0 0,-8-2 157,0-4 0,0-3 0,0-9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5785 8169 8047,'10'10'-2024,"0"-2"2243,-5-8 194,-3 0-654,6 0 189,-8 0 1,0 2 53,0 3-21,0-3-28,8 6 4,-6-8 52,5 0-73,-7 0 55,0 0 160,8 0-97,-6 0 11,6 0 52,-8 0 16,0 0-114,8 0 58,-6 0-151,5 0 101,1 0 1,-4 0-68,7 0 0,-5 0 38,6 0 1,-6 0-12,5 0 1,1 0 1,5 0 3,0 0 1,1 0 68,-1 0 1,-5 0-56,-1 0 1,7 0 44,5 0 1,0 0-38,-6 0 1,1-6 1,-1 0 1,1 1-3,-1 5 0,0 0 2,1 0 0,1 0 7,4 0 1,-4 0-6,5 0 1,-5 0-1,-2 0 0,1 0-9,-1 0 0,0-6-11,1 0 0,-1 0 17,1 6 0,-1 0-35,0 0 1,1 0 25,-1 0 1,0 0-3,1 0 0,-1 0 11,1 0-10,-1 0 0,0 0 48,1 0 0,-7 0-43,1 0 1,-6 0-3,5 0 1,-5 0 9,6 0 0,-7 0-33,7 0 1,-6 0 12,5 0 1,-5 0-4,6 0 0,-7 0 8,7 0 1,-6 0-5,5 0 0,-5 0-1,6 0 0,-6 6 3,5 0 0,-5 0-7,6-6 10,-9 0-9,13 0-61,-6 0 0,1 0-8,1 0 0,-7 0 16,7 0 0,-6 0-12,5 0 0,-5 0-91,6 0 1,-6 0 46,5 0 97,1 0-50,5 0 1,1 0 66,-1 0 1,-6 0-112,1 0 1,0 0 110,5 0 0,0 0 0,1 0 0</inkml:trace>
  <inkml:trace contextRef="#ctx0" brushRef="#br0" timeOffset="1">9642 8187 6061,'10'0'-15,"-2"0"25,-8 0-11,0 0 140,7 0-132,-5 0 0,8 0 110,-4 0-82,-4 0-4,13 0 1,-11 0 6,8 0 0,-7-6-2,7 0 0,-6 0-9,5 6 1,-5 0-2,6 0 0,-7 0-12,7 0 1,-6 0 30,5 0-34,1 0 1,5 0 31,1 0-21,-1 0 0,1 0-13,-1 0 0,0 0-2,1 0 0,-1 0-3,0 0 0,1 0 0,-1 0 0,6 0-28,0 0 1,1 0 31,-7 0 0,6 0-12,0 0 1,2 0 7,-1 0 0,-5 6 2,4 0 1,-2 0 19,2-6 1,-3 0 5,3 0 0,2 0-7,-2 0 1,2 0 6,-2 0 1,-3 0-23,3 0 1,2 0 8,-2 0 1,2 0-19,-2 0 1,-1 0 15,7 0 0,-8 0-22,2 0 0,2 0 14,-2 0 0,6 0-5,-6 0 0,1 0-9,-7 0 0,6-2 0,0-4 1,6 4-7,-6-4 0,1 4 15,-7 2 1,0 0 28,1 0 1,5 0-15,0 0 1,0 0 41,-5 0 0,1 0-32,4 0 1,-4 0 5,4 0 0,-1 0-6,1 0 1,-2 0 1,8 0 1,-8 0-49,2 0 0,-1 6 44,1 0 1,-2 0-11,8-6 1,-8 0-1,2 0 0,3 0-11,-3 0 0,6 0 2,-6 0 1,6 0-1,-6 0 0,2 0 12,-2 0 0,-2 0 1,8 0 1,-7 0-26,1 0 1,2 0 16,-2 0 1,2 0-20,-2 0 1,-1 0 8,6 0 1,-6 0-2,1 0 1,2 0 11,-2 0 1,6 0 0,-6 0 0,2-2 4,-1-4 0,-5 4 6,4-4 1,2 4-20,-2 2 1,0 0 9,-5 0 1,1 0-11,4 0 1,-3-2 6,3-3 1,-4 3-32,-2-4 1,7 4 19,-1 2 0,0 0-4,-6 0 0,-5 0-2,-1 0 0,1 0-7,5 0 4,1 0 0,-1 0 6,1 0 1,-1 0 52,0 0 1,1-6-49,-1 0 1,0 0 20,1 6 0,-1 0-11,1 0 0,-1 0 1,0 0 1,1 0-8,-1 0 0,6-5 0,0-1 0,0 0-27,-5 6 0,-1 0 26,1 0 0,-1 0-24,0 0 1,1 0 13,-1 0 0,0 0-1,1 0 1,1 0 1,4 0 1,-3 0-1,3 0 1,-4 0 1,-2 0 0,1 0 0,-1 0 0,1 0 0,-1 0 0,8 0 0,0 0 0,4 0 0,-4 0 0,-7 0 0,-7 0 0,1 0 0,-1 2 0,7 4 0,-1-4 0,0 5 0,1-7-124,-1 0 119,1 8 0,-7-6-162,1 4 132,-8-4-70,11-2 0,-13 2-40,4 4-17,3-4-8,-7 5-7,14-7-198,-14-7 211,13 5-114,-13-14 153,6 14 0,-8-7 125,0 3 0,8-4 0,1-7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7818 8100 7965,'-10'0'-1696,"1"0"1304,3 0 392,4 0 0,-13 0-8,13 0-2,-14 0-58,14 0 59,-13 0-3,13 0 0,-8 0 0,4 0 51,5 0-7,-7 0-11,8 0 0,-2 0 76,-4 0 38,4 0-60,-6 0-21,8 0 537,0 0-571,8 0 0,-4 0-4,8 0 1,-7 2 21,7 3 0,-6-3-5,5 4 1,-5-4 29,6-2 0,-1 0 2,7 0-22,-1 0 1,0 0-8,1 0 0,-1 2-45,1 4 0,5-4 8,0 4 0,0-5-7,-6-1 1,1 2 26,-1 4 1,6-4-10,0 4 0,3-4-14,-3-2 1,-2 0-1,8 0 1,0 0 3,6 0 0,-6-2 7,0-4 0,0 4 40,5-4 1,-1-1-38,-4 1 0,4-2 1,-4 2 1,-2 4-12,2-3 1,-2-3-4,2 2 1,2 0 5,-8 6 0,0-5-2,-6-1 0,7-2-184,-1 2 172,0 4-242,-6-13 10,1 13 15,-9-14 0,1 15 146,-4-5 82,-4-4 0,5 0 0,-7-7 0</inkml:trace>
  <inkml:trace contextRef="#ctx0" brushRef="#br0" timeOffset="1">14576 8239 7167,'8'9'-1149,"-6"-1"1110,6-8-22,-8 0-21,0 0 83,7 0-12,-5 0 166,6 0-173,-8 0 0,2 0 230,4 0-90,-4 0-55,5 0-51,-7 0 0,2 0 6,4 0-36,-4 0 39,6 0 1,-6 0-7,4 0-1,-3 0 9,9 0 38,-8 0 1,9 2-43,-7 4 1,8-4 6,-3 4 1,5-4 4,1-2 0,0 1 1,1 5 1,1-4-42,4 4 0,-1 2 34,6-2 1,-4 1-59,5-1 1,0-4 45,5 4 1,-5-2-52,0 1 0,0-3 44,6 4 0,5-4-3,1-2 0,0 0 21,-7 0 1,-1 0 0,0 0 0,-2 2 0,2 2-1,-4 2 1,0-2 0,-4-3 54,0-1 0,6 0-54,-2 0 1,-2 0-33,2 0 0,-2 6 4,2 0 0,9 0-10,-3-6 1,3 0 22,-3 0 1,2 0-1,3 0 0,-1 0 1,7 0 0,-7 0-6,2 0 0,1 0 4,-1 0 0,5 0-1,-6 0 0,7 0 25,-7 0 0,7 0-1,-7 0 0,8 0 0,-1 0 1,-3 0-27,2 0 1,-1 0 1,1 0 1,8 0-36,-7 0 1,7 0 39,-8 0 1,-2 0-40,3 0 1,-1 0 29,6 0 0,0 0-12,0 0 1,-1 0 25,-5 0 1,8 0 2,-8 0 1,6-2-17,-11-4 1,1 4 7,-1-4 1,-4 4-24,3 2 0,-3 0 17,-2 0 1,-1 0-10,1 0 0,6-5 8,-1-1 1,1 0-27,-7 6 1,3 0 11,4 0 0,-5 0-2,5 0 1,-6-6 5,-6 0 0,1 1 0,-6 5 0,-1 0-4,-6 0 1,1-6 3,-1 0 1,0 0 39,1 6 0,-3-2-33,-3-3 8,3 3 1,-5-6 13,7 8 1,-7 0-15,5-8 1,-13 6-162,6-5 150,-8 7-1787,0 0 1783,0-8 0,-8-2 0,-2-7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2450 10481 8052,'-10'10'-1833,"2"-3"1786,8-7-106,0 0 137,8 0 1,-6-2-1,4-3 1,-2 3-3,1-4 21,-3 4 1,8-4-6,-4 0 22,-4 1-21,13 5 0,-11 0 69,8 0-20,-9-8-22,13 6 1,-12-6 9,7 8-1,-7 0-22,12-8 0,-13 7 2,9-5 1,-6 4-3,5 2-15,-7 0 0,12 0-3,-5 0 1,-1 0-5,2 0 2,-1 0 1,7 0 26,-1 0 1,0 0 1,1 0 1,-1 0 36,0 0 0,7 0-46,-1 0 0,2 0 9,-2 0 0,2-2-11,4-4 0,4 4 1,-4-4 0,-2 3-12,2-3 0,0 4-6,5-4 1,3-2 5,4 2 0,-5-5 1,5 3-1,-4 0 0,-3 1 1,1 3-1,-2 0 1,-2 0-1,-2-2 0,2 2 9,1 3 1,-3 1-4,0 0 0,-2 0-4,2 0 1,2-2-2,-8-4 0,8 4 33,-2-4 0,-4 4 2,-2 2 1,3-2 33,-3-4 1,6 5-53,-6-5 1,6 4 11,-6 2 0,0 0-4,-5 0 1,5 0-22,0 0 1,0 0-7,-6 0 1,7 0-8,-1 0 0,2 0-1,-2 0 1,2 0-9,4 0 1,2 0-3,-8 0 1,8 0 17,-2 0 1,4 0-7,1 0 1,1 0 4,0 0 1,2-2 1,3-4 0,-3 4 0,3-4 0,-3 2 0,-2-1 0,2 3 0,3-4 0,-3 2 0,3-2 0,3 2 2,-3-7 1,3 7-3,-3-2 0,3-2 10,3 3 0,-2-3-10,-3 2 1,1 4 0,5-4 0,-5 4 4,-7 2 1,0-5 1,0-1 0,5 0-7,1 6 0,-1 0-1,-5 0 0,-2 0-4,-4 0 1,9 0 5,-3 0 1,2 6-7,-8 0 1,3-1 4,-3-5 0,10 2 25,2 4 1,-1-4-26,-5 4 1,0-4 1,-1-2 1,1 2-3,0 4 1,-2-4-1,-4 3 0,3-3 10,-3-2 0,4 0-6,2 0 0,0 0 41,-1 0 1,1 0-39,0 0 0,5 0 54,1 0 0,0 0-49,-7 0 1,1 0 5,0 0 1,5 0-16,1 0 0,1 0-4,-1 0 0,-3 0-22,9 0 1,-7 6 33,7 0 1,-7 0-35,7-6 0,-7 0 17,6 0 1,-1 2-1,1 3 0,-1-3 2,-5 4 1,-3-4 1,3-2 1,5 0 4,1 0 1,-2 0 0,3 0 0,-7 0 50,7 0 0,-1 0-49,6 0 0,-6 0 8,1 0 1,-3 2-12,2 4 0,5-4-2,-5 3 0,-4-3 4,-1-2 0,-2 0 0,1 0 1,-3 0-4,3 0 1,-1 0-5,1 0 1,-5 2 0,0 4 0,4-4 3,-10 4 0,7-4-5,-7-2 0,-2 0 7,2 0 1,-8 0-2,3 0 1,-5 0 1,-2 0 0,1 0 0,-1 0 1,-5 0-10,-1 0 1,-5 0-6,6 0-235,-9 0 234,5 0 1,-6 0-254,4 0 171,-4-8 1,5 4-144,-7-7 0,0 5 236,0-6 0,0 1 0,0-7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092"/>
    </inkml:context>
    <inkml:brush xml:id="br0">
      <inkml:brushProperty name="height" value="0.053" units="cm"/>
      <inkml:brushProperty name="color" value="#FF0000"/>
    </inkml:brush>
  </inkml:definitions>
  <inkml:trace contextRef="#ctx0" brushRef="#br0">14385 3372 6139,'-9'0'105,"1"0"-66,8 0 546,0 0-475,-8 0-17,6 0 6,-6 0 27,8 0 342,0 0-354,8 0-83,-6 0 0,8 0 20,-4 0 19,-4 0-56,13 0 0,-11 0 26,7 0-3,-7 0-14,12 0 1,-12 0-2,7 0 1,-5 0 1,6 0 17,-9-8 3,13 6-6,-7-5 1,3 7 0,0 0 0,-7-6-8,7 0 1,-8 0-14,11 6 0,-11 0 19,8 0 35,-8 0-26,11 0-13,-5 0 0,1 0 12,1 0-33,-8 0 1,9-2-6,-7-3-9,8 3 1,-11-6-5,9 8 38,-8 0-63,11 0 0,-11 0 35,8 0 0,-6 0 7,5 0-10,-7-8 27,11 6 0,-11-6 3,8 8 6,-8 0-9,11 0-10,-5 0 0,1-5-28,1-1 35,-8 0-25,11 6 0,-11 0 15,8 0-1,-8 0-7,11 0 0,-11 0 5,7 0-5,-7 0 1,6 0 11,-4 0-20,-4 0 9,13 0 0,-11 0-8,8 0 13,-9-8-3,13 6-8,-14-5-2,13 7 0,-11 0-12,8 0 15,-8 0 1,5 0-6,-3 0 7,-4 0 10,13 0-14,-13 0 58,14 0 0,-12 0-46,7 0 5,-7 0-16,12 0-1,-7 0 1,3 0-1,-1 0 0,-5 0 16,6 0 27,-8 0 0,9 2-35,-7 3 36,7-3 1,-9 6-30,8-8 1,-6 0 22,5 0-35,-7 0-4,12 0 2,-7 0 1,3 0 20,-1 0-34,-7 0 13,12 0-2,-7 0 1,3 0 11,-1 0 1,-5 0 0,6 0 0,-6 0 42,5 0 0,-5 0-44,6 0 1,-7 0 17,7 0 1,-6 0-14,5 0 1,-5 0 26,6 0-24,-1 0 1,7 0 1,-1 0 1,-5 0-22,-1 0-5,1 0 1,5 0-9,1 0 1,-1 0 32,0 0 38,1 0 0,-1 0-46,0 0 0,1-6-2,-1 0-11,0 1 1,1 5 2,-1 0 23,1 0 0,-1 0 28,0 0-37,1-8 0,-1 6-3,0-4 1,-5 4-12,0 2 1,-1 0 9,7 0 0,-7 0 19,1 0 0,-1 0-16,7 0 1,-7 0 40,1 0 0,-1-5 6,7-1 1,-7 0 6,1 6 0,0 0-7,5 0-25,0 0 1,1 0-62,-1 0 60,0 0 0,1-2-14,-1-4 1,1 4-14,-1-4 0,-5 5-2,-1 1 1,1 0-11,5 0 1,-5 0 1,-1 0-19,1 0 1,5 0 31,1 0 0,-7 0-30,1 0 1,-6 0 31,5 0-19,1 0 0,5 0 38,0 0 1,-5 0 5,0 0 0,-7 0 19,7 0 13,0 0-28,5 0 1,0 0-25,1 0 1,-7 0-43,1 0 1,-6 0 47,5 0 0,1 0-38,5 0 1,-5 0 27,-1 0 1,-5 0 10,6 0-19,-1 0 1,7 0 0,-1 0 1,-5 0-21,-1 0 1,1 0 20,5 0 0,-5 0-78,-1 0 75,1 0 1,5 0-13,1 0 0,-7 0 16,1 0 1,-6 0-2,5 0 1,-5 0 4,6 0 0,-7-6 8,7 0 0,-6 0-19,5 6 1,-5 0 0,6 0 0,-7 0-13,7 0 0,-6 0 18,5 0 1,-5 0-139,6 0 112,-1 0-12,7 0 12,-1 0 9,1 0 4,-1 0 10,0-8-86,1 7 65,-1-7 6,0 8-12,1 0 0,-7 0-29,1 0 46,-8 0 1,5 0-1,-3 0 30,-4 0-37,14 0 1,-13 0-39,9 0 35,-8 0-24,11 0 1,-11 0 13,8 0 1,-6 0-31,5 0 27,-7 0 11,11 0 1,-11 0 12,8 0-33,-8 0 36,11 0-12,-5 0 0,1 0-122,1 0 125,-8 0 0,6 0-12,-5 0-7,-3 0 11,6 0 1,-6 0-6,4 0 14,-4 0-37,5 0 20,-7 0-171,0 0 190,0 8 6,0-7-37,0 15 1,0-6 34,0 7 0,0-5-74,0-1 1,0 1 59,0 5 0,0 0-51,0 1 23,0-1 0,-2 1-53,-3-1 47,3 0 1,-6 1-6,8-1 0,0-5-120,0-1 0,0-5 129,0 6 1,0-7-523,0 7 241,0-8-284,0 11-38,0-13 284,0 14 1,0-12-28,0 7 392,0-7 0,0 12 0,0-7 0,0 9 0</inkml:trace>
  <inkml:trace contextRef="#ctx0" brushRef="#br0" timeOffset="1">14489 3928 7654,'-9'0'-379,"1"0"94,0 0 333,6 0 115,-5 0-248,7 0 600,0 0-442,7 0 6,-5 0 1,8 0 30,-4 0 17,-4 0-19,13 0-21,-13 0-52,14 0 0,-13 0 60,9 0-97,-8 0 44,11 0 0,-11 0-11,8 0 0,-6 0 1,5 0 0,-5 0 1,5 0 0,-5 0 0,6 0 1,-6 0-6,5 0 1,-5 0-4,6 0 43,-1 0-28,7 0 1,-1 0-10,0 0 1,-5 0 42,-1 0 1,1 0-29,5 0 0,-5 0 59,0 0-63,-1 0 0,7 0-2,-1 0 0,-5 0-13,-1 0-22,1 0 0,5 0-5,0 0 0,-5 0 28,0 0 0,-1 0 12,7 0 0,-7 0-8,1 0 0,-1 0 3,7 0 0,-7 0 16,1 0-23,-1 0 0,7-2-14,-1-4 18,1 5 1,-1-7-72,0 8 59,1 0 1,-1-2-6,0-4 1,-5 4-2,0-4 1,-1 4-1,7 2 0,-7 0-3,1 0 1,-1 0 0,7 0 0,-7-2-10,1-3 0,-1 3 15,7-4 1,-7 4-26,1 2 0,0 0 6,5 0 1,-6 0-6,1 0 1,0-2 25,5-4 0,-5 4 22,-1-3-17,1 3 0,5 2 29,1 0 30,-1 0 1,0 0-62,1 0 1,-1 0-40,0 0 1,-5 0 44,0 0 1,-1 0-46,6 0 1,-5 0 40,0 0 1,-1 0-3,7 0 1,-7-2 92,1-4-55,-1 4 1,7-6 6,-1 8-37,0 0 0,1 0-9,-1 0 1,-5 0 52,-1 0-84,1 0 0,5 0 29,1 0 1,-7 0-5,1 0 1,-6 0 75,5 0 3,1 0-28,5 0-38,1 0 1,-1 0-46,0 0 51,-7 0 0,5 0-72,-3 0 29,-4 0-12,7 0 5,-5 0 1,7 0 1,-5 0 8,-1 0 0,-5 0 7,6 0 0,-6 0-8,5 0 0,-5-2 3,5-3 2,1 3 2,5-6 0,1 8 0,-1-6 0,1 0 0,-7 1 0,1 5 0,-6 0 0,5 0 0,1 0 0,5-6 10,0 0 1,-5 0-9,0 6-2,-1 0 1,7-6 3,-1 1 0,-5-1 1,-1 6 0,1 0-5,5 0 0,-2-2 0,-3-4 0,4 4-4,-5-4 0,-1 4 4,1 2 24,1 0 0,5-5-24,1-1 1,-7 0 8,1 6 1,-6 0-7,5 0 0,-5 0 1,6 0 1,-7 0 4,7 0 1,-6 0 0,5 0 1,-5 0-10,6 0 1,-7 0 7,7 0-17,-8 0 15,11 0-19,-5 0 0,2 0 5,-1 0-4,-7 0 6,11 0 0,-11 0-7,8 0-11,-8 0 16,11 0-12,-5 0 0,1 0 10,1 0-120,-8 0 124,11 0 0,-11 0-4,8 0 1,-8-2 5,1-4 1,5 4 0,-6-5-75,8 7 66,-9 0 0,11-2-124,-8-4 124,7 4 0,-9-6-153,8 8 129,-8 0 7,11 0 0,-13-2 17,4-3 14,3 3 0,-5-6 65,8 8-92,-8 0 34,3 0 0,-1-2-1,0-4 22,0 4-16,1-6 6,-5 8-14,6 0 1,0 0-12,-6 0 9,5 0 11,1 0-4,-6 8 1,8-6 14,-4 4-26,-4-4 1,5-2 0,-5 0-2,4 0 1,-4 8 2,6-6 5,-1 5-14,-5-7 0,8 0 5,-4 0-1,-4 0 1,5 2 1,-7 4-1,8-4-4,-6 6 0,8-8-8,-5 0-127,-3 0 126,6 0 4,0 0-15,-6 0 21,5 0 1,1 0 7,-6 0 0,8 0 3,-4 0 9,-4 0-57,5 0 1,-5 0 36,4 0-164,-4 0 127,6 0 0,-6 0-55,3 0-109,-3 0-301,6 0 119,0 0-433,-6 0 272,5 0 0,-5-6-12,4 0 560,-4 0 0,6 6 0,-8 0 0</inkml:trace>
  <inkml:trace contextRef="#ctx0" brushRef="#br0" timeOffset="2">15045 3320 6122,'-9'0'-133,"1"0"160,8 0 1,-6 2 30,0 4 84,1-4-100,-3 5-27,6 1 1,-11-4 10,7 7 1,-6-5-47,6 6 1,-5-1 40,5 7 1,-8-5-5,3 5 0,-5-5-1,-1 10 0,-2 4-1,-4 2 0,1 4-29,-7 2 1,6 0 15,-6-1 1,6-5-5,-6 0 0,8-2 16,-2 2 1,3 0-168,3-11 1,5 3 149,1-9 3,7-5 0,-4 1 0,8-8 0</inkml:trace>
  <inkml:trace contextRef="#ctx0" brushRef="#br0" timeOffset="3">15532 3389 6615,'-10'2'55,"4"4"0,-1-2-34,1 8 1,-6-7 15,7 7 0,-9 5 5,2 6 0,-9 6-48,-2-5 0,-2 7 33,2-3 0,2 5-33,-8 2 0,5 0-2,-5 0 0,8-3-12,-2-3 1,4 2-27,1-8 1,7 1-294,-1-7-167,8 0 506,-3-7 0,7-2 0,7-8 0,3 0 0</inkml:trace>
  <inkml:trace contextRef="#ctx0" brushRef="#br0" timeOffset="4">16053 3355 8303,'-2'9'-363,"-4"-3"43,4-4 1,-11 0 311,7 4 1,-2-4 165,3 3 0,1 3-377,-8-2 0,6 6 97,-5-7 0,5 9 93,-6-3 1,1 5 67,-7 1 0,3 3-11,3 3 0,-3-2-36,3 8 1,-5-6-23,-6 6 0,4-6-86,-5 6 0,5-6 123,2 6 1,-1-7-205,1 1 0,2-4 13,3-1-36,-3-1 220,13-7 0,-6 5 0,8-5 0</inkml:trace>
  <inkml:trace contextRef="#ctx0" brushRef="#br0" timeOffset="5">16470 3337 6649,'0'10'608,"0"-2"-537,0-1 0,-2 1-78,-4 4 9,4 3 0,-11-5-2,7 7 0,-5 1 25,5-1 0,-8 2-5,3 4 1,1-1-208,-2 7 1,1-6 100,-7 6 0,3-6-96,3 6 1,-3-8 84,3 2 1,3-3-106,-3-3 0,8 0-5,-2 1 207,5-9 0,-7-1 0,-2-8 0</inkml:trace>
  <inkml:trace contextRef="#ctx0" brushRef="#br0" timeOffset="6">17009 3285 6942,'0'10'58,"-2"3"23,-4-7 1,2 8-122,-8-3 1,7-1 53,-7 1 1,6 1-110,-5 5 1,1 3 99,-2 3 0,-3-4-125,3 4 1,-1-1-106,1 1 0,-3-4-74,3 4 299,5-3 0,-9-3 0,7 0 0</inkml:trace>
  <inkml:trace contextRef="#ctx0" brushRef="#br0" timeOffset="7">17182 3424 8268,'-2'18'-1015,"-3"-1"1,3 0 809,-4 1 0,-2-1 246,2 0 0,-1 1-12,1-1-29,4 1 0,-13-1 0,5 0 0</inkml:trace>
  <inkml:trace contextRef="#ctx0" brushRef="#br0" timeOffset="8">15601 4119 8345,'10'0'-2197,"-2"2"2085,-8 4 185,0-4 0,0 6-11,0-8 37,0 0-57,0 7-2,0-5 79,0 6-80,0-8-28,0 8 46,0-6-25,0 13 1,0-11-9,0 8 1,0-6 16,0 5 1,0-5-24,0 5 0,0-5-3,0 6 1,-2-6 6,-4 5 1,4-5 1,-4 6 1,4-7 42,2 7-16,0-8-31,0 11-4,0-13 0,-2 12 21,-3-8-33,3-1-5,-6-5 1,8 2 20,0 4-13,0-4 11,0 6-9,0-8 1,0-2-43,0-4 16,0 4 7,0-13 0,0 5 6,0-7 1,0 5-9,0 0 10,0 1 0,0-7-10,0 1 20,8 0-11,-6-1 1,11 1 56,-7 0 1,2 1-20,-3 4 0,-1-3 8,8 3 1,-6-1-22,5 1 1,-5-1 4,6 7 1,-7-6-14,7 7 1,-6-7-1,5 6 0,-5 0-42,6 6 0,-6-5 45,5-1 1,-5 0-80,6 6 56,-9 0 1,11 8-4,-8 3 0,1 5 15,-1 1 1,-4 1 1,4-1 1,-4 0-8,-2 1 0,6 5 2,-1 0 0,1 0-129,-6-5 0,0-1 119,0 0 1,0 1-276,0-1 0,0 1-93,0-1 375,0-7 0,0 5 0,0-5 0</inkml:trace>
  <inkml:trace contextRef="#ctx0" brushRef="#br0" timeOffset="9">14663 4154 8287,'0'12'-253,"0"-1"0,6-5-296,0 6 0,0-6 377,-6 5 0,5-5 157,1 5 0,8-1-91,-3 2 0,5 1 63,1-7 0,0 2-11,1-2 0,-1-5 54,1 5 0,7-4 0,2-2 0</inkml:trace>
  <inkml:trace contextRef="#ctx0" brushRef="#br0" timeOffset="10">16262 4224 8351,'11'0'-808,"1"0"0,-6 0 505,5 0 1,-5 0 364,5 0 1,-5 0-31,6 0 1,-6 0-17,5 0 1,1 2-75,5 3 0,1-3 93,-1 4 0,2-4 19,4-2 0,-1-2-22,7-4 0,1-3-60,11-9 0,1-1 0,5-4 1,3-6-118,-4-12 0,5 3 145,1-9 0,7-7 0,3-8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14663 4902 6049,'-9'0'-137,"1"0"241,8 0-62,-8 0 3,6 0-2,-6 0 13,8 0 117,-7 0-108,5 0 119,-6 0-138,8 0 961,0 0-977,8 7-14,-6-5 1,7 6 99,-3-8-98,-4 0 0,8 0 22,-4 0 1,-3 0-15,9 0 1,-6 0 1,5 0 1,-5 0-24,6 0 1,-6 0 1,5 0 0,-5-2 11,5-4-14,1 4 0,5-5-15,1 7 0,-7 0 21,1 0 0,-2-2-20,1-4 14,5 4 0,-7-6-7,9 8 0,-7 0 54,1 0 7,-1 0-43,7 0 0,-1 0 2,1 0 0,-7-2 37,1-4 0,-6 5-19,5-5 82,1 4-87,5 2 1,0 0 3,1 0 0,-7 0-36,1 0 1,-6 0-4,5 0-4,1 0-1,5 0 0,1-2 41,-1-4 1,-5 4-18,-1-4-18,1 4 1,5 2 17,1 0-16,-1 0 1,0 0 2,1 0 0,-7 0-2,1 0-1,-1-7 1,7 5-5,-1-4 0,-5 4 31,-1 2 0,1 0-26,5 0 1,-5-6 13,-1 0 0,1 1-1,5 5-13,1 0 0,-1 0 3,1 0-2,-1-8 0,0 6-1,1-4 0,-1 4-3,0 2 0,-5 0 26,0 0 0,-1 0-22,6 0 17,1 0 0,-1 0-5,1 0-10,-1 0 1,0 0-1,1 0 0,-7 0-2,1 0 0,-1 0-1,7 0 0,-7 0-2,1 0 0,0 0-13,5 0 15,0 0 0,1 0-2,-1 0 1,-5 6 1,-1 0 1,1 0 23,5-6 9,1 0 0,-1 0 5,0 0 1,1 0-18,-1 0 1,-5 0 3,-1 0 1,1 0 15,5 0-23,1 0 1,-1 0 68,0 0-66,1 0 1,-1 0-9,0 0-15,1 0 1,-1 0 0,1 0 1,-7 0-3,1 0 0,-1 0-3,7 0 0,-7-6-10,1 0 0,-1 0 19,7 6 1,-7 0-15,1 0 0,0 0 2,5 0 5,0-7 1,1 5 2,-1-4 1,0 4-1,1 2 1,-1 0 0,1 0 1,-1-6-1,0 0 0,1-1-22,-1 1 0,6 4 20,0-4 0,1 2-43,-7-2 1,2 4 36,4-3 0,-3-3 0,3 2 1,-4 0-2,-1 6 0,-1-5 1,0-1 0,1 0-3,-1 6 1,0-2 2,1-4 0,-1 4 21,1-3 1,-1 3-19,0 2 0,1 0 16,-1 0 0,0-6-9,1 0-1,-1 0 1,0 6 9,1 0 1,-1-2 0,1-4 1,-1 5 0,0-5 1,1 4 0,-1 2 0,0 0-17,1 0 1,-1 0 8,1 0 1,-1 0-22,0 0 1,3 0 19,3 0 0,-4 0-15,4 0 1,-3 0 8,-3 0 1,0 0-4,1 0 0,-1-2 6,0-4 0,7 4 3,-1-4 0,0 4 2,-6 2 1,1 0-8,-1 0 1,0-5 11,1-1 1,5 0-10,0 6 0,0-2-1,-5-4 0,-1 4 8,0-3 1,1 3 0,-1 2 0,1-6-12,-1 0 1,0 0-1,1 6 0,5 0-4,0 0 0,0-5 7,-5-1 1,-1 0-8,0 6 0,1 0 6,-1 0 1,6 0-4,0 0 1,1 0 0,-7 0 0,2 0 0,4 0 0,-3 0 1,3 0 0,-4 0 0,-1 0 0,5-2-1,0-4 0,0 4 1,-6-4 0,1 5-1,-1 1 0,6 0 2,0 0 1,1-6 26,-7 0 1,0 0-13,1 6-6,-1 0 1,0 0-10,1 0 0,-1 0 4,1 0 0,-1 0-75,0 0 0,-5 0 71,0 0 0,-1 0-11,6 0 1,1 0 8,-1 0 0,1 0-2,-1 0 0,0-2-10,1-4 1,-1 5 5,0-5 0,-5 4-7,0 2 1,-1 0 2,7 0 1,-1 0-37,0 0 38,1 0 0,-1 0 15,0 0 0,7-2-6,-1-4 1,0 4 0,-6-4 1,1 4-1,-1 2 1,0 0 3,1 0 0,-1 0-3,1 0 0,1 0 2,4 0 0,-4 0-3,4 0 1,-3 0-2,-3 0 0,1 0-5,-1 0 1,0 0 3,1 0 1,5-5-37,0-1 1,0 0 35,-5 6 0,1 0-2,4 0 1,-4 0-2,4 0 0,-3 0-1,-3 0 0,6 0-19,0 0 0,1 0 17,-7 0 0,0 0-70,1 0 0,5 0 65,0 0 1,0 0-4,-5 0 0,-1 0-1,0 0 0,1 0-20,-1 0 15,0 0 1,1 0-20,-1 0 96,1 0-66,-1 0 0,0 2-27,1 4-19,-9-4 25,7 5 0,-12-7-47,7 0-10,-7 0 45,4 0-10,-8 0 6,0 8-13,0-6 88,0 6-73,0-8 0,0 2 0,0 4 0,2-5-32,4 5-7,-4 4 40,5 0 1,-7 7-5,0 0 1,0-5 9,0-1 0,0 1-4,0 5 0,0 3-47,0 3 1,0-4 27,0 4 0,0 3-50,0-3 1,0 8-10,0-2 1,0-2 120,0 2 0,0 0 0,0 5 0</inkml:trace>
  <inkml:trace contextRef="#ctx0" brushRef="#br0" timeOffset="1">14750 5371 7428,'10'0'288,"-3"0"-140,-7 0-7,0 0-31,8 0 4,-6 0-58,14 0 0,-13 0-24,9 0 0,-6 0 14,5 0-35,1 0 1,5 0 8,1 0 0,-1 0-2,0 0 1,3 0-22,3 0 1,-4 0 28,4 0 0,-1 0-54,1 0 1,-2 0 42,8 0 0,-8 0-42,2 0 0,-1 0 47,1 0 1,-4 0-2,4 0 0,-3 0-1,-3 0 1,0 0 1,1 0 0,5 0 19,0 0 0,-6 2-25,-5 4 0,0-4-14,5 3 1,0-3 26,1-2-16,-1 0 1,0 0 30,1 0-25,-1 0 0,1 0-13,-1 0 0,-6 0 5,1 0-15,0 0 0,5-6 18,0 1 0,-5-1-13,0 6 1,-1 0 9,6 0 1,-5 0 0,0 0 14,-1 0 1,7 0 26,-1 0-27,0 0 1,1 0 4,-1 0 1,0-2 66,1-4-72,-1 4 1,1-6-21,-1 8 0,0 0 20,1 0 1,-1 0-56,0 0 0,1-5 22,-1-1-3,1 0 1,-1 6 9,0 0 0,1 0-4,-1 0 0,0-6 50,1 0 1,-1 1-44,1 5 1,-1 0 54,0 0 0,1-2-30,-1-4 15,0 4 0,1-6-9,-1 8 0,1 0 38,-1 0-52,0 0 1,1-2-1,-1-3 0,0 3-55,1-4 0,-1 4 54,1 2 0,-7 0-49,1 0 0,-1 0 39,7 0 0,-1 0 38,0 0 0,1 0-6,-1 0 0,-5 0 5,-1 0 0,1 0-31,5 0 0,-5 0 5,-1 0 1,1 0-11,5 0 0,-5 0 18,0 0 1,-1 0-59,7 0 0,-7 0 60,1 0-32,-1-8 0,7 6 18,-1-4-9,0 5 0,1 1 10,-1 0 0,1 0 3,-1 0 0,-6-2-12,1-4 0,0 4 6,5-4 1,0 4-19,1 2 0,-7 0 16,1 0 1,0 0-21,5 0 0,0-2 19,1-4 0,-1 5-1,0-5 0,1 4 0,-1 2 1,0 0 0,1 0 0,-1-6-10,1 0 0,-1 0 9,0 6 0,7 0-19,-1 0 1,0-5 16,-6-1 1,-5 0-20,-1 6 1,7-2 4,5-4 1,0 4-3,-6-3 0,-5 3-7,0 2 7,7 0 0,0-6-22,4 0 1,-3 0 17,-3 6-17,8 0 1,-6 0 18,5 0 1,-5 0-18,-2 0 1,6 0 25,1 0 1,-1-2 0,-6-3 0,1 3 0,-1-4 1,0 2 3,1-2 0,5 4 63,0-4 0,0-1-66,-5 1 0,5-6 8,0 7 0,2-1 2,-2 6 0,-2-6-12,8 0 0,-7-2-12,1 3 0,2 3-2,-2-4 0,0 4 7,-5 2 0,5-2-6,0-4 1,0 4 0,-6-3 7,1 3 0,-1 2 6,1 0 1,-1-2-6,0-4 0,1 4 34,-1-4 1,0 4-17,1 2 0,-7 0 4,1 0 1,-1 0-13,7 0 0,-7 0 5,1 0-12,0 0 0,5 0 13,0 0-6,1 0 0,-1-2 1,0-4-10,1 5 1,-1-7 4,1 8 0,-7 0-3,1 0 3,-1 0 1,7 0-1,-1 0 1,-5 0-1,-1 0 1,1 0 0,5 0 0,-5 0-1,-1 0 1,1 0 0,5 0 0,-5 0 0,0 0 0,-1 0 0,6 0 0,1 0 0,-1 0 0,1 0 0,-1 0 0,0 0-81,1 0 66,-1 0 0,0 0-29,1 0 1,-7 0 12,1 0-31,0 0 44,5 0 12,0 0 0,1 0 1,-1 0 0,-5-2 7,-1-4 0,-5 4 9,6-4 0,-7 4-17,7 2-58,0 0 59,5 0 0,-5 0-15,-1 0-58,1 0-11,5 0 77,0 0 8,1 0 0,-1-5 19,1-1 1,-7 0-31,1 6 1,-7 0-24,7 0 0,-6-2 28,5-4 0,-5 4-17,6-3 15,-1 3-2,7 2 0,-7 0 16,1 0 0,-6-6 11,5 0 135,-7 0-152,12 6 31,-7 0-3,9 0-35,-1 0 1,-5 0-10,-1 0 1,-5 0-10,6 0 1,-7 0 13,7 0 0,-6 0-8,5 0 1,-5 0 21,6 0 0,-7 0-25,7 0 39,0 0 0,-1-5-28,1-1 26,-1 0-52,7 6 0,-1 0-6,1 0 0,-7 0 19,1 0 0,-7 0-44,7 0 62,0-8 1,5 6-14,0-4 0,-5 5-94,0 1 0,-7 0 50,7 0-268,-1 0 63,7 0-138,-1 0 274,1 0 136,-1 0 0,0 0 0,1 0 0</inkml:trace>
  <inkml:trace contextRef="#ctx0" brushRef="#br0" timeOffset="2">15428 5475 7934,'17'0'-154,"0"0"44,1 0 1,-7 0 125,1 0 1,0 0-161,5 0 1,0 2 82,1 4 1,5 2 122,0 3 0,8 5-154,-2-5 0,11 3 97,7-3 1,3 5-76,2-5 0,0-3 18,0-2 0,6-4 4,0-2 1,-6 0-165,-6 0 1,-7 0 128,2 0 0,-1-2-173,-5-4 256,-4 4 0,-22-13 0,-1 5 0</inkml:trace>
  <inkml:trace contextRef="#ctx0" brushRef="#br0" timeOffset="3">19788 5075 7934,'-11'0'-544,"-1"0"0,6 0 477,-5 0 0,5 0 59,-6 0 1,9 2 43,-3 4 0,-4-4-38,-1 4 1,1 2-99,-2-3 1,1 9 44,-7-3 1,-1 5-103,-4 1 1,-4 1 126,-8-1 30,0 8 0,-15-6 0,-4 7 0</inkml:trace>
  <inkml:trace contextRef="#ctx0" brushRef="#br0" timeOffset="4">17460 5353 8056,'0'10'-1978,"-2"-2"2088,-3-8-6,3 0 6,-6 0 13,8 0 67,0 0 0,-6-2-113,0-4 97,1 4 5,5-6-112,0 8 12,0 0-17,0 8-10,0 2 0,0 7 50,0 1-52,0-1 0,0 0-99,0 1 40,0-1-31,0 1 60,0-1-1,0-6 19,0 1-279,0-8 149,0 4-24,0-16 0,0-2 88,0-7 1,0 0-54,0-1 0,0-1 74,0-4 0,5 3 2,1-3 1,2-2 17,-2 2 1,1 0 219,5 5-210,3-7 0,-7 6-12,4-4 0,3 5-107,-3 7 0,3-3 109,3 8 1,-7 1-268,1 5 0,-1 0 0,7 0 0,-1 0 254,0 0 0,-5 0 0,0 0 0,-9 0 0,13 0 0,-6 0 0</inkml:trace>
  <inkml:trace contextRef="#ctx0" brushRef="#br0" timeOffset="5">17843 5284 8056,'7'10'-653,"-5"5"0,6-11 719,-8 7 1,0-5-157,0 6 250,0-1-121,0 7 97,0-1-165,0 1 1,-6-7 111,0 1-41,1-8-82,5 3 17,0-7 1,0-2-31,0-3 1,0-5 71,0-7 1,0-3 11,0-3 1,5 4-10,1-4 58,8 3 0,-7 3-59,5 0-3,3 7 0,-7 0-40,4 4 1,3 5 1,-3-5 1,-3 4-371,3 2 240,0 8-13,5 1 0,-2 9 99,-3-1 1,-4 0-92,-8 1 1,0 5 154,0 0 0,-8 0 0,-2-5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14802 3946 10844,'-9'0'-2616,"1"0"2476,0 0 123,6 0 39,-6 0 0,7 0-41,-5 0 73,4 0 15,-6 0-75,8 0 0,-2 0 23,-4 0-7,4 0 4,-5 0-52,7 0 81,0 0-18,0-8 597,0 6-34,0-6-288,0 8 0,0 8 14,0 4 0,0-3 5,0 3 1,0 1-12,0 10 1,5 4-53,1 8 0,6 8 13,-6 3 1,7 6-291,-1 6 0,3 4-185,3 7 1,-7-5 60,1 0 1,-1-2 20,7 1 0,-9-3-12,-3-7 0,2-7-22,-2 0 1,1-7-26,-1 1 0,-4-11 101,4-5 1,-4-5-80,-2-2 0,2-1 8,4-5 68,-5-3 1,7-8 0,-8 0 0</inkml:trace>
  <inkml:trace contextRef="#ctx0" brushRef="#br0" timeOffset="1">14837 4867 9919,'0'11'589,"0"1"1,0-6-981,0 5 1,0-5 374,0 6 1,0-6 202,0 5 1,0-5 115,0 5-187,0 1 1,2 5-116,4 1 1,-4-1 245,3 1 1,-1-1-402,2 0 0,-2 1 44,7-1 1,-5-5-70,6-1 1,-1-7-153,7 2 1,-7-4 34,1-2 1,0-2-452,5-4 751,0-11 1,8-10 0,2-8 0</inkml:trace>
  <inkml:trace contextRef="#ctx0" brushRef="#br0" timeOffset="2">15219 3859 9115,'0'17'327,"0"0"1,0 1-912,0-1 0,0 1 330,0-1 1,0 6 74,0 0 0,0 6 224,0-6 1,2 14-17,4-2 0,-4 9 4,4-3 0,3 7 55,3-1 0,-3 3-158,3 2 1,-6 6 74,5 0 1,-5 0-268,6-6 150,-8-8 1,11 6-1,-5-5 1</inkml:trace>
  <inkml:trace contextRef="#ctx0" brushRef="#br0" timeOffset="3">15271 4780 8549,'0'17'-805,"0"1"1,0-1 401,0 0 1,0 1 548,0-1 1,2 2-67,4 5 1,-2-5-73,7 4 0,-5-9-15,6-3 0,-1-1-14,7 1 0,-7 3 7,1-8 0,0 0 44,5-6 1,0 0-80,1 0 0,-1 0 59,0 0 0,-5 0-186,0 0 1,-7 0 157,7 0 18,-8-8 0,11-2 0,-5-7 0</inkml:trace>
  <inkml:trace contextRef="#ctx0" brushRef="#br0" timeOffset="4">16036 4363 7350,'-10'0'-538,"-5"0"693,13 7-203,-6-5 0,8 8 184,0-4-226,0-4 0,0 7 192,0-3-197,0-4 0,2 8 113,4-4 0,-2-4-423,7 3 405,-7-3 0,11 6 0,-5 2 0</inkml:trace>
  <inkml:trace contextRef="#ctx0" brushRef="#br0" timeOffset="5">16348 4397 8429,'10'0'-332,"6"-7"1,-7 5 0,9-6 0</inkml:trace>
  <inkml:trace contextRef="#ctx0" brushRef="#br0" timeOffset="6">16557 4380 8429,'17'0'0</inkml:trace>
  <inkml:trace contextRef="#ctx0" brushRef="#br0" timeOffset="7">17130 3546 8583,'10'0'-1625,"-2"-8"1678,-8 6 0,2-6-169,3 8-66,-3 0 300,6 0-115,-8 8 49,0 2 0,0 7-149,0 1 0,0-1 48,0 0 0,0 7-21,0-1 0,0 6 29,0-6 1,0 10-7,0 1 0,0 1 40,0 6 1,0 3-12,0 3 0,0-3 13,0 2 1,0 1-14,0 5 1,0-2 52,0-4 1,0 5-20,0-5 0,0 2-1,0-1 0,6 1-10,0-8 0,-1 3 3,-5-3 0,0-3-124,0 4 0,2-5 112,4-1 0,-4 0-115,4 0 1,-4-6 97,-2 0 1,0-8 20,0 2 0,-8 4 0,-2 0 0</inkml:trace>
  <inkml:trace contextRef="#ctx0" brushRef="#br0" timeOffset="8">17026 4867 7300,'10'0'-348,"-3"0"504,-7 0-41,0 0-64,0 8 1,0-5-83,0 9 1,2-6 95,4 5 1,-4 1-153,4 5 0,2-5 176,-3-1-385,9 1 199,-5 5 0,9-7 43,-1-4 1,1-4-31,-1-2 0,0 0-306,1 0 257,-1-8 0,0 0 133,1-3 0,-1-5 0,1 7 0</inkml:trace>
  <inkml:trace contextRef="#ctx0" brushRef="#br0" timeOffset="9">8965 18077 8536,'0'9'-1966,"0"7"2015,0-14-133,0 5 1,0-5 104,0 4-14,0-4 78,0 6-5,0-8 533,0 0-413,0-8 256,0 6-198,0-6-79,0 8-239,7 0 258,-5-7-270,6 5 0,-6-6 113,4 8-37,-4 0 0,7 0 28,-3 0 1,-4-2 19,4-4 17,4 4-13,-1-5 52,9 7 1,-1 0-61,0 0 1,1 0-8,-1 0 0,0 0 3,1 0 1,-1-6 5,1 0 0,1 0-32,4 6 1,-4 0-4,4 0 0,-1 0 27,1 0 1,-4 0-11,4 0 1,2 0 20,-1 0 1,1 6-18,-2 0 1,-4 0 8,4-6 0,-1 5-20,1 1 1,-4 0 2,4-6 1,-3 0 24,-3 0 1,0 6 0,1 0 1,-1-1-22,0-5 0,3 0-8,3 0 1,-10 0-79,5 0 1,-5 0 83,5 0 0,-1 0-276,0 0 129,1 0-313,-1 0 283,-7 0-244,-2 0 229,-8 0 1,0-2-145,0-3 1,-2 3-291,-4-4 437,4-4 0,-12 1 158,9-9 0,-9 1 0,4-1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12822 11976 9575,'-10'0'-1794,"2"0"1798,8 0 489,0 0-526,8 0 23,-6 0 0,8 0 1,-5 0 1,-1 0-1,8 0-40,-8 0-59,11 0 71,-5 0 53,7 0 0,0 0-25,1 0 1,-7 0-40,1 0 45,0 0 1,5 0 2,0 0-1,1 0 0,-1 0 2,0 0 1,1 0 18,-1 0 1,1 0-22,-1 0 0,0-2 11,1-4 0,-7 4 24,1-4 1,5 4 13,6 2 0,1 0-20,-7 0 1,0-5 34,1-1 1,-1 0-41,0 6 1,7 0-15,-1 0 0,0 0-38,-6 0 1,1 0 29,-1 0 1,0 0-54,1 0 1,-1 0 55,1 0 0,-1-6 56,0 0 0,1 1-45,-1 5-6,8-8 0,0 6 9,4-4 1,-4 4-9,-7 2 1,-7 0-9,1 0 0,-1-6 30,7 1 0,-1-1-32,1 6 0,-1-2-13,0-4 1,-3 4-9,3-4 0,-9 4 40,9 2-25,-3 0 1,3-5 19,1-1 7,-1 0-95,0 6 24,1 0-39,-1 0 61,0 0 0,-5 0-50,0 0 38,-9 0-41,5 0 28,0 0 5,-6 0 46,6 0-8,-8 8 326,0-6-276,0 5 0,0 1 65,0 4 1,0-3-30,0 3-32,0 0 0,-6 5 3,0 0 1,0 1-13,6-1 0,0 1-53,0-1 0,-2 2 32,-4 4 1,4-3-171,-3 3 0,3 2 75,2-2 1,-6 2-162,0-2 1,0-3 109,6 3 1,-5-2-400,-1 2 530,0-3 0,-2 13 0,-1-6 0</inkml:trace>
  <inkml:trace contextRef="#ctx0" brushRef="#br0" timeOffset="1">12717 12462 10151,'0'10'-129,"0"-2"781,0-8-1034,0 0 585,0 8 1,2-7-560,4 5 68,-4-4 67,6-2 217,-1 0 0,-3 0-200,8 0 1,-6 0 6,5 0 1,-5 0 205,6 0 1,-1 0-285,7 0 317,-1 0 1,2 0-7,4 0 0,-3 0-37,3 0 0,-4-2 20,-1-4 0,5 5-11,0-5 1,2 4-43,-2 2 0,-4-6 6,5 0 1,1-1 1,-2 1 0,2 4-12,-2-4 0,-4 4-16,5 2 0,-5-2 24,-2-4 1,6 4-38,1-3 0,-1 3 13,-6 2 0,6 0 54,1 0 1,1 0-42,-2 0 1,-2 0 31,8 0 0,-2 0-2,2 0 0,2 0-9,-8 0 0,6 0-15,-6 0 1,8 0-5,-2 0 1,-4 0 4,-2 0 1,2 0-6,-2 0 0,6 0 32,-5 0 0,1 0-23,-2 0 0,-4-2-10,4-4 1,2 4 16,-1-4 0,-1 4-29,-6 2 0,1-2-40,-1-3 0,0 3-9,1-4 1,-7-2-14,1 2 1,-3-1-308,3 1 421,3-4 0,-13-7 0,6-1 0</inkml:trace>
  <inkml:trace contextRef="#ctx0" brushRef="#br0" timeOffset="2">12822 12741 6271,'17'5'26,"0"1"0,-5 0-20,0-6 0,-1 6-100,6 0 1,1 1 97,-1-1 1,6-2-5,1 7 0,-1 1 0,-6 5 0</inkml:trace>
  <inkml:trace contextRef="#ctx0" brushRef="#br0" timeOffset="3">13986 12827 8431,'-12'6'-720,"0"0"1,7 6 359,-7-7 0,6 9 295,-5-2 1,5-3 65,-6 3 1,7-1-5,-7 7 0,6-1-17,-5 1 1,1 1-4,-2 4 1,-1-4 18,7 4 4,-7-11 0,3 11 0,-7-3 0</inkml:trace>
  <inkml:trace contextRef="#ctx0" brushRef="#br0" timeOffset="4">13395 13262 8549,'-10'0'-2047,"3"0"2115,7 0 1,-2 2 5,-4 4-62,4-4 21,-6 13 0,8-5-31,0 7 0,0 1 81,0-1-102,0 0 0,0 1 12,0-1 0,0 0-11,0 1 1,0-7 5,0 1 4,0-8-247,8 11 252,-6-13 0,6-2-71,-8-11 1,0-5 50,0-1 1,0-6-29,0-1 1,5 1 42,1 6 1,2 0 6,-2-1 0,-4 1 4,3-1 22,5 1 9,0 0 1,5 5-30,-3 0-89,3 9 0,-5-5 31,7 8 0,-5 6-68,-1-1 121,-7 9 0,12-4 0,-7 7 0</inkml:trace>
  <inkml:trace contextRef="#ctx0" brushRef="#br0" timeOffset="5">13273 13071 8567,'10'0'-2032,"-2"0"1875,-8 0 1,2 0 151,3 0 0,-1 0 15,8 0 1,-1 0-12,7 0 0,5 6-100,0-1 1,8 1 55,-2-6 0,10 0-46,1 0 91,1 0 0,-7 0 0,1 0 0</inkml:trace>
  <inkml:trace contextRef="#ctx0" brushRef="#br0" timeOffset="6">13378 12810 7917,'0'17'-1358,"0"1"1132,0-1 0,-2 4 226,-4-3 0,4 3 15,-4-9-11,4 3-11,2 3 10,0-9-15,0-1 4,0-24 0,2 3-1,4-16 0,-4 8 8,4-2 0,1-3-1,-1 3 0,6 0 31,-6 6 0,1-1 5,-1 1 0,-2 1-1,7 5 1,-5-3-21,6 9 0,-6-9-14,5 2 1,-5 5 1,6 1 0,-1-2-1,7 2 0,-1 1-2,0 5 1,-5 0-6,-1 0 1,1 0 0,5 0 1,-5 7 4,0 5 0,-7 3-82,7 3 1,-8 5 75,2 0 7,-4 8 0,-2-4 0,0 8 0</inkml:trace>
  <inkml:trace contextRef="#ctx0" brushRef="#br0" timeOffset="7">13169 12011 8477,'-10'9'-2320,"-3"1"2404,7-4 1,-2-2-102,3 7 1,1-5-24,-8 5 0,6 1 41,-5 5 1,-1 1 24,-5-1 1,-1 3-27,1 3 0,6-4 26,-1 4 1,0 2-61,-5-2 0,0 6 44,-1-5 0,7 1-56,-1-2 0,2 2-5,-1 4 1,-3-4 50,9-8 0,-9 1 0,4-1 0</inkml:trace>
  <inkml:trace contextRef="#ctx0" brushRef="#br0" timeOffset="8">13412 12115 8477,'0'-10'-866,"0"2"1,-2 8 716,-3 0 1,3 2 103,-4 4 1,-2 4 35,2 7 1,-5 1-17,5-1 0,-8 2 36,3 4 0,1-1-15,-1 7 0,-1-6 13,-5 6 1,-1 0-121,1 6 1,2-8 22,3-4 1,-2 2 87,9-2 0,-9 0 0,4-5 0</inkml:trace>
  <inkml:trace contextRef="#ctx0" brushRef="#br0" timeOffset="9">13603 12132 8477,'-17'18'-1816,"2"-1"1606,3 0 1,-1 1 209,7-1 0,0-5-81,6-1 1,-6 1 61,0 5-180,1 1 170,5-1 29,7-7 0,3-3 0,7-7 0,1 0 0</inkml:trace>
  <inkml:trace contextRef="#ctx0" brushRef="#br0" timeOffset="10">13934 12150 8477,'-8'15'0,"-4"-3"0,3 3-592,-3-3 1,0 9 341,-5 2 1,5 0 21,1-5 0,1 5 228,-1 0 0,-5 0 0,7-5 0</inkml:trace>
  <inkml:trace contextRef="#ctx0" brushRef="#br0" timeOffset="11">12978 14496 6332,'-10'0'-118,"3"0"120,7 0-6,0 0 98,0 8-73,0-6 114,0 5-87,0-7 202,0 0-185,7 0-9,-5 0-13,14 0 17,-7 0-54,9 0 0,-1 0 23,0 0 0,1 6-9,-1 0 1,-5 0-16,-1-6 1,1 0-1,5 0 0,1 0 13,-1 0 1,0 0-1,1 0 1,-1 0-22,1 0 1,5 0 19,0 0 0,0 0-12,-6 0 0,1 0 10,-1 0 0,1 0-11,-1 0 0,0-2-3,1-4 1,5 4-4,0-4 1,0 4-4,-5 2 0,1-5-2,4-1 1,-4-2-4,4 2 0,3 2 13,-3-7 1,2 5-11,-2-5 0,-2 5 6,8-6 1,-6 8 22,6-2 1,-6-1-23,6 1 1,-2-6 1,2 7 1,2-1-2,-8 6 0,6-2-1,-5-4 1,5 4 16,-6-4 0,6 4-13,-6 2 1,0 0 51,-6 0 1,7 0-48,-1 0 0,6 0-2,-6 0 0,0 0 7,-6 0 1,7 0-1,-1 0 0,6-2-6,-6-3 0,0 3-3,-6-4 0,3 4-19,3 2 0,-4 0 21,4 0 0,-3 0-17,-3 0 1,0 0 9,1 0 0,-1 0 0,0 0 0,1 0-3,-1 0 0,1 0 1,-1 0 0,0-6 6,1 0 0,-1-1 2,0 1 1,1 2 50,-1-8 0,1 9-50,-1-3 0,0-2 7,1 2 0,-1-5-2,0 5 1,1-2-24,-1 2 1,1 4 10,-1-3 1,2 3-3,4 2 0,-9 0-23,3 0 1,-3 0-8,3 0 0,1 0 11,-1 0 0,0 0-2,1 0 26,-1 0 1,0 0-24,1 0 105,-1 0-60,1 0 0,-1 0 7,0 0 1,-5 0 60,-1 0-42,-7 0 0,12 0 30,-5 0 0,-1 0-51,2 0 0,-7 6-48,7-1 0,-6 1 18,5-6 1,-5 0-20,6 0 27,-1 0-14,7 0-22,-1 8-3,0-6 10,1 6 1,-7-8 13,1 0 3,-8 0 0,11 0 1,-11 0-4,8 0-5,-8 0-1,11 0-37,-13-8 0,8 6-71,-5-4-70,-3 4 169,6 2 0,-6-6-50,4 1 38,-4-1 72,5 6-66,-7 0-42,0 0-9,0 7 0,0-3 64,0 8 0,0 0-178,0 5 1,0 2 91,0 4 1,0-1-331,0 7 431,-7 0 0,-3 13 0,-7 2 0</inkml:trace>
  <inkml:trace contextRef="#ctx0" brushRef="#br0" timeOffset="12">13082 15052 6626,'10'0'146,"5"0"1,-5 0-111,7 0 1,-5 0-41,0 0 0,1 0 36,10 0 1,-4 0-40,5 0 1,3 0 3,2 0 0,3 0-7,3 0 0,6 0 22,-1 0 0,1 0-9,-6 0 0,5 0 62,1 0 1,5 0-54,-6 0 0,1 0 18,-6 0 1,0 0-8,-1 0 0,1-2 44,0-3 1,-2 3-35,-4-4 0,3 4 22,-3 2 0,4-6-43,2 0 1,-6 1-2,0 5 1,-6-2-8,6-4 0,0 2-8,6-8 1,-1 8-30,1-1 1,-6-3 44,0 2 1,-2-7-25,2 1 1,2 2 2,-8-1 1,0 5 1,-5-6 0,5 7 3,0-7 0,0 8 0,-6-2 1,-5 3 0,0-3 3,7 4 0,0-6 15,4 8 0,-3 0-14,-3 0 1,0 0-2,1 0 1,-1 0-1,1 0 0,-7 0-1,1 0 1,-1 0-1,7 0 1,-1 0-2,0 0 1,1 0 3,-1 0 0,1-6-2,-1 0 1,0 1-3,1 5 0,-7 0 1,1 0 1,-1 0 24,7 0 1,-7 0 64,1 0-39,0-8 1,5 6-17,0-4 0,-5 4 6,-1 2 1,-5 0-53,6 0 1,-6 0 34,5 0 0,-5-5-46,6-1 1,-7 0 40,7 6 1,-6 0 20,5 0-38,1 0 0,3-2 0,-3-4 0,3 4 3,-5-5 46,7-1-40,1 6 0,-3-8 44,-3 4-31,3 5-30,-5-7 6,7 8 0,-5-6-3,-1 0-2,-7 0-9,12 6-11,-14 0 24,13-7-4,-13 5 0,8-6 3,-5 8-6,-3 0 8,6 0 1,-6 0-2,4 0 2,-4 0 0,6 0 1,-1 0-2,-5 0 3,14 0-2,-14 0 1,13 0-1,-13 0 0,8 0 0,-5 0 0,-3 0 0,6 0 0,-6 0 93,4 0-22,-4 0 4,5 0-45,-7 0-119,0 0 21,0-8-182,0 6 0,0-7 62,0 3 1,-5 2-48,-1-8 1,0 1 88,6-6 1,-6-1-85,0 1 0,-1-1 68,1 1 0,4-6 162,-4 0 0,-3-8 0,-1 4 0</inkml:trace>
  <inkml:trace contextRef="#ctx0" brushRef="#br0" timeOffset="13">13134 15296 6564,'18'17'61,"-1"0"0,0-5-5,1 0 0,7-1-108,4 7 1,4-1 16,1 0 0,1 5-18,0-5 0,2 4-2,3-9 1,-1 3-374,7 3 428,-7-9 0,11 7 0,-6-7 0</inkml:trace>
  <inkml:trace contextRef="#ctx0" brushRef="#br0" timeOffset="14">15653 14913 6430,'-7'10'-2,"5"5"-3,-4-3 1,-2 3-16,3 3 0,-9-1-243,2 1 263,-3-1 0,-2 8 0,-1 2 0</inkml:trace>
  <inkml:trace contextRef="#ctx0" brushRef="#br0" timeOffset="15">14889 15452 8452,'0'17'-565,"0"1"-45,0-1 1,0 1 487,0-1 1,0 0 343,0 1-279,0-1 1,0 0 108,0 1-232,0-8 185,0-3-8,0-7 1,0-7-21,0-5 1,0-5-6,0-7 1,2 3 40,4-8 0,-2 6 6,7-6 1,-7 8 121,2-2 1,4-3-82,1 3 0,-1 6 39,1 5 0,-1 1-55,2-7 1,3 7-13,-3-1 0,3 8-24,2-1 1,1 3-13,-1 2 0,6 7-40,0 5 0,-1 3-23,-11 3 1,5 5-140,-5 0 0,-3 8-90,-2-2 296,4-4 0,-9 8 0,7-6 0</inkml:trace>
  <inkml:trace contextRef="#ctx0" brushRef="#br0" timeOffset="16">13030 13019 8446,'-6'11'-746,"1"1"1,-1-1 400,6 7 1,-2-3 301,-4-3 0,4 3 88,-4-3 0,4 3-15,2 3 1,0-1 14,0 0 0,0 3 0,0 3 1,0-4-13,0 4 1,2 3 2,4-3 0,-4 8-16,4-2 1,2-2 16,-3 2 0,7 5-77,-6 7 1,5 7 69,-5-1 0,6 3-175,-7 2 0,3-6 92,-2 1 0,-4-3-134,4 2 0,-4-3 31,-2-8 92,0-8 64,0-2 0,0-16 0,0-1 0</inkml:trace>
  <inkml:trace contextRef="#ctx0" brushRef="#br0" timeOffset="17">13013 13749 8446,'-10'9'-1966,"0"1"1855,5-4 0,3-2 156,-4 7 0,4-5-9,2 6 1,0-1 7,0 7 0,0 5 6,0 0 0,0 6-31,0-6 0,6 8 22,0-2 1,5-4-89,-5-2 0,2-3 25,-3-3 0,-1-2-39,8-3 24,-1-4 0,7-8-17,-1 0 0,1-10 12,-1-7 1,0-7-15,1-4 1,-1-5 55,0 4 0,9-12 0,1-3 0</inkml:trace>
  <inkml:trace contextRef="#ctx0" brushRef="#br0" timeOffset="18">13430 13575 8547,'5'23'-817,"1"0"0,0 6 408,-6-6 1,0 2 326,0-1 0,0-3 82,0 8 0,0-2 0,0 2 0,0-2-39,0-4 1,0-4 38,0 5 0,0-5 0,0-2 0</inkml:trace>
  <inkml:trace contextRef="#ctx0" brushRef="#br0" timeOffset="19">13360 13870 8534,'0'18'0,"0"-7"-608,0 1 1,0-1 383,0 7 1,0-1 98,0 1 1,0-7-2,0 1 88,8-1 1,2 5-25,7-5 0,0-3 90,1-8 1,-1 0-182,0 0 0,3-4 165,3-7 0,-2-3-12,8-15 0,0 0 0,6-6 0</inkml:trace>
  <inkml:trace contextRef="#ctx0" brushRef="#br0" timeOffset="20">13881 13210 8450,'-2'23'0,"-3"0"0,3 8-600,-4-2 1,4 4 323,2 2-1,0-1 97,0 1 1,0 6 109,0-1 1,0 1 28,0-6 1,0-1-123,0 1 0,0-6 163,0 0 0,0-8 0,0 4 0</inkml:trace>
  <inkml:trace contextRef="#ctx0" brushRef="#br0" timeOffset="21">13760 13731 8422,'0'27'0,"0"-2"-708,0-7 0,0-1 354,0 1 0,2 1 419,4 4 0,-3-4-33,9 5 0,-6-5-16,5-2 1,-5-5-5,6-1 1,-1-7-4,7 2 1,1-4-18,4-2 0,-4-2-4,5-4 0,-3-5-111,2-12 0,-4 3 77,4-3 1,-3 4-194,-3 1 239,1 1 0,7-8 0,2-2 0</inkml:trace>
  <inkml:trace contextRef="#ctx0" brushRef="#br0" timeOffset="22">10389 18476 6985,'-9'0'47,"1"0"-53,8 0 970,0 0-858,8 0 6,-6 0-62,13 0 0,-11 0 62,7 0-19,-7 0 2,12 0 51,-14 0-80,13 0 1,-11 0 59,8 0-9,-9 0-24,13 0-47,-6 0 1,1 0 5,1 0 1,-6 0-63,5 0 1,-5 0-37,5 0-33,1 0 0,5 0 88,1 0 1,-7 0-68,1 0 0,0 0 53,5 0-8,0 0 0,1 0 19,-1 0 1,0 0 3,1 0 1,-1 0-14,1 0 0,-7 0 5,1 0 1,-1 0-5,7 0 1,-1 0-4,0 0 1,-5 0-13,0 0 0,-1 0 20,7 0 1,-7 0-19,1 0 1,-7 0 8,7 0 0,0 0 1,5 0 44,0 0 1,-5 0 6,0 0 1,-7 0-24,7 0 1,-6 0-10,5 0 0,-5 0-25,6 0 1,-3 2 43,3 4-51,3-4 0,-5 6 22,7-8 0,-5 6-5,0-1 1,-1 1-10,7-6 0,-7 0 2,1 0 0,-1 0 43,7 0-13,-1 0 1,0 0-17,1 0 0,-1 0 1,0 0 0,-5 0-18,0 0 12,-1 0 1,7 0-2,-1 0 0,-5 0-49,-1 0-12,-7 0-175,11 0 199,-13 0 41,6 0-55,-8 0-509,0 0 262,-8 0 1,5-2-1,-9-4 0,6 5-127,-5-5-129,7-4 554,-4 0 0,0-7 0,-1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12318 18598 6186,'-10'2'-24,"4"4"100,4-4-2,2 5-45,0-7 958,0 0-971,8 0 89,-6 0-84,14 0 1,-13 0 9,9 0 4,-8 0-12,11 0 0,-11 0-2,8 0 0,-7 0 86,7 0-49,-8 0 21,11 0-44,-5 0 0,7 2-13,1 4 1,-7-4-26,1 4 2,0-4 0,5-2 18,0 0-15,1 0 1,-1 0-40,0 0 1,1 0 42,-1 0 0,-5 0 1,-1 0 1,1 0-7,5 0 0,1 0 53,-1 0 0,0 0-19,1 0 0,5 0 8,0 0 1,2-6-13,-2 0 0,-3-5 5,3 5 0,2-6-46,-2 6 1,6-7 35,-6 1 0,0 5-22,-5 1 0,5-2 16,0 2 1,0-5-18,-5 5 1,-1-6 14,0 7 1,1-3 0,-1 2 1,0 4-2,1-4 1,-7 4 3,1 2 1,-2-2 84,1-3-62,5 3 107,-7-6-85,9 8-17,-1 0-46,0 0 0,-5 0 8,0 0 2,-9 0 1,7 0 8,-4 0-38,-4 0 41,6 0-87,-8 0-1624,0 0 725,-8 0 960,6-8 0,-14-1 0,7-9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7853 16843 5953,'0'-10'-194,"2"2"192,4 8 1,-5-8 0,7 7 1,-6-7 0,4 8-1,-4 0 0,6-8 1,-8 6 0,7-6 85,-5 8 8,6 0-25,-8 0 198,0 0-196,0 8 4,0-6-116,0 6 171,0-8 493,0 0-552,-8 0 6,6 0-43,-5 0-12,7 0 18,0 0-18,-8 0 11,6 0 16,-6 0 48,0 0-73,7 0 0,-9 0 93,4 0-37,4 0-35,-13 0 1,11 0 29,-8 0-8,8 8-70,-11-7 71,5 15-137,-7-6 115,0 7-11,-1 0 10,1 1 1,5-7 5,1 1 0,5-6-78,-6 5 50,8-7 1,-5 10-24,3-9 28,4 9 1,-8-6-50,5 3 1,3-1 52,-4-4 140,-4 3-174,8 9 1,-7-3 2,3-3 0,4 3 0,-6-5 1,8 1-33,0 1 1,0-6 43,0 5 0,0-5-21,0 6 0,0-6 6,0 5 1,0-5 30,0 6 1,0-7-31,0 7 1,0-6 10,0 5-8,0 1 0,0 5 0,0 1 1,0-7-7,0 1 0,6-1 10,0 7 0,0-7-10,-6 1 5,0 0-4,0 5 0,2-2 24,3-3-8,-3 3 1,6-11-12,-8 8 2,0-8 0,2 4-8,4-8 9,-4 7 0,7-5-5,-3 4 1,-2-4 3,7-2 1,-5 0-21,6 0 0,-8 2-28,2 4 1,3-4-7,3 3 0,-3-3-24,3-2 32,0 0 0,5 0 40,0 0 1,-5 0-23,-1 0 1,1 0 24,5 0 0,-5 0-28,0 0 0,-1 0 65,7 0-56,-1 0 0,0 0 5,1 0 0,-1 0-35,0 0 17,1 0 0,-1 2 32,1 4 0,-3-2-19,-3 7 0,1-5 23,-7 6-26,7-1 0,-9 7 53,8-1 0,-8-5-24,1-1 0,-3-5 3,-2 6 0,2-3 18,4 3 0,-4 3 1,4-3 0,-4 3-29,-2 3 0,-6-1 6,0 1 0,-2-1-5,3 0 0,1 1 7,-8-1 0,6 1 1,-5-1 1,5-5 17,-6-1 1,7-5 3,-7 5 0,1-1-33,-7 2 1,1 3 4,-1-3 0,-1 1-115,-4-1 1,4 3 113,-5-3 1,5 1-146,2-1 0,-6 2 73,-1-9 1,1 1-121,6-6 0,0 0-90,-1 0-31,1 0 1,-1-6 41,1 1 48,0-9 221,-1 12 0,1-13 0,0 5 0</inkml:trace>
  <inkml:trace contextRef="#ctx0" brushRef="#br0" timeOffset="1">8305 17208 6698,'0'9'41,"0"-1"0,1-8 35,5 0-43,-4 0 0,12 2-56,-9 4 1,9-4 73,-2 3-98,3-3 0,8-2 65,0 0 0,1 0-149,-7 0 0,0 0 77,1 0 0,1 0-125,4 0 1,-4-2 89,5-3 0,-5 3 89,-2-4 0,1 4 0,-1-6 0,0-1 0</inkml:trace>
  <inkml:trace contextRef="#ctx0" brushRef="#br0" timeOffset="2">8426 17451 8832,'-10'8'-586,"3"-6"125,-1 5 144,6-7 39,-6 8 267,8-6-17,0 13 1,2-11 53,4 8 0,-2-6-14,8 5 1,-7-7 28,7 2 1,-6 2-30,5-3 1,1 7 156,5-6 0,1 5-68,-1-5 0,0 6-41,1-6 1,-1 5-61,0-5 0,3 6-5,3-7 1,-4 7-114,4-6 1,-3-1 92,-3-5 0,0 2-288,1 4 275,-1-4 0,1 6-199,-1-8 1,-5 0-175,-1 0 56,-7 0 182,11 0 173,-13 0 0,6 0 0,-8-8 0,0-2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6845 15921 10508,'0'10'4159,"0"0"-2794,0-5-978,0-3-67,0 14-185,0-14 1,0 7 106,0-3-87,0-4 1195,0 6-1308,0 0-69,0-6 1,0 7 14,0-3 71,0-4 0,0 8-17,0-5 0,0-1 8,0 8 1,0-6 11,0 5 1,2 1-137,4 5 0,-4 1 17,4-1 1,-4 0 71,-2 1 0,0-1-16,0 0 1,5 1-138,1-1 1,0 1-10,-6-1 0,0-5 123,0-1-26,8-7-807,-6 11 706,5-13 1,-7 4-511,0-12 1,0-3 667,0-9 0,0 1 162,0 0 1,-2-1-189,-3 1 1,3-1-117,-4 1 1,4 0 8,2-1 736,0-7 0,0 6-376,0-4 0,0 3 396,0 3 1,6 0-632,-1-1 1,7 1-82,-6-1 0,7 3-18,-1 3 0,-2-1-101,1 7 0,1-5-175,5 5 1,1 0-300,-1 6 1,6 0-223,0 0 0,2 0 598,-2 0 0,4-8 1,8-1-1</inkml:trace>
  <inkml:trace contextRef="#ctx0" brushRef="#br0" timeOffset="1">7870 15174 12190,'-9'0'-2296,"-1"6"4227,4 0-617,4-1 0,-6-3-1755,8 4 2072,0-4-497,-7 6-891,5-8-208,-6 0-88,8 0-347,0 0 1,-6-2-1320,0-4 1692,1 4 1,3-6-305,-4 8-1411,4 0 572,-13 0 1248,5 0-95,-7 0 0,-1 0 52,1 0 1,5 6 428,1 0 0,-1 2-223,-5-3 1,-1-3-791,1 4 1,5 2 983,1-2 1,-1 1-77,-5-1 0,-1 2 37,1 4 1,6 1 174,-1-7 0,0 7 5,-5-1 0,2-2-410,3 1 0,-4-1 29,5 1 1,1 5 1110,-1-5-1028,-1 5 1,1 1 618,-1 1-368,8-1 1,-6 0-159,5 1 1,3-7 69,-4 1 0,4 0-21,2 5 1,0-5 324,0-1-630,0 1 1,0 5 95,0 0 1,6-5-452,0 0 0,1-7-318,-1 7 0,-2-6-53,8 5 1,-7-1-496,7 2 484,-1 3 1,7-5-107,-1 7 1,1-5-68,-1-1 1,-5-7-148,-1 2 1,3 2 323,9-2 0,-4-1 132,4-5 1,-1 0 168,1 0 1,-2 2-278,8 4 1,-6-4 109,6 4 0,-8-4 279,2-2 1,2 5-96,-1 1 0,-1 2 238,-6-2 0,-5-2 251,-1 7 1,-1 1 729,2 5-415,-5 1 0,-7 5 558,0 0 0,0 0-1,0-6 0,-2 7 118,-3-1 1,-3 2-11,-4-2 1,-3-2-190,3 8 0,-3-7-305,-3 1 1,1-4-420,0-2 1,-1-1-276,1-5 1,-6 3-796,0-8 1,-2 0-109,1-6 1,3 0-423,-8 0 0,6-2 250,-6-4 0,10-4 363,1-7 0,1-1 458,5 1 1,-11 0 0,-4-1 0</inkml:trace>
  <inkml:trace contextRef="#ctx0" brushRef="#br0" timeOffset="2">8183 15574 12190,'11'0'-1626,"1"0"1,-6 0 1844,5 0 0,-7 2 347,2 3 0,-2-3-952,2 4 881,-4-4-690,13-2 1,-7 2-262,3 4 296,5-4 1,-6 7 173,7-3 0,-6-4-99,1 4 1,0 2-126,5-3 1,0 1 67,1-6 0,-1 6-324,1 0 1,-1 0 340,0-6 0,1 5 97,-1 1 0,-5 0 65,-1-6 0,8 0 0,8 0 0</inkml:trace>
  <inkml:trace contextRef="#ctx0" brushRef="#br0" timeOffset="3">8252 15887 12190,'8'-10'5864,"4"4"-6590,3 4 1,-3-4-574,-1 1 1142,1-1 1,5 6-314,1 0 0,-1 6-62,0-1 0,1 7 350,-1-6 1,1 5 173,-1-5 1,0 6-749,1-6 0,-1 1 423,0-1 0,1-4-312,-1 4 0,0-4 132,1-2 0,-1 0 428,1 0 0,-1 7 1,0 3-1</inkml:trace>
  <inkml:trace contextRef="#ctx0" brushRef="#br0" timeOffset="4">8826 15591 11030,'0'17'965,"0"1"0,0-7-256,0 1 1,0-6-365,0 5 1,0-5-95,0 6 1,0-1 26,0 7-169,0-1 0,0 6-29,0 1 0,0-1 494,0-6 1,0 2-546,0 5 0,0-5 12,0 4 0,0 2-18,0-2 1,0 6-33,0-6 0,0 1 21,0-7 1,0 0 10,0 1-28,0-9-6,0-1 0,0-10-23,0-4 0,0-5-7,0-12 0,0-4 22,0-8 1,0 0 9,0 0 1,0 1 18,0-1 0,6 6 95,-1 0 1,7 6 9,-6-6 1,7 7-102,-1-1 0,-3 4-2,3 2 1,0-1-91,5 1 0,0 5-154,1 1 0,-1 5-102,0-6 0,1 8-71,-1-1 0,1 3-241,-1 2 0,0 2-145,1 3 1,-1 5 271,0 7 1,1-5-116,-1 0 1,1-7 361,-1 7 1,0-8 0,1 4-1</inkml:trace>
  <inkml:trace contextRef="#ctx0" brushRef="#br0" timeOffset="5">9399 15713 8649,'-6'17'76,"0"1"1,-5-1-743,5 0 0,-2 6 373,3 1 1,3-1 137,-4-6 0,4 1 154,2-1 1,0 0-33,0 1 44,0-1 1,0-5 42,0-1-63,0-7 31,0 4-12,0-8-48,0 0 28,0-8 0,0-2 11,0-7 0,0 0-3,0-1 1,0-1 4,0-4 0,0 4-2,0-5 1,0-1 48,0 2 0,0 0-44,0 6 0,6-3 25,0-3 1,5 4-21,-5-4 0,2 3-18,-3 3 0,3 5 2,4 1 1,3 1-7,-3-2 1,-3-1 4,3 7 0,0 0-14,5 6 1,0 0-6,1 0 1,-1 2 0,0 4 0,-5 4 68,0 7 1,-1 2-52,7 5 0,-7 3 65,1 7 0,-3 1-58,3 0 0,-2 0 0,-5-1 0,-3 1-28,4 0 0,-4 0-3,-2-1 1,6-6-311,0-5 345,-1-4 0,-5-2 0,0 1 1</inkml:trace>
  <inkml:trace contextRef="#ctx0" brushRef="#br0" timeOffset="6">9903 15574 7613,'0'9'1156,"8"-1"-1441,1-8 0,9 0 134,-1 0 1,0 0 67,1 0 0,1 0 10,4 0 1,-3 0 19,3 0 1,2 0 24,-2 0 1,6 0-30,-6 0 0,0-2-123,-5-4 1,-1 3 53,0-9 175,1 8 0,-1-11 1,0 5-1</inkml:trace>
  <inkml:trace contextRef="#ctx0" brushRef="#br0" timeOffset="7">10181 15243 8982,'-10'8'-1348,"2"-4"1690,8 8 0,0-7-90,0 7 1,0 0-109,0 5 0,-5 2 71,-1 4 0,0 5-128,6 6 0,0 7-35,0-1 1,-6 9 187,1-3 0,-1 4-142,6 2 0,-2-7-163,-4-5 0,4-3 99,-4-2 0,4-2-152,2-4 104,0-12 0,0-2 0,0-5 0</inkml:trace>
  <inkml:trace contextRef="#ctx0" brushRef="#br0" timeOffset="8">11015 15139 5867,'9'0'-82,"-1"-8"80,-8 7 0,2-13 0,4 8 18,-4-7-23,6 11 72,-8-14 1,0 12 124,0-7-77,0 7 0,-2-4 65,-4 8 22,4 0-79,-14 0 0,13 0-53,-9 0 0,2 2 14,-1 4 0,-3-2-2,8 7 1,-7-5-42,1 6 0,3-6-17,-3 5 0,2-5 2,-1 6 0,-5-1 8,5 7 0,-5-7-2,-1 1 1,5-1-50,1 7 1,-1-1 53,-5 0 1,1 1-80,5-1 1,-5 1 71,5-1 0,-3 0-71,3 1 1,-3-1 45,8 1 1,-5-1-6,5 0 1,-2 1-11,3-1 0,3-5 0,-4-1 0,4-5-2,2 6 0,0-7 13,0 7 0,6-6-14,0 5 0,7-7 11,-1 2 5,3 4 0,2-8-3,1 3 1,-1-1-1,1 2 1,-1-4 1,0 4 0,1-2 1,-1 1 1,0-3 72,1 4 1,-1 2-62,1-2 94,-1 7 0,0-3-87,1 7 1,-9 1-27,-3-1 1,2 0 42,-2 1-18,-1-1 0,-5 1-21,0-1 1,0 0-10,0 1 1,-5-1-47,-1 0 1,-8 1 58,3-1 1,-5 1-170,-1-1 1,0 0 89,-1 1 1,-1-3-196,-4-3 1,-2 3 36,-4-3 0,-4 3 51,4 3 1,-4-7-15,-2 1 198,1-8 0,-9 11 0,-1-5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5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19507 16686 7164,'-7'0'-587,"2"0"669,5 0 0,2-5 0,0-3 1,3-2-7,2-1 1,-1-1-32,2 1 0,0-1-106,-4 1 1,5 3 15,-1 1 1,-2-1-17,2-3 1,-1 3 7,5 0 0,-5 1-21,1-5 1,0 2-8,3 3 1,-3-4 80,-1 4 0,1-3 0,3-2 0</inkml:trace>
  <inkml:trace contextRef="#ctx0" brushRef="#br0" timeOffset="1">19587 16606 8584,'0'11'-612,"0"-3"-46,0 0 1,0-5 434,0 5 0,0-4 214,0 3 0,0-3 49,0 4 1,1-1-1,3 5-88,-3-1 0,4 1 75,-5-1 1,1 1-111,3-1 1,-2-3 107,1-1-25,-1-4 0,3 7 0,1-4 0</inkml:trace>
  <inkml:trace contextRef="#ctx0" brushRef="#br0" timeOffset="2">19644 16492 7981,'0'11'-1356,"0"-3"1046,0-1 1,0 1 188,0 3 0,0-3 243,0 0 0,0-1-138,0 5 0,0-1 47,0 1 1,0-1-32,0 0 1,1 5 1,3-1 1,-3 0-52,3-4 1,-3 5-4,-1-1 1,4 0 51,0-3 0,0 4 0,-4 2 0</inkml:trace>
  <inkml:trace contextRef="#ctx0" brushRef="#br0" timeOffset="3">19553 16903 8584,'0'6'-1329,"0"4"746,0-8 580,5 3 0,-3-5 48,6 0 1,-4 0 27,3 0-163,1-5 1,3-2 89,1-4 1,-1-1-117,0 1 1,5 3 165,-1 1-50,0-1 0,2-8 0,0-2 0</inkml:trace>
  <inkml:trace contextRef="#ctx0" brushRef="#br0" timeOffset="4">19770 16583 8584,'0'-6'-1945,"0"-1"1635,0 4 398,0 1 1,3-4-116,1 2 0,1 3-6,-1-3 1,-1 2-213,4-2 232,1 2 1,3-3 12,1 5 0,-1-5 0,0-1 0</inkml:trace>
  <inkml:trace contextRef="#ctx0" brushRef="#br0" timeOffset="5">19792 16663 6308,'12'-11'16,"-1"-1"1,1 1 0</inkml:trace>
  <inkml:trace contextRef="#ctx0" brushRef="#br0" timeOffset="6">19884 16457 8584,'-4'12'0,"0"-1"0,0-3-277,4 0 1,-4-1-310,1 5 0,-1-1 349,4 0 1,0 1 191,0-1 0,0 2-5,0 2 1,0 2 70,0 2 1,0 2-76,0-2 1,4 3 53,-1 1 0,6 0 0,-2-1 0</inkml:trace>
  <inkml:trace contextRef="#ctx0" brushRef="#br0" timeOffset="7">19758 16994 8558,'0'12'-293,"-5"-1"0,2 1-1027,-4-1 1189,4 0 1,-2 1 215,5-1 1,0-3 55,0-1-102,0 1 1,2 2-58,1-2 1,0 1 46,4-6 1,-3 1 16,4-4 4,0 0 1,3 0 65,0 0-66,1 0 1,-1-5-21,1-2 0,-5-4-66,1 0 1,-2-4 67,2 0 0,2-4-74,-2 3 0,-3-3 36,-2 4 1,3-4-12,-3 4 0,1-4-14,-4 4 0,0-1-4,0 5 0,0-1 14,0 1 9,-5 5 1,-1 1-85,-6 5 0,1 1 81,-1 3 0,1 2-150,0 5 1,0 1 16,4-1 0,-3 5-52,2-1 200,3 0 0,-5-4 0,4 1 0</inkml:trace>
  <inkml:trace contextRef="#ctx0" brushRef="#br0" timeOffset="8">20044 16492 6566,'6'-5'94,"-1"3"0,-1-4-68,0 2 0,1 3 4,-1-3 1,-2-1-6,6 1 0,-5 0-34,5 4 0,-4-3 7,4-1 1,-5 0-15,5 4 21,0 0 0,3 0-7,0 0 1,-3 0-55,0 0 56,-1 0 0,3 1-12,-2 3 1,1-1 9,-5 4 0,0 1-152,-4 3 1,0 2 58,0 2 1,0-1 94,0 5 0,0 0 0,0 4 0</inkml:trace>
  <inkml:trace contextRef="#ctx0" brushRef="#br0" timeOffset="9">19975 16789 8581,'6'0'-1159,"0"0"830,-6 0 522,5-5-112,-4 3 0,9-7-31,-2 6 1,-2-6 54,2 1 1,0-1-162,8 2 1,-4-4 31,4 4 0,-2-3-81,1-2 1,-1 1 69,5-1 1,-5 5-187,1-1 1,-2 2 148,-2-2 1,1-1-383,-1 6 174,0-1 165,1 4 115,-6 0 0,4 0 0,-3 0 0</inkml:trace>
  <inkml:trace contextRef="#ctx0" brushRef="#br0" timeOffset="10">20181 16697 8581,'-2'8'-747,"-1"0"1,1-1 98,-1 5 646,-4-1 0,5 2 69,-6 2 0,5-6 11,0 2 1,1-2-94,2 3 0,0-1 56,0 0 1,0 1-174,0-1 0,0-3 78,0-1 1,0-3-370,0 4 423,0-6 0,5 3 0,2-5 0</inkml:trace>
  <inkml:trace contextRef="#ctx0" brushRef="#br0" timeOffset="11">20249 16674 8581,'0'8'-2293,"0"0"2284,0-1 1,0 5 21,0-1 1,0 1 1,0-1 1,0 0-36,0 1 1,0-1-9,0 1 1,0 3-203,0 0 230,0 0 0,0-3 0,0-1 0</inkml:trace>
  <inkml:trace contextRef="#ctx0" brushRef="#br1" timeOffset="12">20101 16926 9228,'0'11'-39,"0"1"0,0-5 351,0 1 0,0-1-79,0 5 0,0-5-22,0 1 0,0-4-72,0 3 0,0-3-116,0 4 0,1-6-122,3 2 0,-2-2 84,6-2 1,0 0-256,3 0 1,0-2 23,1-2 1,1-1-76,2-2 1,-3-3 82,4 2 1,0-2-88,-1-2 0,6-3-95,-2 0 400,-3 0 0,6-2 1,-4-1-1</inkml:trace>
  <inkml:trace contextRef="#ctx0" brushRef="#br1" timeOffset="13">21049 16606 9283,'0'6'-185,"0"-1"1,0-3 951,0 1-562,0-1 1,0 4-2,0-2-138,0-3 1,3 5-127,1-2 0,0-1-115,-4 4 444,0 1 0,0 3-274,0 1 1,0-5-54,0 1 0,1 0-24,3 3 1,-3-3 0,3-1 1,-3-3 47,-1 4 318,0-1 12,0 0-245,0-2-609,0-5 390,0-5 1,0-2 176,0-4 0,0 0-5,0-1 0,0-3-10,0 0 1,0-4-58,0 3 1,0 1 98,0 4 1,0-2-39,0-2 0,0 6 47,0-2 1,4 2-59,0-3 0,4 5-256,-4-1 90,4 5 1,-1-2-77,4 5 1,1 0 176,-1 0 0,0-5 0,1-1 0</inkml:trace>
  <inkml:trace contextRef="#ctx0" brushRef="#br1" timeOffset="14">21334 16640 6754,'7'0'0,"-2"0"27,0 0 0,-3 0-233,6 0 137,-1 0 1,5 0 75,-1 0 1,1-5-1,-1-1 1</inkml:trace>
  <inkml:trace contextRef="#ctx0" brushRef="#br1" timeOffset="15">21540 16457 8746,'0'12'-888,"-2"-1"683,-1 1 0,1-1 258,-1 1 0,1-1 38,2 0 0,0 1-128,0-1 0,0 4 33,0 1 1,0 3-15,0-4 0,2 4 31,1-4 0,-1 2-199,1-2 0,3-2 172,-3 2 1,6-2 0,-2-2 0</inkml:trace>
  <inkml:trace contextRef="#ctx0" brushRef="#br0" timeOffset="16">20946 16435 8562,'11'-5'-664,"-1"2"-83,-2-5 0,2 5 526,-2-5 1,6 4 261,1-3 0,2 0 153,-2 0 0,1-2-136,3 5 0,7-4-46,-4 4 0,9-3 37,-1 3 0,3 0-64,2 4 1,3 0 3,0 0 1,4 0-15,-4 0 1,0-4-4,-4 1 1,0-5-131,1 4 0,3-5-37,0 2 195,-5-9 0,0 4 0,-4-5 0</inkml:trace>
  <inkml:trace contextRef="#ctx0" brushRef="#br0" timeOffset="17">21163 16001 6271,'-6'0'643,"0"0"-496,6 0-99,0 5-28,0 1 0,0 5-2,0 1 1,2-1 24,2 1 1,-3-1-15,3 1 1,-2-5-21,2 1 0,-3-1-9,3 5 1,-3-5 63,-1 1 0,0-4-1,0 3-39,5-4 10,-3 2 1,3-6-208,-5-3 0,1-6 42,3-5 0,-2-9 46,6 1 0,0-4-20,3 0 0,0-2-1,1-5 0,3 5 64,0 2 0,2 4-48,-2 4 1,-1-1-15,5 5 1,-4 1 26,4 6 0,-4 3 77,5 5 0,-7 0 0,9-5 0,-4-1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3596 2798 5994,'0'10'0,"0"-2"0,0-8 48,0 0-25,8 0-12,-6 0-13,6 0 21,-8 0 279,0 0-249,7 0-2,-5 0 8,6 0 8,-8 0 3,0 0-44,0 8-4,0-7-2,0 15-17,0-6 0,0 7-5,0 0 1,0-5 12,0-1 1,0 1-6,0 5 1,0 1-5,0-1 1,0-5 4,0-1 1,0 1-7,0 5 1,0-5 6,0 0 1,0-7 0,0 7 1,0-6 0,0 5-1,0-7 0,0 12-4,0-14 1,0 7-18,0-3 20,0-4-14,0 6 8,0-8-1,0 0 0,0-8 1,0 4-1,0-8 1,0 1-28,0-6 0,0 5 27,0 0 0,0-5-11,0-6 0,0 0 8,0 5 0,0 1-58,0-1 63,0-7 0,2 6-1,4-4 1,-4 4-11,3 1 9,5 1 1,-6 1-16,8 5 0,-7-3 1,7 8 0,-8-1 18,2 1 1,3 4-8,3-4 0,-2 2 21,1-1-24,1 3 1,3-4 18,-3 12 0,3 1-9,-3 5 0,1 3 4,-1-3 0,3 5-11,-3 7 0,-3-5 0,3 4 1,-6-4-31,5-1 1,-5 5 30,6 0 0,-8 2-117,1-2 0,-3-1 29,-2 7 1,0-6 92,0 6 0,0-6 0,0 6 0,0-8 0,0 4 0</inkml:trace>
  <inkml:trace contextRef="#ctx0" brushRef="#br0" timeOffset="1">4100 2729 7812,'-10'0'-1000,"3"0"719,7 0-45,0 8 225,0-6 45,0 5 97,0-7 147,0 0-163,0-7 0,2 5 12,3-4 0,-3 4-11,14-6 29,-6 6-47,7-13 0,0 11 13,1-8-49,-1 8 0,0-5-10,1 3 1,-7 4 28,1-4 1,-1 4-9,7 2 0,-7-5 4,1-1 9,0 0 1,5 6 1,0 0 1,-5 0-2,0 0 1,-7 0 3,7 0 0,-6 0 12,5 0-9,-7 0 0,10 8-4,-9 3 0,1 5 0,-6 1 0,0 0 0,0 1 0,0 1 0,0 4 0,-6-1-68,1 7 1,-7-6 35,6 6 0,-5 0-5,5 5 0,-6-7-11,7-3 1,-7 1-10,6-2 0,-7 0 57,1-5 0,-3-1 0,-3 0 0</inkml:trace>
  <inkml:trace contextRef="#ctx0" brushRef="#br0" timeOffset="2">4500 2607 7812,'6'12'-252,"-1"-1"-194,1-7-90,-6 12 398,8-7 1,-6 3 52,4 0 130,-5-1 1,-1 6-2,0 1 1,0-1-28,0 1 0,0-1 3,0 0 1,0 3-64,0 3 1,0-4 59,0 4 0,0-3-130,0-3 1,0 6 124,0 0-315,0 1 240,0-7 0,-1-2 63,-5-3 0,4-4 0,-6-8 0</inkml:trace>
  <inkml:trace contextRef="#ctx0" brushRef="#br0" timeOffset="3">4534 2833 7812,'18'0'-980,"-1"0"0,-5-6 1137,-1 1 1,-5-1-167,6 6 78,-8 0-203,11 0 108,-5-8 1,1 6-242,1-4 267,-8 4 0,11-5 0,-5-3 0</inkml:trace>
  <inkml:trace contextRef="#ctx0" brushRef="#br0" timeOffset="4">4673 2590 7812,'0'13'0,"0"5"0,0-5 0,0 10 0,0-3-421,0-3 1,0 0 220,0 1 0,0 5 44,0 0 1,0 2 108,0-1 0,0-3 22,0 8 0,0-2 1,0 2 1,6 2 32,0-8 1,0 8-52,-6-2 0,0-4 31,0-2 0,6-2 8,-1 2 0,1-3-55,-6 3 58,0-4 0,8-1 0,2-1 0</inkml:trace>
  <inkml:trace contextRef="#ctx0" brushRef="#br0" timeOffset="5">4934 2833 7444,'10'10'-836,"-3"-1"681,-7-3 178,8-4 0,-4 6-139,8-8 1,-9 2-78,3 4-26,4-4 131,0 5 71,7-7 10,0 0 0,1-2 7,-1-3 0,-5 3 0,-1-4 0,-5 2 0,6-2 0,-1-3 0,7-9 0</inkml:trace>
  <inkml:trace contextRef="#ctx0" brushRef="#br0" timeOffset="6">5056 2659 7800,'7'10'-513,"-5"-2"0,8-6 69,-4 3 377,-4-3 0,7 6 38,-3-8 1,-4 2 33,4 4 1,-2-4-6,2 4 0,-5-3-55,5 3 65,4-4 1,-2 8 27,3-4 0,-1-3-38,-4 9 1,-2-8 52,7 2 0,-5 1-51,5-1 0,-5 8 3,6-3 0,-8-1-51,1 2 1,-1-1 58,2 7 1,-4-7 5,4 1-19,-4-1 0,-10 7 0,-2-1 0</inkml:trace>
  <inkml:trace contextRef="#ctx0" brushRef="#br0" timeOffset="7">5507 2555 5874,'-9'0'-125,"1"0"185,8 0 124,0 0-185,-8 0 8,6 8-6,-5-6 32,7 5-75,0-7 216,0 0-148,7 0-33,-5 0 19,6 8 1,-8-4-2,0 8 0,0-7-21,0 7 1,0-6 16,0 5 0,0 1-45,0 5 0,2 1 42,4-1 1,-4 0-76,3 1 1,-3-1 65,-2 1 0,0-1-116,0 0 1,2-5 108,4 0 1,-4-7 11,4 7 0,-4-8 0,-2 4 0,0-8 0</inkml:trace>
  <inkml:trace contextRef="#ctx0" brushRef="#br0" timeOffset="8">5542 2694 5892,'-10'0'410,"3"0"-466,7 0 97,0 0-80,7 0 15,-5 0 1,8 0-165,-4 0 182,-4 0-83,13 0 0,-11 0 68,8 0 0,-7 0 21,7 0 0,-8 0 0,11 0 0,-5-8 0,7-1 0</inkml:trace>
  <inkml:trace contextRef="#ctx0" brushRef="#br0" timeOffset="9">5751 2538 7740,'0'9'-329,"0"-1"1,0-6-231,0 4 261,0-4 155,0 5 181,7 1-98,-5-6 63,6 14 0,-8-13-1,0 9 0,0-6-87,0 5 18,0-7 1,0 12 12,0-5 0,0-1 54,0 2 0,0-1 0,0 6 0,0 1 0</inkml:trace>
  <inkml:trace contextRef="#ctx0" brushRef="#br0" timeOffset="10">5594 2781 7740,'-2'10'-1455,"-3"-5"1360,3-3 101,-6 6 1,8-6 5,0 6 1,0-8 60,8 0 1,-5-2-65,9-4 1,-6 4 2,5-4 0,-5 4 20,6 2-215,-1 0 31,7-7 46,-1 5 50,0-6 1,1 8-1,-1 0 0,-5-2 56,-1-4 0,-5 4 0,6-3 0,-8-5 0,3 0 0</inkml:trace>
  <inkml:trace contextRef="#ctx0" brushRef="#br0" timeOffset="11">5785 2746 7740,'0'10'-1609,"0"-2"1238,0-1 371,0 3 0,0 2 0,0-1 0,-5-5 0,-1 6 0,-2-7 0,2 7 0,4-6 0,-3 5 0,-3-5 0,2 6 0,-7-8 0,3 3 0</inkml:trace>
  <inkml:trace contextRef="#ctx0" brushRef="#br0" timeOffset="12">5525 2955 7740,'0'9'-981,"0"7"1,2-14 1008,3 4-39,-3-4 12,14-2 1,-12 0-1,7 0 0,-5 0 2,6 0 0,-7 0-8,7 0 0,0 0 3,5 0 1,-2-2-1,-3-4 0,3 4 3,-3-4-1,3 4 0,11-6 0,1-1 0</inkml:trace>
  <inkml:trace contextRef="#ctx0" brushRef="#br0" timeOffset="13">5594 3129 5879,'0'9'452,"0"-1"-487,0-8 68,0 0-17,8 0 0,-4 0-19,7 0 0,-5 0-11,6 0 1,-6 0-21,5 0 24,1 0 0,5-2-5,0-4 0,1 4 16,-1-3 0,1 1-8,-1-2 0,-5 4 6,-1-4 0,1 4 0,5 2 0,-1-2 1,-5-3 0,5 3-2,-5-4 2,-3 4 0,5 4-1,-7 4 1,0-3-49,-6 9 1,0 0 45,0 5 0,0 0-137,0 1 0,0-1 140,0 1 0,-8-1 0,-1 0 0,-9 1 0</inkml:trace>
  <inkml:trace contextRef="#ctx0" brushRef="#br0" timeOffset="14">6098 2677 6501,'10'2'-394,"-4"3"510,-5-3-109,-1 14 0,0-12 8,0 7 1,0-5-4,0 6 1,0-7-51,0 7 0,-5 0 61,-1 5 1,-2 0-85,2 1 0,-1 1 52,-5 4 1,-3-3-54,3 3 1,-1 2-1,1-2 0,-4 0-10,5-5 1,-5-1 71,-1 0 0,7 1 0,-13-1 0,4 1 0</inkml:trace>
  <inkml:trace contextRef="#ctx0" brushRef="#br0" timeOffset="15">6029 2937 7740,'15'12'-620,"-3"0"0,1-7 310,-7 7 1,6-6 369,-7 5 0,3-5-72,-2 6 0,-2-6-183,7 5 191,-7-7 1,10 6 3,-9-5 0,9-3 0,-4 6 0</inkml:trace>
  <inkml:trace contextRef="#ctx0" brushRef="#br0" timeOffset="16">6220 2659 7740,'0'10'-1239,"0"5"1012,0-5 0,0 2 283,0-1 0,0-5-20,0 6 0,0-7-1,0 7 0,0-6-41,0 5 0,0 1 40,0 5 0,0 1-82,0-1 1,0 1 36,0-1 0,0 0-11,0 1 0,0 5-2,0 0 0,0 6-9,0-6 0,0 6-64,0-6 0,0 2 84,0-1 0,0-5-113,0 4 126,0-4 0,7-1 0,3-1 0</inkml:trace>
  <inkml:trace contextRef="#ctx0" brushRef="#br0" timeOffset="17">6307 2972 7740,'9'10'-1243,"5"0"621,-8-5 498,7-3 124,-11 6 0,13-8 0,-5 0 0</inkml:trace>
  <inkml:trace contextRef="#ctx0" brushRef="#br0" timeOffset="18">6498 2625 7740,'9'2'-249,"-3"3"0,-2-3-869,2 4 1030,-4-4 163,5-2-137,1 0 1,-4 0 70,8 0-4,-9 0-47,13 0-8,-6 0-2,7 0-27,0 0 79,1 0 0,-1 0 0,0 0 0</inkml:trace>
  <inkml:trace contextRef="#ctx0" brushRef="#br0" timeOffset="19">6463 2764 5997,'10'0'67,"-3"0"-18,1 0 1,-4 0-21,7 0 0,-5 0-57,6 0 1,-6-2 73,5-4-134,1 4 0,5-6 10,1 8 1,-1 0-28,0 0 105,1-7 0,-1 5 0,0-6 0</inkml:trace>
  <inkml:trace contextRef="#ctx0" brushRef="#br0" timeOffset="20">6706 2781 7740,'-8'10'-924,"7"5"0,-9-11 1106,4 8 1,4-7 15,-4 7 0,2-8-302,-1 2 1,1 1-40,-8-1 114,8 0 0,-5 0 28,3 0-9,4-1 1,-6-3 23,8 4-21,-7-4 52,5 6-44,-6-8 53,8 7-38,0-5 0,2 6 3,4-8 0,-3 0-16,9 0-4,-8 0 1,9-2-52,-7-4 1,6 2 57,-6-7 1,5 5-113,-5-5 0,8 5 95,-3-6 0,-1 2-128,1-1 1,-5-3 96,6 9 42,-8-9 0,9 10 0,-7-7 0,7 7-2,-11-4 1,8 8 1,-4 0 113,-4 0-68,5 0 0,-7 2 13,0 4 0,0-2-23,0 7-9,0 1 0,-2 5-28,-3 1 0,3-7 0,-4 1 0,2-1-2,-2 7 1,4-7-9,-3 1 0,-3-1-43,2 7 0,-2-7 32,3 1-235,-5 0 258,-7 5 0,-1-2 0,1-3 0,-1 3 0,1-5 0</inkml:trace>
  <inkml:trace contextRef="#ctx0" brushRef="#br0" timeOffset="21">6602 3059 5896,'-10'0'321,"3"8"-186,7-6-118,0 6-46,0-8 167,0 0-104,7 0 1,-3 0 20,8 0 1,-7 0-20,7 0 1,-6 0-162,5 0 65,1-8-110,5 6 1,1-8 109,-1 4 0,-5 4 60,-1-3 0,-1-5 0,2-2 0,11-3 0,-4-2 0</inkml:trace>
  <inkml:trace contextRef="#ctx0" brushRef="#br0" timeOffset="22">6863 2642 7740,'0'17'-1607,"0"1"1642,0-1 1,0 0 24,0 1 0,0-1-140,0 1 0,0-1 49,0 0 0,0 1-37,0-1 1,0 1 32,0-1 1,0 2-50,0 4 84,0-3 0,0 5 0,0-8 0</inkml:trace>
  <inkml:trace contextRef="#ctx0" brushRef="#br0" timeOffset="23">6810 3077 7740,'0'17'-925,"0"0"0,-2-1 1088,-3-5-83,3 5 1,-8-9-157,4 5 0,2 2 67,-7-9 0,5 3-6,-6-2 0,7-2-5,-7 7 0,6-7-75,-5 2 1,5 2 83,-6-2 0,7-1-4,-7-5 1,6 0 14,-5 0 1,5 0 3,-6 0-4,8 0 0,-5 0 0,3 0 0,4 0 0,-6 0 0</inkml:trace>
  <inkml:trace contextRef="#ctx0" brushRef="#br0" timeOffset="24">6724 3198 7740,'17'0'-189,"0"0"0,1 6-209,-1 0 1,-5 1 261,-1-1 0,-5-4-11,6 4-18,-1 4 165,7-8 0,-1 13 0,0-5 0</inkml:trace>
  <inkml:trace contextRef="#ctx0" brushRef="#br0" timeOffset="25">7158 2607 7740,'0'18'-497,"0"-7"-62,0 1 1,-6-6 371,0 5 1,0-5 186,6 6 42,-7-1 5,-3 6-43,-7 1 1,5-3 0,1-3 1,5 3 28,-6-3 1,3-2-35,-3 1 3,-3 1 0,7 5-46,-4 1-10,-3-1-9,5 0 62,-7 1 0,-1-1 0,1 0 0</inkml:trace>
  <inkml:trace contextRef="#ctx0" brushRef="#br0" timeOffset="26">7140 2798 7740,'8'10'-1237,"-4"0"928,8-4 0,-7-5 318,7 5 6,-8 4 0,9-6-15,-7 7 0,8-7 0,-5 4 0</inkml:trace>
  <inkml:trace contextRef="#ctx0" brushRef="#br0" timeOffset="27">6880 3059 7740,'10'8'-408,"5"-6"0,-11 6 143,7-8-93,-7 0 315,12 0 0,-7 0 69,9 0 3,-1 0 0,1 0-2,-1 0 1,6 0 6,0 0 1,6 0-2,-6 0 0,6-6-109,-6 0 0,8-2 56,-2 2 0,4 4-120,2-3 0,-6-3 47,0 2 0,-6-7 93,6 1 0,-8 2 0,2-1 0,4-1 0,0-5 0</inkml:trace>
  <inkml:trace contextRef="#ctx0" brushRef="#br0" timeOffset="28">7314 2990 7244,'-7'17'-1224,"5"0"1617,-4 1 0,4-7-529,2 1 0,-6-6-91,0 5 118,0 1 0,6 5 78,0 1 1,0-1-56,0 0 1,0-5 74,0 0 1,0-1-34,0 7 1,-1-1 37,-5 0 0,4-5 6,-4-1 0,4 1 0,2 5 0,0 1 0</inkml:trace>
  <inkml:trace contextRef="#ctx0" brushRef="#br0" timeOffset="29">8166 3059 7760,'5'12'-483,"1"-1"1,0-5 278,-6 6 1,0-7 122,0 7 1,2-6 131,4 5 1,-4-5-137,3 6 0,-3-6 83,-2 5 0,0-5-17,0 6 21,0-9-5,0 13 59,0-14-48,0 6 101,0-1-81,0-5 6,0 6-30,0-8-75,0 0 62,-7-8-39,5-1 0,-6-9 46,8 1 1,0 5-7,0 1 14,0-1 0,0-5-12,0-1 0,2 7 10,4-1 0,-4 6-5,3-5 1,-3 5 5,-2-6 5,8 1-5,2-7-22,7 1 0,-2 5-22,-3 1 22,3 7 1,-5-4-3,8 8 0,-7 0-206,1 0 174,-1 0 1,7 0 50,-1 0 0,0 8 0,1 2 0</inkml:trace>
  <inkml:trace contextRef="#ctx0" brushRef="#br0" timeOffset="30">8478 3111 7752,'0'10'-1418,"8"-2"1419,-6-8 0,8 0-13,-5 0-42,-3 0 88,14 0 1,-12 0-106,7 0 1,-5 0 94,6 0 1,-7 0-118,7 0 1,-6 0 71,5 0 0,-5-6-19,6 0 0,-7 0 16,7 6 24,-8 0 0,11-7 0,-5-3 0</inkml:trace>
  <inkml:trace contextRef="#ctx0" brushRef="#br0" timeOffset="31">8774 2955 7752,'7'9'-1622,"1"1"1491,4-4 482,-5-4 0,-5 6-241,4-8 0,-4 2-282,4 3-44,-4-3 188,-2 6 24,0-8 0,0 2 54,0 4-86,0-4 21,0 13-1,-8-5 0,6 7-5,-4 1 0,4-1-4,2 0 0,0 1-90,0-1 0,0 0 60,0 1 0,-5-1-117,-1 1 172,0-1 0,-2 0 0,-1 1 0</inkml:trace>
  <inkml:trace contextRef="#ctx0" brushRef="#br0" timeOffset="32">7974 2903 7727,'0'9'-1459,"0"-1"1502,0 0-184,0-6 108,0 5 86,0-7 101,0 0-92,8 0-65,-6 0 1,8-1 0,-4-5 1,-3 4 3,9-4 0,-6 4-5,5 2 0,-5 0-17,6 0 1,-1 0 27,7 0 0,1 0-42,4 0 1,4 0 27,8 0 0,2-2-1,3-4 0,3 4 6,3-3 0,10-3 0,-4 2 1,6-5-88,0 5 0,2-8 80,3 3 1,-3-5-83,-8-1 1,-5 3 89,-1-3 0,-7 7 0,1-13 0,-3 8 0,-2-11 0</inkml:trace>
  <inkml:trace contextRef="#ctx0" brushRef="#br0" timeOffset="33">8235 2468 7727,'0'10'-1590,"0"-1"1446,0-3 455,0-4 0,0 8-296,0-4 9,0-4 1,0 7-167,0-3 188,0-4-22,0 13-16,0-5-37,0 7 11,0 1 1,0-1 46,0 1-63,0-9 54,0 7 98,0-7-105,0 1-3,0-2 3,0-8-2,0 0-30,0-8 0,0-2-3,0-7 0,0 0-27,0-1 1,0 1 45,0-1 0,0 1-7,0 0 0,0-1 0,0 1 0,0 0-2,0-1 1,0 7-31,0-1 1,2 6-3,4-5 1,-2 7-136,7-2 0,-5 4 21,6 2 158,-9-8 0,13 6 0,-6-5 0</inkml:trace>
  <inkml:trace contextRef="#ctx0" brushRef="#br0" timeOffset="34">8582 2538 7736,'0'17'-931,"0"0"0,0-5 1042,0 0 0,0-7-64,0 7 1,0-6-70,0 5 88,0-7-34,0 12 24,0-14 0,0 5-48,0-7 33,0 0-107,0-7 83,0-3 1,0-7-90,0-1 1,0 1 69,0-1 1,0 1-15,0 0 33,8-1 1,-4 1-1,8 0 1,-8 5-9,1 0 1,3 7 5,-2-7 0,5 6 20,-5-5 0,8 7-20,-3-2 1,-1-2-29,2 2-2,-1 1 1,6 5-27,1 0 30,-1 0 0,1 0-22,-1 0-4,0 7 0,-1 3-6,-5 7 0,3 1-61,-8-1 1,1 6 73,-1 1 30,-4-1 0,6-6 0,-8 0 0</inkml:trace>
  <inkml:trace contextRef="#ctx0" brushRef="#br0" timeOffset="35">9573 3146 5742,'2'10'320,"3"-5"-325,-3-3 55,6-2-89,-8 0 179,0 0-101,0 8-6,0-6-24,0 6-2,0-8 12,0 0-27,0 8 22,-8-7 0,5 9 3,-9-4 1,8-2-8,-2 7 1,-1-5 0,1 6 1,-6-6-132,6 5 0,-5 1 63,5 5 1,-6-3-13,7 3 1,-7-9 51,6 9 1,-7-3 16,1 3 0,-3 8 0,-3 2 0</inkml:trace>
  <inkml:trace contextRef="#ctx0" brushRef="#br0" timeOffset="36">10216 2677 5943,'0'9'-15,"0"1"13,0-4-4,0-4 0,0 7 0,0-3 0,0-2 3,0 8 1,0-7 2,0 7 0,0 0 0,0 5 0,0 0-23,0 1 0,0-1 21,0 1 1,0-7-53,0 1 1,0-1 53,0 7 0,0-1 0,0 0 0</inkml:trace>
  <inkml:trace contextRef="#ctx0" brushRef="#br0" timeOffset="37">10198 2642 5758,'0'-10'488,"0"3"-627,8 7 105,-6-8 8,6 6 0,-6-8 34,3 4-10,-3 5 0,8-7 18,-4 8 1,-4-2-36,3-4 41,5 4 0,-6-6-15,8 8 0,-7 0-7,7 0 1,-6 0 0,5 0 1,-5 6-3,6 0 1,-7 2 1,7-2 1,-6-3-4,5 9 0,-7 0 24,2 5 0,2-5-21,-2-1 0,-1 1 15,-5 5 0,0 0-9,0 1 1,0 1-29,0 4 1,0-3-34,0 3 0,-2-2-9,-3 2 0,-3-3 42,-4 3 0,-3-4-9,3-2 0,-1 1 23,1-1 0,-3-5-3,3-1 0,3-5 12,-3 6 6,0-8 13,-5 3 55,0-7 19,-1 0-64,9 0 6,1 0 8,8 0 1,2 0 7,4 0 0,-3-5-31,9-1 1,-6 0 28,5 6-75,1-8 0,5 4-5,1-7 0,-7 7-252,1-2 281,-1-4 0,7 7 0,-1-9 0,-7 8 0,5-11 0,-5 5 0</inkml:trace>
  <inkml:trace contextRef="#ctx0" brushRef="#br0" timeOffset="38">10407 2764 7797,'17'9'-1690,"-5"5"2518,-1-8-144,-7-1-911,12-5 1,-13 0 25,9 0 1,-8-2-332,2-3 348,3 3 184,1-14 0,5 7 0,-3-9 0,3 7 0,-3-1 0,-2 6 0,1-5 0,-5 7 0,6-2 0,-7-2 0,7 3 0,-6-1 0,5 6 0,-7-2 0,2-4-301,4 4 305,-8-6 1,5 10-5,-7 4 0,0-2 0,0 8 0,0-1 0,0 6 0,0-5 0,0 0 0,0 1 0,0 10 0,-5-3 0,-1 3 0,-6-2 0,6 2 0,-5-3 0,5 3 0,-8-4 0,5 6 0,-9 2 0</inkml:trace>
  <inkml:trace contextRef="#ctx0" brushRef="#br0" timeOffset="39">10702 2642 7784,'-2'29'-254,"-4"0"0,4-6-318,-3 6 1,3-6 536,2 6 1,0 0 73,0 6 0,0-2-106,0-4 1,0 4 88,0-4 1,0 3-157,0 3 134,0 0 0,0 0 0,0-1 0</inkml:trace>
  <inkml:trace contextRef="#ctx0" brushRef="#br0" timeOffset="40">10876 2711 7784,'0'18'-667,"-2"-3"347,-4-3-77,4-4 311,-6-8 81,8 0-19,0 0 0,0-8 32,0-4 0,0 3 33,0-3-15,0 0 0,0-5-8,0 0 0,0-1 1,6 1-10,0 0 0,6 5 1,-7 0 1,3 7-35,-2-7 0,-2 2 35,7-1 1,-5-5 5,6 5 1,-3 1-12,3-1 1,3 5 40,-3-6 0,-2 8 35,1-2 18,1 5-47,5 1 0,-1 1 8,-5 5 1,3 6-54,-9 11 1,1-2 28,-6 8 0,0-8-77,0 3 1,0 1 7,0-2 0,-6 6-14,1-6 1,-9 0 18,3-5 1,1-1-88,-2 0 1,1-1 80,-7-5 0,7 3-19,-1-8 41,1 0 33,-7 1 0,7-5 31,-1 4-45,8-4 0,-3-4 36,7-4 8,0 4-21,0-13 1,5 11-93,1-8 1,8 7 67,-3-7 0,-1 6-201,1-5 186,1 7 1,5-10-138,1 8 0,-7-5 85,1 5 0,-6 0 34,5 6 0,-5-6 23,6 1 92,-8-1 1,5 6 38,-3 0 1,-4 8-78,4 3 0,-4 1 8,-2 5 1,0-3-43,0 9 0,-2 2 7,-4-2 0,4 2-35,-4-2 1,-3-1-113,-3 7 1,2-8 67,-1 2 1,-1-4-130,-5-1 0,-1-7 126,1 1 1,2-6 57,3 5 0,-3-7 0,3 2 0,-3-4 0,-3-2 0,7 0 0,-1 0 0,6 0 0,-5 0 0,5 0 0,-6 0 49,8 0 197,-3 0-89,7 0 0,7 0-119,5 0 1,-2 0-11,1 0 0,1-6 20,5 0 1,1 1-1,-1 5 0,0-6-41,1 0 0,-1 0-23,0 6 1,1-6-37,-1 1 1,6-7-161,0 6 1,1-5 129,-7 5 82,0 0 0,1-2 0,-1-1 0</inkml:trace>
  <inkml:trace contextRef="#ctx0" brushRef="#br0" timeOffset="41">11223 2607 7004,'-9'-9'77,"1"1"32,8 8-215,0-8 87,8 6 1,-5-6-120,9 8 0,-6 0 60,5 0 0,-5 0 44,6 0 0,-6 6-18,5 0 1,-5 8-10,6-3 1,-7 3 19,7-3 0,-8 5 8,2-5 1,-5 5-20,-1 1 1,0 0-10,0 1 51,0-1 0,-1 1-43,-5-1 56,-4 0 18,-7 1 1,-1-1 40,1 1-16,7-9 181,-5 7-183,13-7 1,-6 3 4,8-1-72,0-7 10,0 4 1,8-8-26,4 0-26,3 0 0,2-8-244,1-3 308,-1 3 0,8-7 0,2 5 0</inkml:trace>
  <inkml:trace contextRef="#ctx0" brushRef="#br0" timeOffset="42">11623 2433 7777,'-6'18'-39,"0"-1"0,-1 1-1,1-1 1,2 0-201,-8 1 1,8 5 154,-1 0 0,1 10 66,-2 2 0,4-1 35,-4 7 0,4-2-7,2 1 1,-5-1 6,-1 7 1,0-7-11,6 1 1,0-3-187,0-2 1,0-6-107,0 0-110,0-8 184,0 4 212,8-15 0,-6-3 0,5-7 0</inkml:trace>
  <inkml:trace contextRef="#ctx0" brushRef="#br0" timeOffset="43">12196 2694 6485,'-8'10'-331,"7"-3"402,-7-7 12,8 0 166,0 0-295,0 8 86,0-6-22,0 14 8,0-7 0,0 9 3,0-1 1,0 0-25,0 1 0,0-1-1,0 1 1,0-1-8,0 0 1,0 1 43,0-1-86,0 0 68,0 1-9,0-1-22,0-7-3,0-2 9,0-8 0,0-8 1,0-4 0,0-3 24,0-3 1,0-1-18,0-4 0,0 4 36,0-5 1,6-1 1,-1 2 1,7 0 4,-6 6 0,5-1-64,-5 1 0,6-1 3,-6 1 0,7 0-125,-1-1 1,1 7 88,-1-1 0,3 8-365,-3-1 119,3-5 294,3 8 0,-1-14 0,0 7 0</inkml:trace>
  <inkml:trace contextRef="#ctx0" brushRef="#br0" timeOffset="44">12492 2764 7765,'0'9'-1880,"0"1"2356,0-4-17,7-4-417,-5 13 0,6-11 21,-8 8 1,0-7-92,0 7 0,0 0 55,0 5 0,0-5-83,0-1 1,0 1 74,0 5 1,0-5-90,0-1 1,0-5-37,0 6 134,0-1 38,0-1-57,0-2-9,0-8 1,0-2 0,0-4 1,0-4-2,0-7 0,0-2-13,0-5 1,2 3-6,4-8 1,-3 6-26,9-6 1,-6 6 87,5-6 1,-5 8 4,6-3 0,-1 3-25,7-2 0,-1 9 6,1-3 1,-1 4 20,0-5 0,3 3 86,3 3 0,-2-1-168,8 7 1,-8 0 75,2 6 1,-1 0-119,1 0 0,-4 0 66,4 0 0,-4 6-11,-1 0 1,-1 7 9,1-1 0,-9 5-6,-3 6 0,2-3-5,-2 3 1,-1 2 13,-5-2 0,6 0-196,0-5 0,0-1 116,-6 0 1,0 1-333,0-1 416,-8 1 0,-2-9 0,-7-1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12804 3459 6316,'0'10'-11,"0"-1"-36,0-3 19,-7-4 1,5 13 10,-4-3 0,-2-2-8,2 1 1,-7 1-46,1 5 0,3 1-90,-3-1 160,0 8 0,-5-6 0,0 6 0</inkml:trace>
  <inkml:trace contextRef="#ctx0" brushRef="#br0" timeOffset="1">13638 2868 5870,'10'0'-123,"-2"0"167,-8-8 7,0 6-35,0-5 4,0 7 242,0 0-260,0 7 1,-2-5 14,-4 4-6,4-4-27,-6 6 0,2-4 21,1 7 0,-7-5-15,6 5 0,-2-5 21,3 6-14,-5-1 1,-5 7-1,3-1 1,-3 1-3,3-1 1,-3 0-33,-3 1 1,1 1-3,-1 4 0,7-3-48,-1 3 0,1 2 70,-7-2 1,1 0 1,0-5 0,5-1 15,0 0 0,1-7 0,-7 5 0,1-5 0</inkml:trace>
  <inkml:trace contextRef="#ctx0" brushRef="#br0" timeOffset="2">13395 3163 7705,'12'-11'0,"-1"-1"0,1 6-243,5-5 1,-5 7-303,-1-2 0,-5 4 421,6 2 0,-7-6 486,7 1-338,-8-1 54,4 6-152,-1 0 109,-5 8-4,6 1-24,-8 9 0,6-1-10,0 0 0,-1 1-35,-5-1 1,0 1 30,0-1-127,8 0 1,-6 1 20,4-1 113,3 0 0,1 1 0,7-1 0</inkml:trace>
  <inkml:trace contextRef="#ctx0" brushRef="#br0" timeOffset="3">13656 2937 7705,'0'12'-791,"0"0"0,0-7 608,0 7 0,0-6 183,0 5 45,0 1 1,0 5 102,0 1 0,0-1-146,0 1 0,5-1 28,1 0 1,0 3-34,-6 3 1,0-2 29,0 8 0,0-6-114,0 6 0,6-2 72,-1 2 1,1 4-79,-6-4 0,0-2 69,0 2 1,0-8-15,0 2 0,0-3 38,0-3 0,8-7 0,2-3 0</inkml:trace>
  <inkml:trace contextRef="#ctx0" brushRef="#br0" timeOffset="4">13795 2972 7705,'-6'12'-1827,"0"-1"2020,0-7 1,0 6 90,1-4-453,-1-4 163,6 5-22,0-7 108,0 0-97,8 0 1,-5-5 11,9-1-11,-8 0 0,11 4 6,-3-4 0,-3 4 8,3-3 1,-6-3-16,5 2 0,1-2-6,5 2 1,-5 5 15,0-5 1,-1-2 0,7 2 0,-1-1-122,0 1 115,1 4 0,-1-6 25,0 8-10,1 0 1,-1 0 2,1 0 1,-9 2-1,-3 4 1,2-2 2,-3 7 1,1 1-37,-6 5 0,0 1 27,0-1 1,0 0-157,0 1 157,0-1 0,-15 8 0,-4 2 0</inkml:trace>
  <inkml:trace contextRef="#ctx0" brushRef="#br0" timeOffset="5">13951 3059 7705,'0'10'-1213,"0"5"909,0-3 1,0-3 438,0 3 0,0-6-27,0 5 0,0-5-265,0 6 102,0-1 1,0 7 29,0-1 1,0-5-1,0-1 0,0 1-9,0 5 0,-2-5-47,-4-1 0,4-5 79,-4 6 2,-3-8 0,7 11 0,-6-5 0</inkml:trace>
  <inkml:trace contextRef="#ctx0" brushRef="#br0" timeOffset="6">13760 3355 6842,'11'-6'25,"1"0"1,-6 0-25,5 6 0,1-6-108,5 1 0,1-7 27,-1 6 1,0-5-148,1 5 1,5-2-95,0 2 321,0 4 0,-5-13 0,-1 5 0</inkml:trace>
  <inkml:trace contextRef="#ctx0" brushRef="#br0" timeOffset="7">13951 3407 7705,'-8'9'-485,"4"5"-61,-7-8 1,5 5 556,-6-5 1,7 6 501,-7-7 0,6 7-382,-5-6 1,5 7-358,-6-1 0,8-2 113,-1 1 1,3-5 35,2 6-135,0-1 163,0 7-21,0-1 42,7-7 0,3-3-58,7-7 176,1 0 0,-1-7-90,1-5 0,-1 2 33,0-1 0,-5-1-25,-1-5 0,-1 5 5,2 1 1,-3 1-10,-3-2 0,-4-3-6,4 3 1,-4 3-68,-2-3 24,0 1 0,0-1-81,0 0 0,-2 8 63,-4-1 1,2 3 62,-7 2 0,-1-8 0,-5-2 0</inkml:trace>
  <inkml:trace contextRef="#ctx0" brushRef="#br0" timeOffset="8">14107 2955 7705,'0'17'-486,"0"-5"-609,0-1 1416,0-7-174,0 12-387,-7-14 269,5 5-171,-6-7 152,8 0 13,0 0-1,8 0 62,-6 0-75,13-7-2,-5 5 9,7-6-8,0 8 1,1 0-34,-1 0 1,-5 0-10,-1 0 1,-5 0 15,6 0 1,-7 0 10,7 0 0,-6 0 93,5 0-71,-7 0 7,12 0 1,-14 8-14,3 3 0,-3-1 9,-2 2 0,0-1-23,0 7 0,-5 5 17,-1 0 0,-8 2-75,3-2 1,-3-4 64,3 5 0,-5 1-143,5-2 0,1-6 82,-2-5 1,7-2 58,-7 1 0,8-3 0,-11 0 0,5 1 0</inkml:trace>
  <inkml:trace contextRef="#ctx0" brushRef="#br0" timeOffset="9">14489 2903 7705,'0'17'-176,"0"0"1,0-5 98,0 0 1,0-1-120,0 7 1,0-1 123,0 0 0,0 1-48,0-1 0,-5 1 116,-1-1 0,-2 0-8,2 1 0,3-1 4,-9 0 1,8 1-80,-2-1 1,-1-5-29,1-1 91,0-7 18,-2 4 21,6-8-2,-5 0 0,9 0 6,3 0 1,-1-6-18,8 0 1,-1-7 6,7 1 1,-1 3-4,0-3 1,1 6-106,-1-5 0,1 7 37,-1-2 1,0-2 61,1 2 0,-1 1 0,0-3 0,1-2 0</inkml:trace>
  <inkml:trace contextRef="#ctx0" brushRef="#br0" timeOffset="10">14316 3407 7705,'0'25'-488,"-2"-6"-62,-4 4 0,4-9 494,-4-3 1,4 1 408,2 5 0,0-5-230,0 0 0,0-7-123,0 7 0,8-8-90,4 2 1,-3-4 47,3-2 0,-1 0-73,7 0 1,-1 0 94,1 0 0,5 0 20,0 0 0,8-8 0,-4-2 0</inkml:trace>
  <inkml:trace contextRef="#ctx0" brushRef="#br0" timeOffset="11">15045 2937 7689,'-17'0'-1217,"5"0"913,1 0 0,5 0 243,-5 0 0,7 2 61,-2 4 0,-4-4 0,6 6 104,-7-8 17,7 0-78,-4 0-13,0 0 91,7 0-48,-7 0 4,8 0-31,0 0 2,0-8 4,0 6 20,0-6-97,0 8 1,2 0 48,4 0 1,-3 0-67,9 0 0,-6 0 7,5 0 0,-5 0-246,6 0 215,-1 0 1,7 0-17,-1 0 1,0-1 81,1-5 0,-1 4 0,1-6 0</inkml:trace>
  <inkml:trace contextRef="#ctx0" brushRef="#br0" timeOffset="12">14837 3146 7689,'8'10'0,"-6"-1"-9,3-3 79,-3-4-528,6 6 337,-6-8 45,13 0 0,-5-2 66,7-4 1,-5 2 39,0-7 1,1 5-50,10-6 1,-3 3-133,3-3 0,-2-3 41,2 3 1,-4-2-92,5 3 0,1-3 201,-2 9 0,0-7 0,-6 6 0,7-5 0,-1 5 0,0 0 0,-6 6 0,-5-6 0,-1 0 0,-5 1 0,6 5 0,-8 0 0,3 0 0,-7 7 0,0 3 0</inkml:trace>
  <inkml:trace contextRef="#ctx0" brushRef="#br0" timeOffset="13">15045 3181 7689,'-17'9'-140,"5"7"39,1-5 0,1-1 105,-1 2 1,-3-6-363,8 5 359,-7-7-37,11 11 1,-8-7-35,4 4 86,5-5 0,-5-7-73,12 0 0,-3 0 130,9 0-126,0 0 0,5 0 15,0 0 0,1-5 26,-1-1 0,0-8 13,1 3 1,-7-5-9,1-1 0,0 5-86,5 1 1,-6 1 80,1-1 0,-6-5-57,5 4 1,-5 5 17,6 1 0,-6-2-62,5 2 79,-7 1 0,6 5 32,-4 0-34,-5 0 19,7 0 0,-8 7 47,0 5 1,-6 3 12,1 3 1,-7-1 63,6 1 1,-5-1-59,5 0 1,-6 1-84,6-1 0,-1 0 19,1 1 0,4-7-72,-4 1 1,-2-6 51,3 5-25,-1-7 28,6 4-22,0-8 150,0 0-81,8-8 1,-5 1-10,9-5-2,-8-3 1,9 11-4,-7-8 0,2 8-3,-2-2 85,-4 4-88,5-5 213,1 5-176,-6-6 43,6 16 1,-8 1-43,0 9 0,-2-1 1,-4 1 1,2-7-35,-7 1 1,7-1-135,-2 7 118,-4-1 1,1 1-92,-9-1 1,9-6-17,3 1 1,-4-6 46,-1 5 0,1-7 22,-2 2 0,7 2 44,-7-2-15,8-1 0,-9-3 41,7 4 0,-2-4-29,2 4 74,4-4 1,-7-2-66,3 0 243,4 0-135,-6 0 5,8 0 39,0 0 7,0-8-71,0 6 1,2-8 111,4 5-58,-4 3-65,13-14 0,-11 12 11,8-7 1,-6 7 55,5-2-194,1-3 1,5 7-12,1-4 0,-7 2-195,1-2 0,-1 4 104,7-4 1,-1 5-61,0 1 1,1-6 75,-1 0 1,1 0 139,-1 6 0,2-6 0,4 1 0,-3-9 0,5 12 0,-8-6 0</inkml:trace>
  <inkml:trace contextRef="#ctx0" brushRef="#br0" timeOffset="14">15532 2990 7689,'0'-10'-1708,"0"2"1734,0 8-8,0 0 67,0-8 8,0 7-20,0-7-43,0 8 0,-2 0 20,-4 0-19,4 0 0,-5-2 148,7-4-149,0 4 1,-2-6 32,-4 8-43,4 0-3,-6 0 74,0 0-27,6 8-36,-13 2-31,13 7 5,-6 1-15,8-1 0,0 0 9,0-7 1,2-2-20,4-8 13,4 0 1,7 0 11,1 0 1,-7-8-10,1-4 0,-1 3 7,7-3 0,-7 1 0,1-7 1,-8 1-1,1-1 1,3 1-2,-2 0 1,0 5-50,-6 1-7,0-1-179,0 2 0,-2 3-90,-4 7 326,-4 0 0,-15 7 0,-2 3 0</inkml:trace>
  <inkml:trace contextRef="#ctx0" brushRef="#br0" timeOffset="15">15323 3181 7689,'12'0'-242,"0"0"1,-7 0 217,7 0-71,0 0 0,5 0 126,0 0 1,1-2-3,-1-4 1,2 2-29,4-7 0,-3 5-119,3-6 0,2 3 31,-2-3 1,2-3-144,-2 3 0,-3 2 58,3-1 0,-4 1 172,-1-2 0,5-3 0,0 3 0,-6 5 0,-5 1 0,-1-4 0,1 8 0,0-3 0,-8 3 0,3 2 0</inkml:trace>
  <inkml:trace contextRef="#ctx0" brushRef="#br0" timeOffset="16">15653 3146 7689,'0'17'-482,"0"-5"-61,0 0 1,-5-1 573,-1 7 0,-6-1 527,7 0 1,-7-5-705,6-1 1,-5 1-58,5 5 73,-8 1 0,7-1 39,-5 1 1,4-7-215,8 1 220,-7-8-138,5 3 223,-6-7 0,16-7 0,1-3 0</inkml:trace>
  <inkml:trace contextRef="#ctx0" brushRef="#br0" timeOffset="17">15688 3146 7689,'18'-8'-1206,"-1"1"905,0-5 0,-5-2 240,0 9 1,-9-3 60,3 2 0,-4 4 0,-2-5 11,0 14 1,0 3 0,0 7 0,-2-5 1,-4-1 1,3 1 1,-9 5 0,6-5-33,-5 0 1,1-1-20,-2 7 37,-3-1 0,5 0 0,-7 1 0</inkml:trace>
  <inkml:trace contextRef="#ctx0" brushRef="#br0" timeOffset="18">15445 3372 7689,'10'0'-4,"5"8"0,-11-6 100,8 3-564,-9-3 316,13-2 0,-6 0 68,7 0 0,-6 0-44,1 0 118,0-7 0,5 5-6,0-4 0,1-2-28,-1 2 1,-5 1 37,-1 5 0,1 0-20,5 0 29,1-8 1,-1 6 1,0-4 1,-5 4 82,0 2 15,-9 0-102,13 0 5,-14 8 0,5 2-17,-7 7 1,-1-5-1,-5-1 0,-2 1-77,-4 5 0,-3 1 86,3-1 0,-3 0-32,-2 1 0,-7-1 56,1 0 0,0-5 1,6 0 1,5-3 8,1 3 0,-1-3 103,-5-3 0,5 2-75,0 4-15,9-5 1,-5-5-35,8 4 71,0-4-127,0 6 1,2-8 72,4 0 0,-3 0-79,9 0 0,0 0 39,5 0 0,0 0-4,1 0 1,1 0-35,4 0 0,-3 0-5,3 0 1,-2-2-129,2-4 1,-2 2 93,8-7 1,-7 5-180,1-6 268,-4 1 0,6-7 0,2 1 0</inkml:trace>
  <inkml:trace contextRef="#ctx0" brushRef="#br0" timeOffset="19">17043 3494 6232,'0'9'167,"0"-1"-113,0-8 0,0 0-63,0 8 1,0-4 56,0 7-60,0 1 1,0 5 9,0 1 0,0-1-5,0 0 1,0 1 14,0-1 1,0-5 9,0-1-16,0 1 1,0-1 0,0 1 95,0-8-77,0 4-40,0-8 0,0-2-23,0-4 1,0-4-7,0-7 0,0-2 19,0-5 0,0 5-8,0-4 0,0 4 27,0 1 1,0 1-15,0-1 0,0 7 55,0-1-53,0 1 0,2-7 52,4 1 0,-4 5-25,4 1 1,2 5 16,-3-6-17,9 8 1,-5-9-1,9 7 1,-7 0-17,1 6 0,0 2-2,5 4 1,-5-2-124,-1 8 1,1-7 135,5 7 0,0 0 0,1 5 0</inkml:trace>
  <inkml:trace contextRef="#ctx0" brushRef="#br0" timeOffset="20">17426 3528 7181,'0'10'-456,"5"0"1059,1-4-828,0-5 1,-4 9-22,4-4-35,-4-4 255,13 6 1,-11-8-11,7 0 1,-5 0-1,6 0 1,-6 0-274,5 0 309,-7 7 0,12-5 0,-7 6 0</inkml:trace>
  <inkml:trace contextRef="#ctx0" brushRef="#br0" timeOffset="21">17651 3424 7656,'10'0'-1787,"-2"2"2232,-8 4-308,0-4 0,0 7-462,0-3 269,8-4 0,-7 8 3,5-4 95,-4 3 1,-2 9-26,0-1 0,0 0-36,0 1 1,0 5 25,0 0 1,0 6-74,0-6 1,0 8 40,0-2 1,-2-4 24,-4-2 0,5 4 0,-7 1 0</inkml:trace>
  <inkml:trace contextRef="#ctx0" brushRef="#br0" timeOffset="22">16783 3407 7656,'-8'-10'-1185,"-4"4"593,-3-3 532,-2 7 1,-1-12 59,1 8 341,7 1-156,-5 5-143,13-8 0,-8 6 55,4-4 16,5 4-89,-7 2 77,8 0-56,0 0-32,8 0-13,-7 0 27,15 0 0,-12 0-9,7 0 0,-5 0-8,6 0 1,-1 0 1,7 0 0,-1 0-21,0 0 0,3 0 12,3 0 0,-2 0-29,8 0 1,2-6 35,9 1 0,5-1 14,7 6 1,2-6-22,4 0 0,4-7-3,7 1 1,1 4-54,-1 3 1,-5-3-120,0 2 0,-8-2 101,2 3 0,-6 3-126,-6-4 0,-4 4 197,-7 2 0,-2-2 0,-4-4 0,-4 4 0,-8-5 0</inkml:trace>
  <inkml:trace contextRef="#ctx0" brushRef="#br0" timeOffset="23">16835 2903 7745,'0'11'-249,"0"1"0,0-1-313,0 7 1,0-7 322,0 1 456,0 0 0,0-1-300,0 1 182,0-8-277,0 11 227,0-5-78,0 7 0,6 1 25,-1-1 1,1-6-9,-6 1 0,0-6 27,0 5 5,0-7 17,0 12 1,2-14-19,4 3 86,-4-3-59,6-9 1,-8-3 4,0-7 1,0-1-29,0 1 0,0 0 5,0-1 0,0 1-28,0-1 1,0 1-7,0 0 1,0-1 1,0 1 0,2 1 20,3 5 1,-1-5 1,8 5 0,-6-3 3,5 3 1,-5-3-20,6 8 0,-7-5-92,7 5-67,0-8 1,5 11 18,0-9 1,-5 8 69,-1-2 0,1 4-18,5 2 0,-5 0 86,0 0 0,-1 0 0,6 0 0</inkml:trace>
  <inkml:trace contextRef="#ctx0" brushRef="#br0" timeOffset="24">17026 2607 7745,'10'0'-1861,"-1"0"1737,-3 0 124,-4 0 214,13 0 1,-11 0 27,8 0-373,-8 0 70,11 0 1,-11 0 109,8 0-84,-8 0 0,9 2 69,-7 4-58,7-4-2,-11 13 1,12-11 23,-8 8 1,-1-6-15,-5 5-4,0 1 19,0 5-1,0 0 12,-7 1 3,5-1-8,-14-7-4,14 5 93,-5-13-64,7 6 7,0 0-28,0-6 0,2 5-1,3-7 1,-1 0-169,8 0 1,-6 0 159,5 0 0,1-7 0,5-3 0</inkml:trace>
  <inkml:trace contextRef="#ctx0" brushRef="#br0" timeOffset="25">17408 2781 6495,'0'10'-511,"-8"-3"1125,7-7-528,-7 0 1,6 0-167,-4 0-11,4 0 189,-6 0-168,8 0 103,-7 8-29,5-6 0,-6 8 10,8-4 0,0-3 4,0 9 1,0-6 1,0 5 1,0 1 18,0 5-48,0 1 0,0-1 24,0 0 0,0 1-38,0-1 1,0-5 23,0-1 1,0-5-9,0 6 8,0-8-4,0 3 0,0-9-3,0-3 0,0-5 4,0-7 1,2-1-94,4 1 0,-4-1 89,4 1 0,-3-6-24,3 0 0,-4 0 62,4 5 1,2 1 37,-3-1-53,9 1 1,-6 0 8,3-1 0,3 7 12,-8-1-22,7 8 1,-3-5-55,7 3 1,-5 4 54,-1-4 0,-1 6-34,1 6 0,3 3-1,-8 9 0,5 1-4,-5 4 0,2-3-27,-2 3 1,-4 2-5,3-2 0,3 0-15,-2-5 1,0-1-287,-6 0 354,0 1 0,7-1 0,3 1 0</inkml:trace>
  <inkml:trace contextRef="#ctx0" brushRef="#br0" timeOffset="26">17651 2538 6953,'8'9'-251,"-6"-1"239,6-8-4,-8 0 0,2 0 1,4 0-37,-5 0 23,7 8 0,-6-6-6,4 4 1,-4-3-36,4 3 0,-4-2 44,-2 8-6,0-9 15,0 13 0,0-12 46,0 7 7,0-7 13,0 12-32,0-7 1,0 3 8,0 0 0,0-7 38,0 7-34,0-8-136,0 11 56,7-13 0,-3 12-9,8-9 0,-6 1-1,5-6 0,-5 0-110,5 0 0,-5 0 170,6 0 0,-8 0 0,11 0 0,-5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1998 4971 7786,'-10'0'-1663,"3"-2"1279,7-4 384,0 4 0,-2-5 0,-4 7 0,4-8 83,-6 6 1,6-11-78,-4 7 1,5-2 18,-5 2 0,2 4 10,-2-4-12,4-3 0,-7 5 10,3-8 2,4 9-25,-14-13 0,12 14 25,-7-4-91,7-3 64,-11 7 0,11-8-133,-8 4 4,8 4 121,-11-5 0,5 7 0,-7 0 0</inkml:trace>
  <inkml:trace contextRef="#ctx0" brushRef="#br0" timeOffset="1">1772 4832 6478,'0'10'157,"8"-3"-92,-6 1 1,5 2-33,-7 7 1,0 1 42,0-1 0,6 0-76,0 1 0,6 1 0,-7 4 1,7-4 7,-6 5 0,5 1-7,-5-2 1,6 0 0,-6-5 1,5-1 10,-5 0 0,5-5-17,-5-1 1,0-5 15,-6 6 34,8-8 49,-6 3 17,5-7-126,-7 0 1,0-7-1,0-5 0,-5-3 12,-1-3 1,-2-5 18,2 0 0,4-2-102,-3 2 0,-3 3 85,2-3 1,0 4-45,6 1 38,0 1 0,0 0-10,0-1-33,0 1 0,0 0 1,0-1 0,6 7-35,0-1 1,7 2 63,-1-1 1,3-5-131,3 5 0,-1 1 30,1-2 1,-1 7 26,0-7 1,6 8 38,1-2 0,1 5 53,-2 1 0,-2 0 0,8 0 0,-8 0 0,2 0 0,5 7 0,-1 3 0</inkml:trace>
  <inkml:trace contextRef="#ctx0" brushRef="#br0" timeOffset="2">2328 4884 7269,'10'-8'-862,"-3"7"910,-7-7-121,8 8 0,-6-2 44,4-4 1,-2 4 81,2-4-92,-5 4 1,9 2 33,-4 0 0,-2 0-10,7 0-111,-7-7 16,12 5-19,-7-6 129,9 8 0,7 8 0,2 1 0</inkml:trace>
  <inkml:trace contextRef="#ctx0" brushRef="#br0" timeOffset="3">2345 5006 6629,'10'0'247,"-2"0"-471,0 0 205,-7 0-339,15 0 326,-6 0 1,7 0-92,0 0 0,-5-2 36,-1-4 1,1 4 66,5-4 0,1 3 20,-1-3 0,1 4 0,-1-4 0,0-4 0,1 8 0,-1-5 0</inkml:trace>
  <inkml:trace contextRef="#ctx0" brushRef="#br0" timeOffset="4">2832 4571 7773,'11'0'-504,"1"0"0,-6 0 274,5 0 0,-7-2-85,2-3 361,4 3 1,-1-6-36,9 8 26,-1-8-49,0 6 0,-5-5 47,0 7-67,-1 0 85,7 0-23,-1 0 0,-5 0 23,-1 0-24,-7 0 0,6 5 6,-5 1-16,-3 8 1,6-5-10,-8 9 13,0-1 1,-6 0-52,1 1 0,-7-1 10,6 1 1,-7-7-7,1 1 0,-3-3 39,-3 3 0,7 2-3,-1-9 0,0 7 15,-5-6 1,0 5 2,-1-5 1,7 0 59,-1-6 1,6 6-45,-5-1 2,7 1-48,-11-6 2,13 0-10,-6 0-18,8 0 25,8 0 1,1 0-19,9 0 47,-1 0 1,0 0-28,1 0 1,-1 0 20,0 0 1,1 0-14,-1 0 1,-5 0 1,-1 0 1,1 0-11,5 0 1,1 0-2,-1 0 1,-5 6 8,-1 0-10,1 7 1,-1-5-14,1 4 0,-8 3 16,2-3 0,-4-3-75,-2 3 1,-2-2 6,-4 1 0,2 3-10,-8-8 0,1 7-3,-7-1 1,1-3-15,0 3 1,-1-1 42,1 7 1,0-7-5,-1 1 0,1 0 54,-1 5 0,1 0 0,-8 1 0,-2-1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9347 6205 6182,'-8'10'-184,"6"-2"166,-5-8-17,7 0 252,0 0-198,7 0-7,-5 0 0,8 0 35,-4 0 8,-4 0-30,13 0 2,-5 0 3,7 0 0,0 0-14,1 0 1,-1 0-3,1 0 0,-1 0-4,0 0 1,1-2-3,-1-4 0,6 4 2,0-4 1,1 4-2,-7 2 1,2 0 19,4 0 0,-3 0-15,3 0 0,2 0 47,-2 0 0,2-6-31,-2 1 1,-3-1 2,3 6 1,-2 0-2,2 0 0,-2 0 2,8 0 0,-7 0-13,1 0 0,2 0-3,-2 0 0,2 0-20,-2 0 0,-1 0-7,7 0 0,-8 6-6,2-1 1,2 1 25,-2-6 0,0 0-18,-5 0 0,5 0 15,0 0 0,0 0 1,-5 0 1,1 0 7,4 0 1,-4 0 4,5 0 1,-5 0-11,-2 0 1,1 6-1,-1 0 0,0 0 14,1-6 1,-1 0-13,0 0 1,1 0-4,-1 0 0,1 0-2,-1 0 0,0 0-4,1 0 1,-1 0-5,0 0 0,-5 0 1,0 0-12,-1 0 1,7 0 9,-1 0 0,-5 0-9,-1 0 1,1 0 10,5 0 0,-5 0 1,-1 0 1,1 0-2,5 0-2,1 0 1,-1 0 27,0 0-14,1 0 1,-1 0-3,0 0 0,-5 0 15,0 0-6,-1 0-21,7 0-3,-1 0 11,0 0-6,1 0 0,-7 0-3,1 0-2,-8 0 1,5 0-27,-3 0 14,-4 0 0,6 1-291,-8 5 279,0-4-255,0 6 114,0-8-9,0 8-10,0-6 77,0 5 0,-2-7 110,-4 0 0,-4 8 0,-7 2 0</inkml:trace>
  <inkml:trace contextRef="#ctx0" brushRef="#br0" timeOffset="1">15497 6153 5810,'10'0'-5,"-2"0"2,-8 0 44,0 0 3,7 0-10,-5 0 8,6 0-8,0 0-20,-6 0 0,7 0 28,-3 0-8,-4 0-19,13 0 1,-11 0 26,8 0-5,-8 0-12,11 0 1,-5-2 2,7-4 1,-5 4 29,-1-3-36,1 3 0,5 0 32,1-4 0,-1 4-20,0-4-16,1 4 0,5 2-18,0 0 1,0 0-6,-5 0 0,-1 0 27,0 0 0,7 0-6,-1 0 1,2 0 5,-2 0 0,-4 0-9,4 0 0,2 0 15,-1 0 0,-1 0-11,-6 0 0,6 2 11,1 4 1,1-4-14,-2 4 1,-4-2 0,4 1 0,-3-3-26,-3 4 0,0 2 42,1-2-52,-1-1 0,0-3 44,1 4-36,-1-4 3,1 6 2,-1-8 1,0 0-27,1 0-5,-9 0-96,7 0-19,-7 0-130,9 0 166,-1 0 1,-5 0 37,-1 0 0,-5 0 79,6 0 0,-8 0 0,3 0 0</inkml:trace>
  <inkml:trace contextRef="#ctx0" brushRef="#br0" timeOffset="2">20414 6188 6156,'8'9'-110,"-7"-1"1,9-8 160,-4 0-25,-4 8 0,7-6 10,-3 4 13,-4-4-6,14-2-50,-7 0 1,9 0 1,-1 5 2,0 1 1,1 0-8,-1-6 0,6 0 18,1 0 0,6 0-3,-1 0 0,4 0 10,2 0 1,0 0-1,-1 0 1,1 0 20,0 0 1,0-2-24,-1-4 1,1 4-10,0-4 0,5 5-5,1 1 1,-6 0-2,-6 0 0,0-2 33,5-4 1,-5 4-4,0-4 1,-6 4-15,6 2 0,-5 0 2,5 0 0,-6-6-27,6 1 0,-6-1 25,6 6 0,-6 0-29,6 0 1,-6 0 12,6 0 0,-8 0-4,2 0 1,-1 0 2,1 0 0,-2 0-6,8 0 1,-8 0 5,2 0 0,-3 0 1,-3 0 1,2 0 1,5 0 0,-5 0 0,4 0 0,2 2 0,-2 3 0,2-3-5,-1 4 1,-5-4-2,4-2 1,2 0 4,-2 0 1,6 0-1,-6 0 1,6 0-3,-6 0 1,6 0-1,-5 0 0,5 0-12,-6 0 1,6 0 11,-6 0 1,6 0-16,-6 0 1,6 0 21,-6 0 0,2 0 0,-2 0 1,-3 0 4,3 0 1,2 0 3,-2 0 0,0 0-12,-5 0 1,-7 0 7,1 0-44,-1 0 0,5 2 41,-5 4-265,-3-4 259,-8 6 0,0-1 0,0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1859 7700 5742,'0'10'33,"0"-3"66,0-7-71,0 0-43,-8 0 5,6 8-2,-5-6 96,7 6-78,0-8 43,0 7 0,-2-5 3,-4 4 8,4 4-48,-6-8 1,8 7 7,0-3-61,-8-4 58,7 14 1,-7-13-33,8 9 1,0-6 17,0 5 1,-2-7 5,-4 2 5,4 4-2,-6-1 12,8 9 4,0-1-27,0 1 0,0-7 8,0 1 1,0-6-32,0 5 27,0-7 1,0 6 19,0-5 2,0-3-13,0 6 0,2-6-22,4 4 21,-4-4-26,6 5 27,-8-7 395,0 0-434,0-7 1,0 3-19,0-8 0,0 6-81,0-5 75,0-1 0,6-5 24,-1 0 1,1-1 11,-6 1 0,0 5 0,0 1 1,2-1 2,4-5 1,-4-1-28,4 1 0,3 5 5,3 1 0,-2-1-107,1-5 1,-5 5 112,5 1 0,1 5 26,5-6 0,-5 8-23,0-1 0,-1-3 23,7 2 0,-1 0 0,0 6 0,-5 0 0,-1 0 0,1 8 0,5 2 0</inkml:trace>
  <inkml:trace contextRef="#ctx0" brushRef="#br0" timeOffset="1">2206 7769 6186,'10'8'-293,"6"-6"305,-7 6 1,3-8-61,-1 0 45,-7 0-6,12-8-1,-7 6 0,7-7-2,-5 3 0,5 4 2,-5-4 0,-1-2 7,2 3 1,-1-7-6,7 6 1,-7-5 5,1 5 0,-1-6-1,7 6 1,-1-5-5,0 5 7,1-8 0,-1 13 0,1-7 0</inkml:trace>
  <inkml:trace contextRef="#ctx0" brushRef="#br0" timeOffset="2">2380 7787 8043,'10'0'-815,"-2"0"1,-7 0 809,5 0-44,-4 0 31,6 0-8,0 0 0,-5-2 10,9-4-10,-8 4-106,11-6 0,-11 8 112,8 0 20,-8 0 0,11-7 0,-5-3 0</inkml:trace>
  <inkml:trace contextRef="#ctx0" brushRef="#br0" timeOffset="3">2710 7526 5754,'10'0'49,"-2"0"1,-6 0-33,3 0-42,-3 0 14,14 0-2,-14 0 14,13 0 1,-11-6-4,8 1 0,-7-1-3,7 6 1,-6-2 1,5-4 0,-5 4 61,6-4 1,-7 4-55,7 2 0,-6-5 6,5-1-7,-7 0-1,12 6 9,-7 0-5,1 0-10,5 0-3,-13 0 1,12 2 14,-8 4 1,-1-2-9,-5 7 0,0-5 56,0 6 1,0-7-44,0 7 0,-5 0 4,-1 5 0,-8 0-2,3 1-7,-5-1 1,-1 6-39,0 0 0,-1 1-12,1-7 1,0 0 23,-1 1 0,1-1 5,-1 0 1,1 1 83,0-1 1,-1-5-60,1-1 1,5-5 7,1 6 1,7-6-11,-2 5 14,4-7 4,2 4-25,0-8 0,2 0-23,4 0 1,4 0 23,7 0 0,0 0-23,1 0 1,5 0-27,0 0 0,2 0-8,-2 0 1,2-2 10,4-4 1,4 4 41,-4-4 0,4-3 0,2-1 0</inkml:trace>
  <inkml:trace contextRef="#ctx0" brushRef="#br0" timeOffset="4">9399 9090 5750,'0'10'0,"0"-2"0,0-8 118,0 0-117,-8 0 0,6 2-2,-3 4-16,3-4 23,2 5-21,0-7 207,0 0-130,0 8-36,0-6 19,0 6-75,0-8 15,0 0 7,7 7-3,3-5 0,7 6-2,1-8 0,-7 0 9,1 0 1,1 2 7,11 4 1,-5-4-1,4 3 1,2-3 8,-2-2 0,2 0 2,-1 0 0,1 6-10,4 0 0,3 0 3,-3-6 0,-2 0-6,2 0 1,0 0-2,6 0 1,0 0-27,0 0 1,-6 0 27,0 0 1,3-6-125,3 0 0,4 0 84,-10 6 0,2 0 37,-2 0 0,3-5 0,-3-1 0,-4-8 0,0 5 0</inkml:trace>
  <inkml:trace contextRef="#ctx0" brushRef="#br0" timeOffset="5">14872 9125 7322,'9'0'-1577,"-1"0"1653,0 0-30,-6 0 1,7 0-37,-3 0 4,-4 0-30,6 0 0,-6 0 34,4 0-126,-5 0 100,7-7-10,-8 5-4,8-6 12,-6 8 59,6 0-61,-8 0 297,0 0-204,7 0-81,-5 0 32,6 0-38,0 0 0,-4 0 37,7 0 66,1 0 0,7 0-76,4 0 1,-4 0-1,5 0 0,3 0-19,2 0 1,5 0-3,7 0 0,-3-6-19,9 0 1,-7-1 38,7 1 1,-1 2-50,6-8 1,0 6 0,0-5 1,0 5-8,1-5 0,-1 5 9,0-6 1,-2 6-5,-4-5 1,-3 7 0,-8-2 0,3 4-23,-3 2 52,-4 0 0,-6-8 0,2-1 0</inkml:trace>
  <inkml:trace contextRef="#ctx0" brushRef="#br0" timeOffset="6">19528 9090 7782,'9'0'-2030,"-1"0"2030,-8 0 134,0 0-136,8 0-3,-6 0 1,6 0-1,-8 0-13,0 0 24,7 0-20,-5 0 8,6 0 6,0 0 44,-6 0 7,5 0-16,1 0 0,-4 0 50,7 0-10,-7 0-55,12 0 0,-7 0 4,9 0 1,-7 0-14,1 0 1,0 0-2,5 0 1,0 0-14,1 0 0,5 0-9,0 0 0,8 0 40,-2 0 0,4 0 4,1 0 0,3-5 48,4-1 1,-5 0-63,5 6 0,3 0 62,3 0 1,1-6-44,-2 0 1,2 1 5,-7 5 1,5 0-13,-5 0 1,5 0-12,-5 0 1,-1 0-21,-5 0 1,2 0-10,3 0 0,-5 0-71,0 0 1,-3 0 91,-8 0 1,7 0-106,-3 0 1,-2 0 32,-3 0 0,-4 0 24,-2 0 0,-5 0-139,0 0-12,-1 0 111,7 0 76,-1 0 0,-7 0 0,-3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1911 10516 6643,'0'9'-799,"0"-1"797,0-8 7,0 0-2,0 8-13,0-6 21,0 6-16,0-8 1,0 0-7,0 7 10,0-5-1,0 6 63,0-8 6,0 8 42,0-6-82,0 5-20,0 1 7,0-6-16,0 13 3,0-13-3,0 14 0,2-9 21,4 5 0,-4-2 1,4-4 0,-5-3 21,-1 9 1,0-6-18,0 5 5,0 1-6,8 5-7,-6 1-14,6-1 0,-2 0-8,-1 1-2,1-9 4,-6 7 0,0-12 160,0 7-141,8-7 139,-6 4-138,6-8 2,-8 0-46,0 0 0,0-8 7,0-3 1,0 1-45,0-2-34,0 1 0,0-7 79,0 1 1,0 0-92,0-1 1,0 1 33,0 0 0,0-1-8,0 1 0,0-1 86,0 1 1,2-2-2,3-4 0,-1 3 78,8-3 36,-1 4 0,7 1-21,-1 1 0,0 5-78,1 1 0,-1 7-118,1-2 1,1 4 146,4 2-44,-4 0 0,14 0 0,-6 0 0</inkml:trace>
  <inkml:trace contextRef="#ctx0" brushRef="#br0" timeOffset="1">2345 10568 6839,'0'10'-915,"8"-3"911,-6-7-9,6 0-9,-8 0 3,8 0 22,-7 0 0,9 0-18,-4 0 11,-4 0 4,13 0 1,-11 0-1,8 0 0,-7-2 0,7-3 0,-6 3 2,5-4 0,-5 4-1,6 2 1,-6 0-2,5 0 0,-5-6 0,6 0 0,-1 1 0,7 5 0</inkml:trace>
  <inkml:trace contextRef="#ctx0" brushRef="#br0" timeOffset="2">2450 10690 8064,'7'-10'-240,"5"4"0,3-2-781,3 3 825,-1-9 1,1 6 171,-1-3 0,0 1 19,1 4 0,-1 4-23,0-3 11,1-5 0,-1 8 33,1-4 0,-1 4-104,0 2 0,-5 0 94,-1 0 0,1 0-110,5 0 104,-7 0 0,5 0 0,-5 0 0</inkml:trace>
  <inkml:trace contextRef="#ctx0" brushRef="#br0" timeOffset="3">2901 10325 6632,'10'0'-53,"-2"0"-64,-1 0 13,-5-8 51,6 6-22,0-6 90,-6 8-70,5 0 87,-7 0 35,0 0-39,0 8 1,0 2 5,0 7 0,0-5 8,0-1 0,0 6-51,0 7 1,0 5 1,0-6 1,0 8-114,0-2 0,-1 4 78,-5 1 1,4 1-55,-4 0 1,4-2 95,2-4 0,-8 3 0,-1-5 0</inkml:trace>
  <inkml:trace contextRef="#ctx0" brushRef="#br0" timeOffset="4">3110 10811 8098,'0'10'-481,"0"0"-554,0-5 715,0-3 364,0 6 0,-2-6-47,-4 4 79,4-4-246,-6 5 126,8-7-30,0 0 1,-7 8 0,-3 2 0</inkml:trace>
  <inkml:trace contextRef="#ctx0" brushRef="#br0" timeOffset="5">3440 10290 8098,'0'9'-1019,"-2"-1"626,-4-8 220,4 0 0,-5 2 129,7 4-80,0-4 105,0 6-12,0-8-129,0 0 391,0 7-230,0-5 1,0 8 43,0-4 0,-2-2-30,-4 7 0,4-5 5,-4 5 0,4-5-12,2 6 0,0-6-11,0 5 1,0-5-49,0 6 1,0-7 65,0 7-78,0-8 54,8 11 0,-4-13 2,7 4 0,-5 2 3,6-2 1,-6-1-4,5-5 19,1 0-16,5 0 1,0 2 9,1 4 1,-7-4-7,1 4 1,-6-2-8,5 1 0,-5-3-6,6 4 1,-6 2-3,5-2 0,-5 5 12,5-5 1,-7 2-2,2-2 0,-4-3 12,-2 9 1,0-6 12,0 5-10,0 1 1,-2 5-11,-4 1 0,-3-1-104,-9 1 0,1-1 69,0 0 0,-7 1-10,1-1 0,-6 0 18,6 1 26,-8-9 0,4 7 0,-8-6 0</inkml:trace>
  <inkml:trace contextRef="#ctx0" brushRef="#br0" timeOffset="6">3353 10238 7587,'12'0'-1199,"-1"0"1244,-7 0 1,12 0-101,-5 0 0,-1-6 13,1 0 0,3 0-13,9 6 1,-4-2-3,5-3 0,1 3-12,-2-4 0,6 4 58,-6 2 11,8-8 0,-12 6 0,6-6 0</inkml:trace>
  <inkml:trace contextRef="#ctx0" brushRef="#br0" timeOffset="7">10163 11854 5957,'10'0'149,"-2"-8"-129,-8 6-2,0-5-7,0 7 0,0-2 4,0-4-67,0 4 71,0-6 6,0 8 1,0-2 46,0-3 12,0 3-29,0-6 13,0 8-34,0 0 0,0-8-100,0 6 108,0-5-52,0 7 29,0 0-2,8 0-23,-6 0 2,13 0 8,-5 0 1,7 0-1,0 0 0,1 0 32,-1 0 0,2 0-28,5 0 1,1 0-20,4 0 1,3 5 8,-3 1 1,10 0 0,2-6 0,1 0 0,-1 0 1,1 0-2,4 0 0,3 0-3,-9 0 0,6 0-4,-5 0 0,0 0-62,-7 0 0,1 0 64,0 0 0,-6 0-273,0 0 280,-8 0 0,4 0 0,-8 0 0</inkml:trace>
  <inkml:trace contextRef="#ctx0" brushRef="#br0" timeOffset="8">15792 11958 7393,'10'0'-1641,"-2"0"1641,0 0 0,-6 0 0,7 0 0,-3 0 8,-4 0 1,6 0 88,-1 0 13,-5 0-60,6 0 14,0 0-79,-6 0 1,7 0 54,-3 0 24,-4-7-33,6 5 0,-6-6 32,3 8-34,-3 0-1,6 0 0,-8 0 7,0 0-50,8 0 39,-6 0-4,5 0 45,-7 0 9,0 0-43,8 0 0,-4-2 3,8-4 0,-7 4 47,7-3-32,0 3 1,11 2-67,0 0 0,2-2 47,-2-4 0,-2 4-62,8-4 1,8 2 31,9-1 0,5 1-5,1-8 0,2 6 39,4-5 0,1 5-1,5-6 0,2 3 31,-8-3 0,7 2 26,-1 5 0,4 1-46,1-8 1,-7 8-6,-4-1 0,2 1-79,-2-2 0,-1 4 14,-4-4 1,-3 2-12,-4-2 0,-1 5 16,-5-5 0,-3 2-9,3-2 1,-9 4-159,-2-4 0,-6-1 38,6 1 0,-8-6-243,3 6 393,-5 1 0,-2-3 0,1-2 0</inkml:trace>
  <inkml:trace contextRef="#ctx0" brushRef="#br0" timeOffset="9">21265 11889 6555,'0'10'-491,"0"-3"477,0-7 37,0 0-12,0 8-27,0-6-11,0 6-23,0-8 72,0 0-41,0 7 0,2-5 6,4 4 8,-4-4 10,5-2-3,1 0 1,-4 0 15,8 0 0,-7 0 24,7 0-9,0 0 0,5 0-10,0 0 0,7 0-7,-1 0 1,2 0-3,-2 0 1,-2 0-41,8 0 0,0 0 24,6 0 0,2 0-4,3 0 1,-3 0 3,3 0 1,5 0-1,1 0 0,2 0-8,-1 0 1,3 0 3,-4 0 1,4 0 6,2 0 1,-1 0-2,-5 0 1,4 0 0,-4 0 1,9 0-11,-3 0 0,4 0-2,-10 0 0,4 0-20,2 0 0,0 0 27,0 0 1,-1 0-18,-5 0 0,2 0 8,-7 0 1,5 6-16,-5 0 0,-1-1 8,-5-5 1,0 0-21,-1 0 0,1 0 16,0 0 24,-8 0 0,14 0 0,-5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4083 16182 7511,'0'10'-1247,"0"-1"1265,0-3-189,0-4 236,0 6-171,0-8 122,0 0 7,-8 0-1,6 0 13,-6 0 6,8 0-28,0 8-2,0-7 81,0 7 7,-7-8-24,5 0 4,-6 0-60,8 0 0,-2 0 24,-4 0 42,4 0-32,-13 8 0,11-6-1,-8 4 1,7-4 1,-7-2 1,6 5 0,-5 1 1,-1 2-50,-5-2 1,-1-4 3,1 3 0,-2 3-50,-4-2 0,1 6 69,-7-7 0,6 9-40,-6-3 1,0-1 25,-5 2 1,-1-7 1,0 7 0,0-2 26,1 1 1,-7 5 3,0-5 1,-5-1-4,6 2 1,-3-7 12,3 7 1,1-6-30,-7 5 0,7-7 7,-1 2 1,-3-4 26,3-2 1,-3 0-21,3 0 0,3 0 107,-4 0 1,5-8-67,1-3 1,-2-5 8,-3-1 0,3-1-61,-4 1 0,-1-2 9,1-4 0,-1 1-25,1-7 1,5 6-121,-5-6 0,-1 0 26,1-6 1,1-1 57,5-5 1,0 3-112,0-9 1,6 3 87,1-3 0,0-5-13,0 0 1,-3 6 49,7-6 0,7 3 3,6-3 1,5-2-16,-6-4 0,8 4 11,-1-4 1,10 10-92,7 2 1,3-3 81,3-9 1,-1 10-129,0-4 0,9 6 125,2-1 1,5-3-15,2 4 1,8 3 32,3 3 0,6 5 79,6 6 0,0-4-67,11 4 0,-1 4-258,13 2 1,2 9 263,10 3 0,-1 5-9,-40 0 0,0 0 0,1 4 0,1 0-276,3-1 0,1 1 0,0 1 0,-2 2 205,0 1 0,-2 1 0,1-1 0,0 0-49,6 4 1,0 0 0,-6-4 0,0 0 79,3 1 0,0 0 1,-4-2-1,0 0-25,-2-1 1,0 0 0,47 0-149,-1 0 0,-13 0 186,2 0 0,-12 9 193,1 9 0,-7 1-110,-5 10 0,-12 6 78,-12 5 1,-3 10-75,-2 3 0,-8-1-21,-4 6 1,-11 3-75,-7 3 0,-10-2-136,-7 2 1,-11-1 39,-6 7 1,-12-6 69,-5-1 1,-6 1-92,-6 6 1,-2-1-23,-4 1 0,-5-3-599,-1-3 765,1 4 0,28-39 0,-1 0 0,-33 32 0,1-3 0,3 4 0,1 4 0</inkml:trace>
  <inkml:trace contextRef="#ctx0" brushRef="#br0" timeOffset="1">18676 16182 5760,'-9'0'0,"1"0"0,8 0 0,0 8 0,0-6 0,0 5 14,-8-7 2,6 0 41,-5 0 1,7 2-40,0 4 47,0-4-35,0 6-33,0-8-56,0 0 86,7 0 3,-5 0 81,6 0-93,0 0 81,-6 0-72,13 0 0,-11 0 5,8 0 0,-7 0 20,7 0-26,0 0 0,5 0-11,0 0 1,1 0-4,-1 0 1,6 0 10,0 0 1,3 0-3,-3 0 1,4 0 38,7 0 0,1 0-40,0 0 1,2-6 3,3 0 0,-1 0 3,7 6 0,0 0-1,7 0 0,6-1 23,5-5 0,4 4 0,1-4 1,3 2-229,3-2 1,-4 4 207,5-3 0,1-3-68,-2 2 0,-2 0 33,-9 6 1,4-5-2,-5-1 0,9-2 18,-3 2 1,5 2-7,-11-7 0,-1 7 10,2-2 1,-2-2-21,1 3 0,-3-1 17,-8 6 1,0-2-13,1-4 1,-3 4-1,-4-4 1,-3 4-33,-9 2 0,1 0-89,0 0 0,-2-2 221,-4-3 0,-4 3-283,-8-4 0,-5 4 67,-1 2 116,1-8 0,5-1 0,0-9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72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12266 3826 10982,'-6'0'69,"1"0"16,5 0-102,5 0 16,-4 0 28,9 0 1,-7 0 44,4 0-57,1 0 0,3 0-32,1 0 11,-1 0 1,1 0 24,-1 0 0,4 0-24,0 0 1,1 0 0,-5 0 0,0 0-7,1 0 1,-1 0-20,1 0 15,-1 0 1,1 0-52,-1 0 0,-3 0-81,-1 0-242,-4 0 333,7 0 56,-9 0 0,9 0 0,-3 0 0</inkml:trace>
  <inkml:trace contextRef="#ctx0" brushRef="#br0" timeOffset="1">12266 3883 12012,'0'-6'1062,"-1"1"-1440,-3 5 190,3 0 135,-4 0 227,5 0-34,0 5 0,0-3 68,0 6 1,0-4-47,0 3 1,0 1-129,0 3 0,0 2 125,0 2 1,0-1-7,0 5 0,0 0-85,0 4 0,0 0 86,0 0 1,0 1-205,0 3 1,0-3 47,0 2 1,0-2-51,0-1 1,0 0 17,0 0 1,0-1-13,0-3 0,1 1-80,3-5 0,-2 0-161,6-3-69,-1-1 0,5-1-136,-1-2 0,1-3 220,-1-5 1,-3 0 108,-1 0 1,1 0 26,3 0 1,2-5 215,2-3 1,-2 2 99,2-2 1,-1 5-46,1-5 1,-2 2 239,2-2 0,2-1-103,-2 5 1,0-3 279,-3 3-435,-1-5 0,1 3 0,-1-6 0</inkml:trace>
  <inkml:trace contextRef="#ctx0" brushRef="#br0" timeOffset="2">12734 3872 11553,'2'11'-2180,"1"1"1625,-1-1 561,3 0 0,-4 1-54,3-1 1,-3-3 30,3-1 0,-3 1 64,-1 3 1,1 1-73,3-1 0,-3 5-6,3-1 1,-2 1 15,-2-1 0,0-1 51,0 5 0,3-5-96,1 2 0,0 0 49,-4-1 0,0 1 6,0-5 0,4 0-113,0 1 0,-1 3 76,-3 0 1,0 1 89,0-5-45,0 5 0,0-3 0,0 4 0</inkml:trace>
  <inkml:trace contextRef="#ctx0" brushRef="#br0" timeOffset="3">12848 4077 9883,'7'0'63,"3"0"0,-4 0-106,6 0 0,-5 0 63,1 0 1,0-1-69,3-3 0,4 3-60,0-3 141,1 3 0,0-4 0,2-2 0</inkml:trace>
  <inkml:trace contextRef="#ctx0" brushRef="#br0" timeOffset="4">13043 3792 7874,'-7'0'-46,"2"0"84,0 0 0,4 1 186,-3 3 0,3-2-178,1 6 0,0-4-24,0 3 1,0 1 5,0 3 0,0 5-24,0-1 1,0 5 43,0-1 0,0 7-15,0 0 0,0 6-1,0-2 1,-4 7-163,0 1 0,0 0 123,4-3 1,-3-1 22,-1 0 0,0-5-9,4-2 1,0-4-14,0-4-63,0-3 1,5-5 9,3-4 1,2 3 0,1-3 0</inkml:trace>
  <inkml:trace contextRef="#ctx0" brushRef="#br0" timeOffset="5">13374 3803 13036,'0'6'-63,"-4"1"-153,0-3 4,-5-3 0,7 4 714,-6-5-915,6 5 499,-9-4 0,9 6-61,-6-4 87,6-1 1,-7 4-11,5-2 0,-1-3-540,1 3 535,3 2 1,-5-1-52,2 3 1,3-2 197,-3-2 1,-1 3-166,1 4 1,0-3-130,4-1 0,-1 2 58,-3 6 0,3-2-20,-3 2 1,3-2 110,1-2 1,0 1-218,0-1 1,1 1-120,3-1 0,-2-3-47,6-1 0,-1-4-50,5 1 1,1-3 183,2-1 1,-3 0 27,4 0 0,1-1 44,3-3 1,-4-3 132,-1-4 1,2-4 99,-2 0 1,1-2 83,0 2 1,-4 1 129,4-5 1,-8 1-87,0-1 0,-2 1-132,2 3 1,-3 2-147,-5-2 1,0-1-32,0 0 0,0 1-329,0 4 0,-1 1-69,-3 2 1,-2-1-659,-6 5 140,1 0 796,-6 4 0,5 0 1,-5 0-1</inkml:trace>
  <inkml:trace contextRef="#ctx0" brushRef="#br1" timeOffset="6">13739 3620 7975,'0'8'-812,"0"0"0,0-5 777,0 5 0,0-4-1,0 3 1,0-3 70,0 4 1,0 0-5,0 3 1,-4 0 2,1 1 1,-1-1-1,4 1 1,0 0-39,0 4 0,-1 0-6,-3 3 0,3 3-21,-3-3 1,2 2-100,2 2 0,0 0-41,0 0 1,0 0 170,0-1 0,-5 6 0,-1 2 0</inkml:trace>
  <inkml:trace contextRef="#ctx0" brushRef="#br1" timeOffset="7">13431 4283 7265,'0'6'-641,"0"-1"653,0 0-12,0 2 0,0 0-27,0 1-12,0 0 1,0 3 69,0 0 0,4 1-77,0-1 0,-1 1 48,-3-1 1,4 0-7,0 1 0,1 1-83,-1 2 1,-2-3-9,6 4 1,-5-4 2,0 0 0,4-1-106,0 1 198,-2-6 0,11 4 0,-4-3 0</inkml:trace>
  <inkml:trace contextRef="#ctx0" brushRef="#br1" timeOffset="8">13831 4157 6181,'6'0'87,"-1"0"-80,-5 5 0,0 2-3,0 4 0,4 0 2,0 1 1,0-1-7,-4 1 1,0 0-21,0 4 1,0-2 25,0 5 0,0-4-97,0 4 1,0-4 50,0 4 1,0-4-6,0 4 0,0-5 2,0 2 0,-4-8 43,0 0 0,-5 0 0,3 3 0</inkml:trace>
  <inkml:trace contextRef="#ctx0" brushRef="#br1" timeOffset="9">13511 4374 8032,'-6'0'-1589,"0"0"1961,6 0-338,6 0 0,0-4-69,5 1 62,1-1 0,-1 4-35,1 0 0,3 0 1,0 0 0,0 0-5,-3 0 1,0 0-51,4 0 0,-4 0-11,4 0 0,0 0 43,-1 0 0,0 1 14,-3 3 0,-1-3-266,1 3 244,-1-3 1,1-1-321,-1 0 358,-5 0 0,4 5 0,-3 2 0</inkml:trace>
  <inkml:trace contextRef="#ctx0" brushRef="#br1" timeOffset="10">13545 4500 8582,'-6'0'-1989,"1"0"2069,5 0-26,5 0 1,1 0-41,6 0 1,0 0 30,3 0 0,-1 0-80,5 0 1,-3 0 11,3 0 1,-1-1-105,1-3 0,2 2 84,-2-1 0,7 1-135,0 2 0,1-1 6,-4-3 172,5-2 0,1-5 0,5-1 0</inkml:trace>
  <inkml:trace contextRef="#ctx0" brushRef="#br1" timeOffset="11">14367 3655 8547,'7'0'-2416,"-2"0"2688,-5 0-143,0-5 29,0 3-66,5-3 0,-3 5-57,6 0 0,-4 0 17,4 0 0,-1-4-79,5 1 1,-1-1 77,0 4 0,2 0-124,2 0 1,2 0 30,2 0 1,2 0-17,-2 0 0,2-4-28,-2 0 0,-1 0 86,-3 4 0,-3 0 0,5 0 0</inkml:trace>
  <inkml:trace contextRef="#ctx0" brushRef="#br1" timeOffset="12">14310 3815 6027,'2'6'-80,"1"-2"192,-1-3-4,3-1 19,-5 0 150,5 0-197,-4 0-48,9 0 68,-3 0-79,4 0 0,0 0 9,1 0 1,-1 0-14,1 0 1,3-4-1,0 0 1,2 1-5,-2 3 0,-1-4-61,5 0 0,-5 0 66,1 4 1,2-1-178,-2-3 0,4 3 46,-4-3 1,0 3-75,-3 1 1,-1 0 122,1 0 64,-1 0 0,0 0 0,1 0 0</inkml:trace>
  <inkml:trace contextRef="#ctx0" brushRef="#br1" timeOffset="13">14470 3906 8547,'-10'8'0,"2"-1"-1393,-2-4 1106,4 7 1,-4-8 170,2 6 1,-1-4 127,6 3 1,-3-3-7,3 4 0,1-4-73,-1 3 1,0-3 91,-1 4 1,3-5-22,-3 5 1,3-4 56,1 4-7,0-1 46,0 5 16,5-1-45,1 0 1,6-3 9,-1 0 1,1-6 4,-1 2 1,0-3-31,1-1 0,-1-1-20,1-3 0,-1 2-41,0-6 1,1 4-4,-1-3 0,1-1-1,-1-3 1,-3 3-16,-1 0 0,-3 1-34,4-5 1,-6 1-17,2-1 1,-3 5-33,-1-1 0,0 4 55,0-3-141,-5 4 0,-1-2 28,-5 5 164,-1 0 0,-4 0 0,-2 0 0</inkml:trace>
  <inkml:trace contextRef="#ctx0" brushRef="#br1" timeOffset="14">14539 4077 7932,'-7'7'-1844,"2"-1"1844,5-2 0,-1-3 87,-3 3-70,3 2-49,-4 1 35,5 4 1,-1-1-2,-3-2 1,3 2-21,-3-3 1,2 0-3,2 0 0,-1 0-105,-3 0 1,3 4 97,-3-4 27,3-2 0,-4 5 0,-1-3 0</inkml:trace>
  <inkml:trace contextRef="#ctx0" brushRef="#br1" timeOffset="15">14379 4249 8547,'6'0'-2265,"-1"0"2343,0 0 0,-2-2 18,5-2 1,-5 3-50,5-3 0,0-1-3,3 2 1,2-3-22,2 3 1,-1-2-13,5-3 0,-4-1-166,4 5 0,-4-5 126,4 2 0,-1 0-91,1 0 0,2 3 120,-6-4 0,5 1 0,-2-5 0</inkml:trace>
  <inkml:trace contextRef="#ctx0" brushRef="#br0" timeOffset="16">14836 3712 12993,'-4'11'-721,"0"1"0,0-1 458,4 0 0,-4 5 303,1-1 0,-2 5-142,1-1 0,3 3 26,-3 1 0,1-2-30,-1-2 1,3 3 51,-3-3 0,3 2-24,1 2 0,0-4-138,0 0 0,-1-3 97,-3 3 1,3-4-103,-3 4 189,3-5 0,-4 7 1,-2-3-1</inkml:trace>
  <inkml:trace contextRef="#ctx0" brushRef="#br0" timeOffset="17">14664 4351 10466,'-7'7'-709,"-1"-3"455,1 2 1,-4-4 127,4 6 1,-3-4 30,2 3 1,2-4 107,-2 1 1,4 1-15,-3-1-144,-1 5 186,-3-3-53,-1 5 0,1-4 0,-1-2 0</inkml:trace>
  <inkml:trace contextRef="#ctx0" brushRef="#br0" timeOffset="18">14676 4374 9940,'5'12'-207,"-4"-1"-108,3 0 1,-2-3-11,2 0 22,-2-1 1,8 3 182,-3-2 1,3 1-24,2-5 1,-1 0 93,1-4 1,3 0-345,0 0 405,6 0 0,-4-6 0,6 0 0</inkml:trace>
  <inkml:trace contextRef="#ctx0" brushRef="#br0" timeOffset="19">15361 3472 13417,'0'8'-1378,"0"-1"0,-1-3 1572,-3 4 0,3-5-197,-3 5 1,-1 0-59,1 3 0,-1-1-19,1-2 0,2 2 54,-6-2 1,5 2-80,0 1 1,-2 1 4,1-1 0,-1 0 133,1 1 0,1 1-195,-4 2 0,3-1 16,-4 5 0,5-4-13,-5 4 0,0 0 16,-3 4 0,-1 0-13,1 0 0,0-1 72,-1 1 1,1-1-75,-1-3 0,1 1 44,-1-5 1,2 1-314,3-5 77,-3 0-209,8-4 510,-3-2 0,5-10 0,0-2 0</inkml:trace>
  <inkml:trace contextRef="#ctx0" brushRef="#br1" timeOffset="20">15224 3837 8588,'0'7'-1675,"0"-2"1534,5 0 1,1-4 99,6 3 1,-5 1 83,1-1 1,1 1-100,6-1 0,-2-3 48,2 3 1,-1-2-7,1 2 1,-2-1-57,2 4 0,-2-3-104,-2 4 174,1-6 0,-1 8 0,1-3 0</inkml:trace>
  <inkml:trace contextRef="#ctx0" brushRef="#br1" timeOffset="21">14927 4203 6601,'11'0'158,"1"0"1,-1-1-93,1-3 0,3 3-12,0-3 0,6 1-1,-2-1 0,2 2 9,2-6 1,0 4-29,0-3 0,3 3-78,1-4 0,0 5 62,-5-5 1,5 5-9,0 0 1,-1-2-43,-3 1 0,0 0-9,0 4 0,0-1-24,0-3 1,-6 3-144,-1-3 0,-4 3-15,0 1 1,-2 1-27,-3 3-36,4-3 285,-10 4 0,9 0 0,-4 1 0</inkml:trace>
  <inkml:trace contextRef="#ctx0" brushRef="#br1" timeOffset="22">15361 4203 8478,'-6'0'-1381,"1"1"786,5 3 540,-5-3 111,3 4 0,-4-1 66,2 0-105,3 5 1,-5-3-7,2 6 0,2-1-61,-1 0 0,0 1 50,-1-1 0,3 4-308,-3 1 308,3-1 0,-4 1 0,-1 2 0</inkml:trace>
  <inkml:trace contextRef="#ctx0" brushRef="#br0" timeOffset="23">12186 4705 8611,'6'0'28,"-1"0"-5,-5 0 7,6 0 0,-4 0-3,6 0 0,-6-1 279,2-3-186,2 3 0,1-4-72,4 5 1,-3-1 57,-1-3 1,1 3-16,3-3 1,1 1 17,-1-1 0,1 3-14,-1-3 0,1-1 25,-1 2 1,0-5-81,1 4 0,3-1-101,0 1 0,0 2 110,-3-6 0,3 6-79,0-2 0,4-1 50,-3 1 1,0-4 56,-1 4 1,-1-1-11,5 2 1,-3 1-62,3-2 0,-5 3-88,1 1 1,1 0 41,0 0 1,3 0-17,-4 0 1,1 1 7,-1 3 1,-2-2-6,2 1 0,2 0-31,-2 1 0,4-3 31,-4 3 1,2-3 34,-2-1 1,2 0 32,2 0 0,2 1-36,-2 3 1,-1-3-2,1 3 0,0-3 66,4-1 1,0 0 23,0 0 0,-4 0 59,0 0 0,0 4-103,4 0 1,-1 0-1,1-4 1,0 0 3,0 0 1,0 0 30,0 0 0,-1 0 6,1 0 0,1 0-22,3 0 1,-3 0-51,3 0 0,-2 0 33,2 0 1,-3 0-12,3 0 1,-2 0 18,2 0 0,-3-4 14,2 0 0,-1 0-21,-3 4 1,1 0-24,0 0 1,0 0-9,0 0 1,-2 0-1,-2 0 1,3 0 18,-3 0 0,3 0-11,0 0 0,-3 0 38,0 0 0,0 0-56,4 0 0,-1-3 56,-3-1 1,2 0-45,-1 4 1,1 0-25,2 0 1,-4 0-8,0 0 0,-4 0-6,4 0 0,-4 0 35,5 0 1,-5 0-26,4 0 1,-4 0 76,4 0 1,-5 0-90,1 0 0,2 0 30,-2 0 0,4 0 6,-4 0 1,4 0-6,-4 0 1,5 0-4,-5 0 0,5 0-3,-1 0 1,1 0-44,-1 0 1,3 0 50,-3 0 0,-1 0-31,1 0 1,0 0 25,4 0 0,0-1 7,-1-3 1,-1 3 12,2-3 0,-3-1 12,6 1 1,-1-4-23,-3 5 1,3-3-3,1 3 0,-2 1-20,3-1 1,-3 1 14,-1 2 1,0 0-17,0 0 0,-2 0-14,-2 0 0,2 0 1,-6 0 1,5 0-11,-1 0 0,-2 0-4,-2 0 1,3-1 11,1-3 1,-2 3 5,2-3 0,-3-1 18,3 1 1,-2-3 4,2 3 1,3-4-11,-3 4 1,-1 1-3,1 3 0,-1-4-18,1 0 1,-2 0 8,-1 4 0,-2 0-14,5 0 1,-5 0-24,1 0 1,-2 0-12,-2 0 1,0 0 7,1 0 16,-1 0 0,1 0 10,-1 0 20,0 0 1,1 0 8,-1 0 0,-3 0 3,0 0 0,-5 0-1,5 0 14,0 0 0,3 0 1,0 0 1,-3 0 32,0 0-36,-6-5 1,8 4 0,-2-3-38,-3 3-3,5 1-56,-9 0-20,5 0-380,-6 0 1,-6 0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2535 6396 8495,'7'0'-1300,"-2"0"0,-4 0 1329,3 0-87,-3 5 55,4-4-4,-5 4 247,0-5-182,0-5 14,0 4-19,5-4 5,-3 5-16,3 0-8,-5 0-54,5 0 64,-4 0-31,9 0 1,-7 0 26,4 0 0,-3 0 44,4 0-28,-6 0 0,8 0 7,-2 0 1,-2 0-12,2 0 0,-4 0 6,3 0 1,1 0 32,3 0 0,-3 0-41,0 0 0,-1 0 5,5 0 0,-1 0-1,1 0 1,-1 0-36,0 0 0,1-4 15,-1 0 1,-3 0-2,-1 4 1,1 0-17,4 0 0,-1 0-3,0 0 0,1-4 22,-1 1 0,1-1-4,-1 4 0,0-4 17,1 0 0,-4 0-30,-1 4 1,1-3-1,3-1 1,1-1 8,-1 1 1,-3 3 1,-1-3 0,1 1-2,3 0 0,1 1-4,-1-2 0,-1 2 16,-2-2 1,2 3-13,-2-3 1,2 3 82,1 1-82,1-5 1,-1 3 4,0-1 0,1-2-22,-1 1 0,1 0-1,-1 4 0,1-1-8,-1-3 1,0 3-6,1-3 0,-1 2-19,1 2 1,-1 0 30,1 0 1,-1-3 6,0-1 0,1 0 18,-1 4 1,1 0 7,-1 0 0,0-1-16,1-3 0,-1 3 6,1-3 1,-1 3-26,1 1 1,0-4-6,3 0 0,-4 0-30,4 4 0,-5 0 44,5 0 0,-2 0-21,-2 0 0,1 0 10,-1 0 0,1 0-2,-1 0 1,0 0 15,1 0 1,-1 0 7,1 0 1,3 0-8,0 0 0,0 0 2,-3 0 1,-1 0-12,1 0 1,3-4 4,0 1 0,0-1 3,-3 4 0,-1 0-19,1 0 1,3 0-9,0 0 0,0 0 12,-3 0 0,0-1-2,4-3 1,-2 2 15,5-1 0,-4 1 1,4 2 0,-5 0 12,1 0 0,2 0-21,-2 0 1,4-1-29,-4-3 1,4 3 31,-4-3 0,4 3-21,-3 1 1,3 0-1,-4 0 1,1-1-3,0-3 1,-4 3-2,4-3 1,0 3-2,-1 1 1,0 0 1,-3 0 1,3 0 3,0 0 1,1 0 52,-5 0 0,4-2-29,0-2 1,4 3 2,-3-3 1,0 3 26,-1 1 1,-1 0 9,5 0 0,-3 0-43,3 0 1,-4 0-1,4 0 0,-4 0-70,4 0 0,-1 0 71,1 0 0,1 0-52,-4 0 0,3 0 49,-4 0 0,4 0-7,-4 0 0,4-1 33,-4-3 1,6 3 15,-2-3 1,-2 1-49,2 0 0,-3 1 7,3-1 1,-2-3 19,3 3 1,1-1-14,-2 4 1,-1-4-41,1 0 0,-1 0 24,1 4 0,2-3-10,-2-1 1,2 0 6,-2 4 0,1-1 5,-5-3 1,6 3 22,-2-3 1,1-1 2,-1 1 1,-1 0-13,-3 4 0,-1-4-6,5 1 1,-5-1-11,1 4 1,-2 0-7,-2 0-8,6-5 1,-3 3 9,5-1 0,-5 1-3,1 2 0,-2 0 22,-2 0 1,0 0 5,1 0 0,-1-3-41,1-1 0,-5 0 31,1 4-104,-1 0 33,5 0 0,-6-1-67,-2-3 70,2 3 0,-4-6-12,1 3 1,-1 2-105,-2-6 1,0 4-213,0-3 1,0-1-272,0-3 1,0-1 244,0 1 0,0 0 404,0-1 0,-5-4 0,-2-2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7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17451 7252 13574,'0'7'-3700,"0"-2"4016,0-5 223,5 0-156,-4 0-128,5 0 7,-6 0-94,5 0-17,-4 0 68,4 0 1,-4 0 370,3 0-417,-3 0 3,4 0-52,0 0 26,-3 0-38,8 0 3,-4 0-199,6 0 133,-1 0 0,-3 0-132,-1 0 0,-3 0 114,4 0 1,-5 0-13,5 0 0,-4-4 164,4 0 0,-5 0-21,5 4 1,-4 0-122,3 0 1,-3 0 8,4 0 1,-4 0 29,3 0 1,1 0-31,3 0 0,-3-1 75,-1-3 1,1 3 3,3-3 0,-3 3-196,0 1 0,-1 0-31,5 0 1,-5-4 247,1 0 1,0 0 171,3 4-314,0 0 0,1 0 8,-1 0 0,1-3 3,-1-1 0,1 0-84,-1 4 1,0 0 34,1 0 0,-1 0 20,1 0 0,-1 0-106,0 0 1,1 0 2,-1 0 0,1 0 148,-1 0 0,1 0 3,-1 0 1,0 0-118,1 0 0,3 0 50,0 0 0,1 0 30,-5 0 1,0 0-5,1 0 0,3 0-11,0 0 1,0 0 7,-3 0 0,-1 0-10,1 0 1,3 0 23,0 0 0,0 0-1,-3 0 0,-1 0-10,1 0 0,3-1 41,0-3 1,0 3 23,-3-3 1,0 3-65,4 1 0,-4 0-14,4 0 1,0 0-2,-1 0 1,2 0-4,-2 0 0,-1 0 30,5 0 0,-5 0-1,1 0 1,2 0-74,-2 0 0,4 0 1,-4 0 1,4 0 41,-3 0 1,4 0 21,-1 0 1,-1-4 42,1 0 0,-5 0-38,1 4 0,1 0-40,0 0 1,3 0-4,-4 0 1,0 0-4,-4 0 0,2 0 3,2 0 0,-2 0 6,2 0 0,-2 0-13,-2 0 0,2 0-45,2 0 0,-2 0 23,2 0 0,-2 0 39,-2 0 0,2 0 0,2 0 1,-2 0 0,2 0 0,2 0-2,-2 0 1,1 0-3,0 0 0,-2 0-3,5 0 1,-5 0-4,1 0 0,1 0-4,0 0 1,3 0-3,-4 0 0,4 0-3,-4 0 1,4 4-43,-4 0 0,4 0 21,-3-4 1,3 0 22,-4 0 0,5 0 2,-1 0 1,-1 0 2,1 0 1,-5 0 3,1 0 0,3 0 2,1 0 0,-1 3-33,1 1 0,-1 0 52,1-4 1,2 1-27,-2 3 1,-1-3-28,1 3 0,-4-3 11,4-1 1,-3 4-14,3 0 0,-2 0 10,2-4 0,3 0 22,-3 0 0,3 4 45,0-1 0,0 1-1,-3-4 1,3 0-3,-3 0 1,6 0 8,2 0 1,-1 0-30,-3 0 1,4 0 34,-1 0 1,1 0-61,-4 0 0,1 4 3,3 0 0,-6 0 8,6-4 1,-6 0-1,6 0 1,-3 0-20,-1 0 1,0 0 18,0 0 0,3 0 3,1 0 1,0 0 13,-4 0 1,-1 0 5,1 0 0,4 0-15,-1 0 0,1 0-1,-4 0 1,1 0-3,3 0 0,-3-2-9,2-1 0,-1 1-7,-3-1 0,5 1-7,0 2 1,-1-4-3,-3 1 1,0-1-5,0 4 0,4-1 0,-1-3 0,1 2-7,-4-1 0,0 1 9,-1 2 0,1-1-11,0-3 0,-1 3-12,-3-3 1,1 3 7,-5 1 1,4 0 13,-4 0 0,5 0 8,-5 0 0,1 0 9,-1 0 0,-1 0 7,5 0 0,-3 0 12,3 0 0,-5 0 4,1 0 0,-2 0 10,-2 0 0,0 0 1,1 0 1,-1 1 0,1 3 1,-1-3-30,1 3 1,3-3-4,0-1 1,0 4-22,-3 0 0,-5 0-70,1-4-10,-1 0 0,4 1 98,-4 3 0,0-3-378,-4 3 179,-1-3-260,3-1 95,-5 0 1,-5 0-1,-2 0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2467 10153 8517,'0'-6'-2435,"0"1"2435,0 5 0,0-5 0,0 3 0,0-3 0,0 5 0,5 0 0,-4-5 0,4 4 0,-5-4 0,0 5 0,0-5 0,0 4 0,0-5 0,0 6 0,0-5-328,0 4 357,5-4 39,-3 5-46,3 0 9,-5 0-12,0-5-50,0 4 68,5-4 1,-4 5 38,4 0 220,-5 0-230,0-5-80,0 3 80,5-3-2,-3 5 15,3 0 9,-5 0-7,5 0-39,-4 0 1,5 0 64,-2 0-66,-3 0 0,6 0 103,-3 0-91,-3 0 0,5 0 1,-2 0 1,-2 0 36,6 0 9,-5 0 9,7 0-8,-4 0-64,6 0 1,-5 0 12,1 0 0,-4 0-47,3 0 1,-3-1 118,4-3-62,-1 3 0,5-4 23,-1 5 1,-3-1 8,-1-3 0,1 2-47,3-1 0,1 0-2,-1-1 0,-3 3 9,-1-3 1,1-1 8,3 1 1,1-1-11,-1 1 0,1 3-5,-1-3 0,-3-1-9,-1 1 1,1-3-12,3 3 1,1-4 9,-1 5 0,1-5-9,-1 4 1,0-5-10,1 2 1,-4 0-75,-1 0 0,2 3 115,6-4-91,-2 6 42,9-8 1,-6 7 2,3-4 11,-2 4 1,-6-2 7,0 5 0,1 0-30,-1 0 1,1 0 2,-1 0 1,-3 0-22,-1 0 0,1 0 47,3 0-35,1 0 1,-1 0 42,1 0 1,-5 0 1,1 0 0,-1 0 2,5 0 1,-5 0 11,1 0 0,0 0-22,3 0 0,-3 4 0,-1 0 1,1-1-6,3-3 0,1 0 7,-1 0 0,-3 0-10,-1 0 1,1 0-32,3 0 1,1 4-6,-1 0 0,1 0-6,-1-4 1,1 1-3,-1 3 1,0-3 0,1 3 1,-5-3 13,1-1 0,0 4 91,3 0 0,1 0-81,-1-4 0,0 1 46,1 3 1,-5-3 0,1 3 0,0-3 7,3-1 0,0 0 2,1 0-29,-1 5 0,1-4-15,-1 3 0,1-3-11,-1-1 1,0 4 26,1 0 0,-1 0-14,1-4 1,-1 0 20,1 0 1,-1 1-27,0 3 0,1-3 4,-1 3 0,1-3 23,-1-1 1,4 0 7,0 0 0,1 0-42,-5 0 1,1 0 21,-1 0 0,2 4-24,2 0 0,-2 0 18,2-4 0,-1 0 6,1 0 1,-2 0-3,2 0 0,-1 0-8,1 0 1,-2 0-21,2 0 1,-1 1 3,1 3 1,-2-3-8,2 3 0,2-3-4,-2-1 1,0 4 10,-3 0 0,3 1 5,0-1 1,1-3 33,0 3 0,-4-3-23,4-1 1,-4 4 1,0 0 0,0-1 1,4-3 0,-4 2 5,4 1 1,-4-1 56,0 2 0,-1-2-56,1 2 1,-1-3-2,0 3 0,5-3 2,-1-1 1,0 4-39,-4 0 1,1 0 38,-1-4 0,2 0-4,2 0 1,-2 0-7,2 0 1,-2 0-4,-2 0 1,1 3 17,-1 1 0,4 0 12,1-4 0,0 0-11,-1 0 1,-2 0-8,2 0 1,-1 4-9,1 0 0,-1-1 9,5-3 0,-5 4-3,2 0 1,0 0-15,-1-4 0,2 1-7,-2 3 0,-1-3-9,5 3 1,-5-3 6,1-1 1,2 2-25,-2 1 0,0-1 33,-3 1 0,3-1-37,0-2 0,0 0 22,-3 0 1,3 1-3,0 3 1,0-3 1,-3 3 0,0-3 2,4-1 1,-4 0 48,4 0 1,0 0 13,-1 0 0,2 0-57,-2 0 0,-1 0 10,5 0 1,-5 0-32,1 0 0,3 0 13,1 0 1,-2-4-6,-2 1 1,1-1 6,-1 4 0,6 0-2,-2 0 0,-1-4-17,1 0 0,-4 0 15,4 4 0,-4 0 2,4 0 0,-1-3 1,1-1 0,1 0-25,-5 4 0,2 0 11,-2 0 0,2 0-3,2 0 1,1 0 10,-5 0 1,6 0 0,-2 0 0,-2 0 11,2 0 1,-3 0-16,3 0 0,-4 0 19,4 0 1,-1 0-16,1 0 0,1 0 16,-5 0 1,6 1-10,-2 3 0,-2-3-1,2 3 1,-1 1-2,1-1 0,3 0 0,-3-4 0,1 4 0,-1-1 0,3 2 0,-3-1 0,2-3-19,2 3 1,0-1 16,0 1 1,0-3-24,0 3 1,3-2 22,1 2 1,-1-1-2,-3 4 0,0-4-1,0 1 0,4 1 0,-1-2 1,1 5-10,-4-4 1,0 1 0,-1-1 0,1-2-21,0 6 1,0-6 24,0 2 0,0-2 34,0-2 0,-1 0-3,1 0 1,0 0 2,0 0 1,-2 0 15,-2 0 0,6 0 10,-6 0 0,5 0 88,-5 0 1,2 0-78,2 0 0,0 0-50,0 0 0,0 0 33,0 0 1,-1 0-94,1 0 1,1-4 30,3 0 1,-3 0-16,3 4 1,-3 0 25,-1 0 1,0-1-17,-1-3 0,1 3 167,0-3 0,0 1-137,0 0 1,0 1 0,-1-1 0,1 1 13,0 2 1,0-4-52,0 1 0,-2-1 16,-2 4 0,3 0-7,-3 0 0,3 0 12,0 0 0,1-4-13,0 0 0,0 0 46,0 4 1,0-1-35,0-3 0,3 3 18,1-3 0,-1 3-8,-3 1 0,1-1-3,3-3 0,-3 3-1,3-3 1,-3 1-2,-1-1 0,3 3-1,1-3 1,4-1-4,-5 2 0,1-5 0,-4 4 0,1-3 2,2 3 0,-1-1-1,1 1 1,-2 1 0,-1-4 1,0 4 42,0-1 1,2-1-43,-2 1 1,2 1 0,-6 3 1,3-2-20,1-1 1,0 1-4,0-2 0,-4 3-10,0 1 1,0 0 25,3 0 1,-2-4-16,-1 1 0,-2-1 4,2 4 1,2 0 21,-6 0 0,4 0-10,-4 0 1,2 0 2,-2 0 0,-2-4-67,2 0 0,-3 0-5,0 4 0,-4 0-114,-1 0 159,1 0 0,-1-3-285,1-1 197,-5 0-292,2 4 121,-5 0-323,0-5 61,0 4-461,0-10-68,0 10 352,0-4 730,0 0 0,0-1 0,0-6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17417 11227 8550,'-7'0'-1288,"1"0"785,2 0 243,3 0 1,-5 0 158,2 0-33,3 0 126,-4 0 747,5 0-666,5 0 0,-3-4 1,6 0 1,-4 0 68,3 4-70,-4-5 0,6 3 10,-6-6-20,6 6 0,-2-4-50,4 6 1,-3-1 40,-1-3 0,-3 3 78,4-3-67,-1 3 0,5 1-3,-1 0 1,1-4 5,-1 0 0,0 1 5,1 3 0,-1 0 29,1 0 0,-1 0-34,1 0 1,-1-2 8,0-1 0,5 1-22,-1-2 0,1-1 4,0 2 1,-2-3-18,5 3 0,0 1-11,3-1 0,1 0-36,0-1 1,1 3-13,3-3 0,-3 3-50,3 1 0,1 0 93,-2 0 1,6 0 5,-2 0 0,-2 0 22,-1 0 1,1 0-1,-1 0 0,0 0 20,0 0 0,-2-4 15,6 0 0,-6 1-23,2 3 0,1 0-2,-1 0 1,3 0-1,-3 0 1,-1-4 0,-3 0 0,4 0-12,-1 4 0,0 0 0,-7 0 1,2 0-77,-2 0 1,3 0 13,1 0 1,0 0-7,0 0 0,-4 0 16,0 0 1,-2 4-15,2 0 1,-1 0 98,-3-4 1,-1 0-69,5 0 1,-3 0 11,3 0 0,-5 0-19,1 0 0,-2 0 7,-2 0 1,0 0-57,1 0 0,-5 0-12,1 0 1,-4 0-25,3 0-243,-4 0-297,2 0-2076,-5 0 2690,-5 0 0,-1 5 0,-6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0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2513 14082 8223,'6'0'-1463,"-1"0"1511,-5 0-380,0-5 273,0 4 131,0-4 28,0 5-113,5 0-15,-4 0 48,4 0-1,-5 0 51,6 0 1,-4 0-46,6 0 63,-6 0-66,8 0 0,-3 0 6,4 0 0,-3 3-17,-1 1 0,1 0 3,3-4 1,1 0-10,-1 0 0,2 0-6,2 0 1,-2 0 15,2 0 0,2 0-5,-2 0 0,4 0 28,-4 0 1,2-1-9,-2-3 0,-1 3 7,5-3 1,-1-3-8,1 0 0,2 0 6,-2 0 1,-1 1-6,1-2 0,-4-2 1,4 2 1,0 2-31,4-2 1,-4 4 22,0-3 0,0 4-15,4-1 1,0 3 12,0 1 0,-2-1-3,-2-3 1,3 3-19,-3-3 1,4 3 0,3 1 1,-1 0 13,1 0 0,-2 0 2,-1 0 0,0-4 37,0 0 0,0-4-37,0 5 1,1-2 2,2 1 1,-2 1 8,3-4 0,1 3 4,-1-4 0,1 4-12,-2-3 1,0 3-4,4-4 0,-3 5-3,3-5 0,-5 4-3,2-3 1,-1 4-19,0-1 0,-2-1 19,3 1 1,-3 1-9,-1 3 0,4 0 4,-1 0 1,1 0 0,-4 0 1,1 0-4,2 0 1,-1 0-6,1 0 1,2 0 61,-1 0 0,-1 0 11,-3 0 0,4 3-100,0 1 0,-2 0 45,-6-4 1,3 0-13,-3 0 0,1 1 35,-1 3 1,1-3 1,-5 3 0,4-3 10,-3-1 0,3 0-2,-4 0 1,4 0-30,-4 0 1,4 0 13,-4 0 1,5 0-80,-5 0 0,0 0 72,-4 0 0,1 0-299,-1 0 84,1 0-95,-1 0 93,1 0 0,-5 0-645,1 0 829,-6 0 0,3 0 0,-5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0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5779 13134 6669,'0'8'-739,"0"-1"785,0-4-30,0 7 1,4-8-22,0 6 0,-1-4-14,-3 3 10,0 1 1,0 4 1,2-1 4,1 0 1,-1-3-7,2 0 1,-2-2-6,2 2 1,-3 2 10,3-3 1,-2 0 0,2 0 0,-2-3 4,1 4 1,-1-4 0,-2 3 0,0-3 41,0 4 6,5-6-32,-4 3-2,4-5 15,-5 0 1,0-5-20,0-3 0,0 2-1,0-1 1,0-1-7,0-4 1,-4-3-3,0 0 0,1-4 4,3 4 1,0-6-2,0 2 0,0-2 13,0-2 1,1 0-11,3 0 0,-2 0 11,6 1 1,-1-1-11,5 0 1,-3 1-23,2 3 1,-2 3 16,6 4 0,-2 2-1,-2 3 0,5 2-8,-1 5 1,4 1-2,-4 3 1,5 3 1,-1 8 1,-1 2-4,1 2 1,-3 3-63,3-3 1,-2 3 63,2 5 0,-1-7 4,-3 3 0,-2-2 0,4 1 0</inkml:trace>
  <inkml:trace contextRef="#ctx0" brushRef="#br0" timeOffset="1">6453 12826 8114,'6'0'-2094,"4"0"2094,-8 0 0,3 0 0,-4 0 0,3 0 0,-3-2 159,3-1-125,-3 1-15,4-3 0,-2 5-13,4 0 1,-3-4 2,4 1 0,-4-1-25,3 4 0,-3-1 30,4-3 1,-1 1-97,5-4 1,-5 4 78,1-1 1,-1-1-91,5 1 0,-1-5 41,1 2 1,-1 2 51,1 1 0,-1 1 0,0 0 0,1 1 0,-1-3 0</inkml:trace>
  <inkml:trace contextRef="#ctx0" brushRef="#br0" timeOffset="2">6498 13020 8114,'7'0'-940,"3"0"1,-7 0 933,4 0 1,-3-4-13,4 0 1,-5-1-1,5 1 0,0 2-34,3-6 0,0 1-7,1-5 0,3 1 13,0-1 0,6 0 15,-2-4 31,-3 4 0,11-10 0,-3 4 0</inkml:trace>
  <inkml:trace contextRef="#ctx0" brushRef="#br0" timeOffset="3">7127 12426 8176,'-8'0'-977,"0"0"1,5 4 911,-5 0 0,4-1 65,-3-3 0,3 2 159,-4 1 1,4-1-166,-3 1-4,4 4 1,-6-5 5,5 6 0,-3-4-8,3 3 0,0-3-20,4 4 0,-1-4 43,-3 3 0,3 1-23,-3 3 1,3 1 4,1-1 1,-4 1-7,0-1 0,0 0 16,4 1 0,0-1-1,0 1 0,0-1 38,0 0-17,0 1 1,0-1-22,0 1 0,2-6 5,1-2 0,0 1-6,5-1 0,-5 0 6,5-4 1,0 0-19,3 0 1,1 0 7,-1 0 1,0 0-2,1 0 1,0 0-2,4 0 1,-4 0 1,4 0 1,-4 0 10,0 0 1,0 0-9,4 0 15,-4 5 1,5 0-14,-6 2 0,-3 3 39,-1-2 0,-4 2-39,1 2 0,-3 3 0,-1 0 0,0 5-8,0-1 1,-5-1-5,-3 1 0,-2-1-116,-1 1 1,-1 1 71,1-4 1,0-1 53,-1-4 0,-4 1 0,-2-1 0</inkml:trace>
  <inkml:trace contextRef="#ctx0" brushRef="#br0" timeOffset="4">7287 12152 7629,'-12'0'-1267,"4"0"1346,1 0-248,4 0 164,-2 0-63,5-5 0,2 3 56,1-1 1,0-2-200,4 1 179,1-5 32,4 8 0,-1-10 0,0 5 0</inkml:trace>
  <inkml:trace contextRef="#ctx0" brushRef="#br0" timeOffset="5">7401 12540 8093,'5'12'-1173,"-4"-1"907,3 0 0,-3 5 247,-1-1 0,0 1 23,0 0 1,0-2-1,0 5 0,0-2-57,0 2 0,0 3 53,0-3 0,0-3 0,0 1 0</inkml:trace>
  <inkml:trace contextRef="#ctx0" brushRef="#br0" timeOffset="6">7572 12414 8179,'6'-11'-865,"5"0"1,-9 0 838,6 4 1,-5 1 44,5 2 0,-2 1 4,2-4 0,2 3-12,-2-4 0,-2 6 3,2-2 1,-1-1-38,5 1 0,-1 0 3,1 4-85,-1 0 95,1 0 1,-2 5-7,-3 3 0,-2 3-2,-5 4 0,0-1-5,0 5 0,-1 0 30,-3 4 1,-2 0-19,-5 0 0,3 0 26,0 0 0,1 1-42,-5 2 0,1-3 1,-1 0 0,2 0 25,3-4 1,-4-1-4,4 1-4,2-5-4,-5 2 108,8-4-101,-3-1 0,7-5 78,1-2-65,4-2 0,8-2-5,0 0 1,0-6-40,-3-1 0,3 0-99,0 0 1,4-2 134,-3-6 0,4 2 0,-2-3 0</inkml:trace>
  <inkml:trace contextRef="#ctx0" brushRef="#br0" timeOffset="7">8029 12403 8091,'0'-11'-749,"0"4"1,1-2 700,3 6 1,2-5-4,6 4 1,3-5-2,0 2 1,2-1-9,-2-3 1,1 2-22,3-6 0,2-2 45,-6 2 1,0 0 54,-3 3 1,-1-3-102,0 0 204,1-1 1,-6 5-52,-2 0 1,-3-1 59,-1 1 0,0 3-89,0 1 1,-5 0 15,-2 0 1,0-4-43,0 4 1,-1 1 28,-3-2 0,-1 5-98,1 0 0,-1 1 31,1 2 1,-1 0-18,1 0 1,-2 0 59,-2 0 0,2 2-3,-2 1 1,3 4 11,0 4 0,-3 2 8,0 2 1,1-1-34,6 5 0,-2 0 14,2 4 0,3 4-36,1-1 1,3 2 11,1-1 0,0-3-5,0 3 1,5-2 4,3 2 0,3-7-10,5 3 1,-3-7 6,7 3 0,-5-5 2,4 1 0,0-7-53,4-4 0,-1-3 53,1-1 1,1 0-139,3 0 1,-3-5 19,3-3 1,-3-6 123,-1-1 0,5-5 0,1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9191 2277 8213,'0'10'-1564,"0"-3"1663,0-7-256,0 0 268,-8 0-144,6 0 55,-6 0 0,8 0-17,0 0 3,-8 0-24,7 0-14,-7 0 44,8 0 103,0 0-66,8 0-24,-7 0 0,9 0 30,-4 0-12,-4 0-24,13 0 0,-11 0-3,8 0 0,-6 2 27,5 4-16,-7-4 17,11 6-22,-5-8 0,2 0-7,-1 0 1,-5 0-2,6 0 1,-7 0 22,7 0 2,0 0-61,5 0 34,0 0 1,1 0 7,-1 0 1,-5 0-6,-1 0 0,-5 0 17,6 0-15,-1 0 0,7 2 0,-1 3 0,-6-3-1,1 4 0,0-4-34,5-2 0,0 0 27,1 0 1,-7 0 34,1 0-34,0 0-7,5-8 1,0 6 5,1-3 1,-1-3 0,0 2 0,1 0-22,-1 6 0,1 0 21,-1 0 0,0-5-26,1-1 1,5 0 12,0 6 0,2 0-3,-2 0 0,-3-2 3,3-4 0,-4 4-1,-2-3 0,7 3 2,-1 2 0,0-2 0,-6-4 0,1 4 28,-1-4 1,0 4-26,1 2 1,-1-6 29,0 1 1,1-1-30,-1 6 0,1 0 1,-1 0 0,0-6 4,1 0 1,-1 0 1,0 6 0,1 0 0,-1 0 1,1 0-2,-1 0 1,0-1 3,1-5 1,-1 4-8,0-4 0,1 4 11,-1 2 1,1 0-9,-1 0 1,2-6-1,4 0 0,-3 1-5,3 5 1,-4 0-1,-1 0 1,1 0 0,4 0 0,-4 0-2,4 0 1,-3 0-16,-3 0 1,1-2 14,-1-4 0,0 4 22,1-4 1,-1 4-16,0 2 1,1 0-1,-1 0 1,1-6-4,-1 1 0,0-1 2,1 6 0,-1 0 1,0 0 0,-5 0 2,0 0 0,-1 0-23,7 0 0,-1 0 18,0 0 0,1 0 4,-1 0 0,-5 0 2,-1 0 1,1 0 0,5 0 0,1 0-8,-1 0 1,0 0 1,1 0 1,5 0 5,0 0 1,0 0 0,-6 0 1,1 0-15,-1 0 1,1 2 7,-1 4 0,0-4-22,1 3 0,-1-1 18,0 2 1,1-4-4,-1 4 1,1-4 9,-1-2 0,-5 5 1,-1 1 1,1 0 9,5-6 0,0 0 2,1 0 1,-1 6-11,1 0 1,-1-1-1,0-5 0,1 2 10,-1 4 1,0-4-17,1 4 1,-1-2-3,1 2 0,-1-5 13,0 5 1,6 2 0,1-2 1,-1 0-2,-6-6 1,1 5 2,-1 1 0,2 0-10,4-6 1,-3 2 3,3 4 0,2-4-23,-2 3 0,6-3 9,-6-2 1,6 0-3,-6 0 0,8 0 0,-2 0 1,-2 0-5,2 0 1,-2 0 11,2 0 0,2 0 0,-8 0 0,8 0-7,-2 0 1,-2 0 2,2 0 1,-2 0 15,2 0 1,4 0-18,-4 0 1,2 0-1,-2 0 1,3 0-5,-3 0 0,0 0-3,6 0 0,-10 0 1,10 0 0,-6 0-2,0 0 0,4 0 1,-4 0 1,-2 0 1,2 0 1,-2 0-4,2 0 0,-2 0 3,-4 0 0,-2 0 6,8 0 1,-8 0 10,2 0 1,-1 0 2,1 0 0,-4 0-6,4 0 0,-3 0 3,-3 0 0,0 0-6,1 0 1,-1 0 0,0 0 0,1 6-15,-1 0 0,1 0 9,-1-6 0,0 0-3,1 0 1,-1 6-1,0-1 1,-5 1-2,0-6 1,-1 0-6,7 0 0,-9 0-5,7 8 14,-14-6-8,13 5 0,-13-7 0,6 0-97,-8 0-1339,0 0 1149,-8 0 1,6-1-4,-4-5 1,4 2 292,2-8 0,0 1 0,0-7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12214 4693 7640,'9'-8'-862,"1"6"843,-4-3-61,-4 3 106,13-6 0,-5 6-13,7-4 1,-5 4-23,-1 2 0,1 0-10,5 0 0,1 0 11,-1 0 1,2 0-23,4 0 0,-3 0-5,3 0 1,-2 0-109,2 0 0,-3 0 61,3 0 0,-4 0 50,-2 0 0,1 0-222,-1 0 254,-7 0 0,5-8 0,-5-1 0</inkml:trace>
  <inkml:trace contextRef="#ctx0" brushRef="#br0" timeOffset="1">12214 4710 7964,'-8'10'-1586,"6"-2"1607,-6-1 1,2-3 9,1 8 1,-1-6 49,6 5-31,0 1 1,0 5-29,0 1 1,0-1-9,0 0 0,0 7-13,0-1 0,6 2 19,-1-2 0,3-2-56,-2 8 1,-4-2 10,4 2 1,-4-2-7,-2-4 0,5-3 2,1 3 20,0-4 0,-6-1 17,0-1-25,8-7 80,-6-3 1,7-7-37,-3 0 1,-2 0 8,7 0 1,-1-2-15,2-3 1,5-3 1,0-4 1,1-3-47,5 3 1,-4-1-9,-1 1 0,-1-3-166,0 3 1,1-1 113,-1 1 0,1-3-55,-1 3 1,0 2 136,1-1 0,-1-9 0,0-7 0</inkml:trace>
  <inkml:trace contextRef="#ctx0" brushRef="#br0" timeOffset="2">12648 4658 7964,'6'12'-498,"-1"-1"1,1-5 332,-6 6 1,0-6 97,0 5 0,0 1 54,0 5 0,6 1 14,0-1 1,0 2-10,-6 4 0,0-1-43,0 7 1,5-6 75,1 6 1,0-6-82,-6 6 0,0-6-7,0 6 1,0-6-61,0 6 73,0-8 1,0 5-61,0-9 110,0-7 0,0-3 0,0-7 0</inkml:trace>
  <inkml:trace contextRef="#ctx0" brushRef="#br0" timeOffset="3">12752 4902 7964,'16'-2'-2053,"-5"-4"2256,5 4 0,-13-6 119,9 8-579,-8 0 181,11 0 92,-5 0 1,2 0-28,-1 0 0,-5-2-6,6-4 0,-7 5-200,7-5 217,-8 4 0,11 2 0,-5 0 0</inkml:trace>
  <inkml:trace contextRef="#ctx0" brushRef="#br0" timeOffset="4">12908 4658 7964,'-7'10'-1159,"3"5"940,-8-3 1,8-2 253,-1 1 0,3 1-38,2 5 1,0 1 4,0-1 0,0 6 82,0 0 1,0 2-89,0-1 0,0-3 62,0 8 0,0-2-81,0 2 0,2 4 0,3-4 0,-3 1-20,4-1 0,-2 4-141,2-4 0,-4-2 109,4 2 1,-5-8-150,-1 3 224,8-5 0,2-9 0,7-3 0</inkml:trace>
  <inkml:trace contextRef="#ctx0" brushRef="#br0" timeOffset="5">13204 4728 7961,'0'17'-191,"0"1"1,-6-1-195,0 0 1,0 1 262,6-1 0,0-5 31,0-1 1,0 1 127,0 5 0,0-5 28,0-1 3,0 1 11,0 5-62,0 1 1,6-7-12,0 1-6,8-8 1,-5 3-3,9-7 0,-7-1-10,1-5 1,-3 2 3,3-8 1,3-1-8,-3-10 0,-2 1 4,1-7 1,-7 6 8,2-6 0,-2 6-54,2-6 0,-5 8-44,5-2 41,-4 3 1,-2 3-76,0 0-204,0 7 338,-8 2 0,-1 8 0,-9 0 0</inkml:trace>
  <inkml:trace contextRef="#ctx0" brushRef="#br0" timeOffset="6">13603 4519 8000,'0'12'-2,"0"-1"-300,0 1 1,0 5 168,0 1 1,0 1-122,0 4 0,0-4 130,0 5 0,0 1 31,0-2 1,0 8 81,0-2 0,0-2-11,0 2 0,0-6-107,0 6 0,0-6 125,0 6 4,0-8 0,0 12 0,0-6 0</inkml:trace>
  <inkml:trace contextRef="#ctx0" brushRef="#br0" timeOffset="7">13395 5023 7998,'-2'12'-544,"-4"-1"1,4-5 364,-4 6 0,-1-1-168,1 7 434,-8-1 1,13 1-113,-5-1 1,-2 0 39,2 1 0,0-1-9,6 0 0,0 1 3,0-1 1,-5 1-7,-1-1 0,0-5 2,6-1 1,0-5-42,0 5 0,6-5-276,0 6 312,7-8 0,-3 3 0,7-7 0</inkml:trace>
  <inkml:trace contextRef="#ctx0" brushRef="#br0" timeOffset="8">13656 5058 7968,'0'12'-96,"0"-1"71,0-7 1,0 6-244,0-5 1,0-1 9,0 8 54,0 0 1,0 5 33,0 0 1,-6-5 178,0-1 1,0 1-92,6 5 0,0-5 79,0 0 1,-2-1-169,-4 7 171,5-9 0,-15 7 0,6-7 0</inkml:trace>
  <inkml:trace contextRef="#ctx0" brushRef="#br0" timeOffset="9">13360 5284 7968,'10'0'-782,"-2"0"656,-1 0 0,-3 0-174,8 0 141,-8 0 67,11 0 51,-5 0 0,7 0-7,0 0 0,1 0 8,-1 0 1,-5 0-325,-1 0 364,1 0 0,5-8 0,1-1 0</inkml:trace>
  <inkml:trace contextRef="#ctx0" brushRef="#br0" timeOffset="10">13395 5371 7557,'10'0'-584,"5"0"0,-5 0 442,7 0 1,0 0 115,1 0 1,1 0 25,4 0 0,-3 0 0,12-8 0,-5-2 0</inkml:trace>
  <inkml:trace contextRef="#ctx0" brushRef="#br0" timeOffset="11">14107 4658 6805,'-11'6'-12,"-1"0"0,6 2 2,-5-3 1,7-1 0,-2 8 1,-2-6-13,3 5 1,-3-5 45,2 6 1,4-1-6,-4 7 1,-1-7 53,1 1 0,0-1-59,6 7 0,0-1 50,0 0 0,0 1-64,0-1 1,2-5 1,4-1 1,-2-1-6,7 2 1,1 1-11,5-7 1,-5 0-8,-1-6 1,3 0-85,9 0 0,-4-8 40,4-4 1,-5-5 40,-7-6 1,5 4 0,-5-5 0,-1-1-4,2 2 1,-8-2 0,1 2 0,-3 3-12,-2-3 9,0 4 19,0 2 7,0-1-135,-7 1 0,3 7 113,-8 4 0,6 4-217,-5 2 240,7 0 0,-12-7 0,7-3 0</inkml:trace>
  <inkml:trace contextRef="#ctx0" brushRef="#br0" timeOffset="12">14246 4623 7956,'0'10'-365,"0"-2"204,8 0 190,-6-7 0,6 9-356,-8-4 189,7-4 0,-3 6 52,8-8 0,-8 2 69,1 3-32,5-3-7,0 6-305,7-8 196,0 0 105,1 0 60,-1 0 0,1 0 0,-9 0 0,-1 0 0,0 8 0,1 1 0</inkml:trace>
  <inkml:trace contextRef="#ctx0" brushRef="#br0" timeOffset="13">14229 4902 6553,'10'0'-285,"-1"0"416,-3 0 31,-4 0-153,13 0 1,-5 0 17,7 0 1,-5-2-40,0-4-16,-1 4 0,6-12-106,1 9 1,-1-3 65,1 2 0,-7 4 68,1-4 0,-1-3 0,7-1 0</inkml:trace>
  <inkml:trace contextRef="#ctx0" brushRef="#br0" timeOffset="14">14472 4589 7917,'-10'2'-39,"5"3"1,1-3 244,-2 4-469,4 4 0,-6-6 123,8 7-74,-7-7 130,5 12-174,-6-7 227,8 9 0,0-1-14,0 0 1,6 1-32,0-1 1,-1 2 23,-5 5 0,0-5-79,0 4 0,0-2 63,0 3 1,0-5 67,0 4 0,0 4 0,0 0 0</inkml:trace>
  <inkml:trace contextRef="#ctx0" brushRef="#br0" timeOffset="15">14159 5110 7917,'0'12'0,"0"-1"-616,0 1 564,0 5 0,0 1-81,0-1 0,0-5-5,0-1 175,0 1 0,0 5-29,0 1 0,0-7-11,0 1 56,8-8 1,2 9 30,7-7-111,0 0 1,1-6 65,-1 0 1,6 0-111,1 0 1,-1 0 32,-6 0 0,8-2-11,4-4 1,-4-2-21,-2-3 0,3-5-256,-3 5 325,8-5 0,-4-9 0,7-2 0</inkml:trace>
  <inkml:trace contextRef="#ctx0" brushRef="#br0" timeOffset="16">14889 4589 7962,'0'17'-721,"0"0"636,0 1 0,-6-7-169,0 1 0,1-6-115,5 5 335,-8 1 1,4 5 42,-7 1 1,7-7-7,-2 1 1,-2 0 8,2 5 0,-5 0 1,5 1 0,-6 5-13,7 0 1,-7 0 3,6-5 0,-7 1-186,1 4 182,-3-4 0,-3 14 0,1-6 0</inkml:trace>
  <inkml:trace contextRef="#ctx0" brushRef="#br0" timeOffset="17">14802 4954 7890,'2'11'-168,"4"1"0,-4-6-154,4 5 0,-3-5 148,3 6 0,-4-7 168,4 7 1,2-6-86,-2 5 1,1-5 14,-1 6 0,2-6 31,3 5 0,5-5 0,-5 6 0,5-9-11,1 3 0,-5 2 56,-1-2 0,1 0 0,5-6 0</inkml:trace>
  <inkml:trace contextRef="#ctx0" brushRef="#br0" timeOffset="18">15045 4676 6518,'10'0'-354,"-2"0"349,-8 0 103,0 0 0,0 7-44,0 3-24,8 7 0,-7 1-19,5-1 1,-4 2 5,-2 5 1,0-3-42,0 8 0,0-6 40,0 6 0,0 0-24,0 6 0,0-6-29,0 0 0,0-6-6,0 6 1,0-8-7,0 2 0,-6-3-228,1-3 226,-1-7 51,6-3 0,0 1 0,0 2 0</inkml:trace>
  <inkml:trace contextRef="#ctx0" brushRef="#br0" timeOffset="19">15150 4919 6832,'9'0'-101,"1"2"85,-4 4-30,-4-4-40,13 5 0,-7-5-10,3 4 12,5-4 1,-12 6-41,7-8-221,-7 0 345,12 7 0,-14-5 0,13 6 0,-5-8 0</inkml:trace>
  <inkml:trace contextRef="#ctx0" brushRef="#br0" timeOffset="20">14802 5267 7890,'0'11'-309,"0"1"414,0-8-297,0 11 0,0-11 21,0 7 151,-8-7 50,7 12 1,-7-12-120,8 7 0,0-5 121,0 6 0,0-7-15,0 7 1,0-6-35,0 5 1,0-5 20,0 6 1,6-6-46,-1 5 1,3-7 42,-2 2 0,4 2-6,7-3 1,-5 1-15,-1-6 0,3 0-9,9 0 0,-4-2-45,4-4 1,-3 3-137,-3-9 1,0 2-122,1-1 329,-1-5 0,0 7 0,1-9 0</inkml:trace>
  <inkml:trace contextRef="#ctx0" brushRef="#br0" timeOffset="21">12161 5597 7889,'-9'8'-783,"1"-7"0,6 7 679,-4-8 104,4 0 0,-5 0 1,7 8-1,0-6 43,0 6-42,0-8 0,2 0 86,3 0 1,-1 0-57,8 0 0,-6 0 6,5 0 0,-5 0 77,6 0-47,-1 0 0,7 0-5,-1 0 1,-5 0 7,-1 0 1,1 0 80,5 0 1,0 0-97,1 0 0,-1 0-36,1 0 0,-1 0 1,0 0 0,6 0-11,1 0 1,5 0 1,-6 0 1,6 2-8,-6 3 1,6-3 13,-6 4 1,6-4-11,-6-2 0,2 0 25,-2 0 0,2 0-15,4 0 0,-2 0 49,-3 0 0,-3 0-6,8 0 1,-2 0 4,2 0 0,2 0-65,-8 0 0,6 0 2,-6 0 0,8 2 10,-2 4 1,-2-4-5,2 3 0,-6-3-39,6-2 1,-2 0 41,2 0 1,2 0 18,-8 0 1,8-2-10,-2-3 0,2 3 2,-2-4 0,3-2 29,-3 2 0,-2-1 10,2 1 1,0 4-16,6-4 1,-6 4 9,0 2 0,-2 0-40,2 0 1,4 0 19,-4 0 1,-2 0-68,2 0 0,-6 0 25,6 0 0,-6 0-9,6 0 1,-2 0 12,2 0 0,2 0-10,-8 0 0,6-6 19,-6 1 1,6-1 0,-6 6 1,2-2 165,-2-4 1,-1 4-97,7-4 1,-8 4-12,2 2 0,-2 0-63,2 0 1,-3 0-2,3 0 0,-4 0 27,-1 0 1,-1 0-9,0 0 0,-5 0 26,0 0 1,-1 0-6,6 0 1,1 0-43,-1 0 0,1 0 21,-1 0 0,-5 0-44,-1 0 0,1 0 19,5 0 1,0 0-7,1 0 1,-1 0 26,1 0 1,-5 0-10,4 0 0,-9 0 29,10 0 1,-5 6 6,4 0 1,-5 0-19,0-6 0,-1 0-4,7 0 0,-7 0-28,1 0 3,-1 0 1,7 0-6,-1 0 0,-5 2 0,-1 4 0,1-5-9,5 5 1,-5-4-1,-1-2 4,1 0 0,5 6 2,1 0 5,-1 0 1,0-6 1,1 0 44,-1 0 1,-5 2 3,-1 3 1,-5-3 25,6 4-28,-1-4 1,5 0-56,-5 4 9,5-4 1,-9 7-171,5-3 125,4-4-149,-7 6 1,3-2-160,-1-1 240,-7 1 0,6-4-113,-4 4 43,-4-4-73,5 5-280,-7-7 73,0 0-265,0 8 729,-7-6 0,-3 14 0,-7-7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2502 6257 22864,'0'10'-6872,"-2"3"4789,-4-7 1273,4 0 1,-6-4 1676,8 4-1075,0-4 59,0 5 93,0-7 1,0 2-917,0 4 1022,0-4 175,0 6 441,0-8 8,0 0-151,8 0 1,-4 0-27,8 0 1,-7 0 16,7 0 1,-6 0-6,5 0 0,-5 0 1,6 0 0,-7 0 23,7 0 0,0 2 187,5 4 1,0-5-518,1 5 1,-1-4-137,1-2 0,-1 0-44,0 0 0,6 6 196,1 0 0,5 0-101,-6-6 1,2 0-110,-2 0 0,-4 0-13,4 0 1,-3 0-216,-3 0 0,2 0 22,5 0 0,-9 0 114,8 0 0,-7 0 39,7 0 0,-4 0-205,-2 0 0,1 0 74,-1 0 0,6 0 112,1 0 1,5 0-3,-6 0 0,6 5 156,-6 1 1,6 0-61,-6-6 1,8 6 51,-2 0 1,-2 1 31,2-1 0,-6-4-69,6 4 1,-6-4-79,6-2 1,-8 0-15,2 0 0,-3 0-23,-3 0 0,0 0-163,1 0 0,-1 0 75,1 0 0,-7 0-57,1 0 0,-1 0 0,7 0 0,-1 0 69,0 0 1,1 0 52,-1 0 0,1 0 32,-1 0 0,0 0 5,1 0 1,-1-6-179,0 0 0,7 0-169,-1 6 336,0 0-11,2 0 49,2 0 1,0-5-136,-4-1 1,-3 0 56,-3 6 0,0 0 97,1 0 0,-1 0 185,0 0 0,1 0 84,-1 0-286,0 0 0,1 0 1,-1 0 0,-5-6-268,-1 0 1,1 1 288,5 5 1,-5 0 69,0 0 1,-7 0-92,7 0 0,-2-2-244,1-4-290,5 4 388,-7-6-606,9 8 1292,-1 0-301,0-8-368,1 7 1,-1-7 31,0 8 0,-5-6-167,0 0 301,-1 0-47,7 6 0,-3-1 662,-3-5-776,3 4 0,-5-6 44,7 8 0,-5 0 517,-1 0-104,1 0-11,5 0 0,1-2-153,-1-4 1,-5 4-206,-1-3 1,-5 3 72,5 2 0,-5 0 347,6 0-101,-1 0-248,7 0 1,-1 0 1,1 0-8,-1 0 1,0 0 123,1 0 0,-1 0 57,0 0 0,1 0-116,-1 0 0,1 5 112,-1 1 1,-5 0-34,-1-6 1,1 0-143,5 0 1,0 0 0,1 0 0,-7 0-3,1 0 1,0 0 12,5 0 0,0 0 1,1 0 1,-7 0-34,1 0-173,-1 0 1,7 0-23,-1 0 0,-5 0 38,-1 0 133,-7 0 1,6 0-28,-4 0-99,-4 0-56,5 0-59,-7 0-253,0-8 1,-2 6 369,-3-3 191,-5-5 0,-7 0 0,-1-7 0</inkml:trace>
  <inkml:trace contextRef="#ctx0" brushRef="#br0" timeOffset="1">17217 7439 12324,'0'-9'-2717,"0"1"1903,0 8 1635,0 0-618,8 0 0,-4 0 61,7 0-58,1 0 7,5 0-248,1 0 0,-1 2 349,0 4 0,1-4 1,-1 3 0,-5-3-285,-1-2 0,1 2 28,5 4 1,1-4-15,-1 4 0,2-4-27,4-2 0,-3 5 47,3 1 0,-4 0-25,-1-6 1,1 2-43,4 4 0,-4-4 37,5 3 0,1-3-33,-2-2 0,6 6 29,-6 0 1,8 0-47,-2-6 0,4 0 19,1 0 1,-5 0-47,0 0 0,0 2 52,6 3 0,0-3-52,-1 4 0,-1-4 20,-4-2 1,4 0 57,-4 0 0,-2 0-76,2 0 0,-6 2 82,6 4 1,0-4-2,6 4 0,-6-4-18,0-2 0,0 0-33,5 0 1,3 0 3,4 0 0,-3 0 27,9 0 0,-1 1 16,6 5 0,0-4 12,0 4 1,-2-4-64,-3-2 1,1 0-29,-7 0 0,1 0 36,-1 0 1,-11 0 6,5 0 1,-4 0 2,4 0 1,0 0-4,-1 0 1,1 0-3,0 0 1,-2 2 26,-4 4 1,3-4-2,-3 3 0,2-3-7,-2-2 0,4 0-6,-4 0 1,4 0 9,2 0 0,1 0 0,5 0 0,3 0 65,8 0 0,0 6 38,0 0 1,-1 0-136,-5-6 0,2 0 24,-7 0 0,5 0-37,-5 0 0,-1 0 33,-5 0 0,0 0-5,-1 0 1,1 0-1,0 0 1,-8 0-11,-4 0 0,-2 0-18,3 0 0,-3-2-21,8-4 0,-8 4 47,2-4 0,4 4 2,2 2 1,10 0-111,1 0 0,9 0 233,-3 0 1,2 0 192,-2 0 0,5 0-306,-5 0 0,-4 0-212,-1 0 1,1 0 245,-1 0 1,5-2-23,-5-3 0,-6 3-43,-6-4 0,-2 2-2,2-2 0,1 4-29,-6-4 1,1 5 28,-2 1 0,-4-6-47,4 0 1,2 0 57,-1 6 1,-1-6-21,-6 1 0,6-1 29,0 6 1,8-6-9,-2 0 1,-4 0 27,-1 6 0,3-5-25,1-1 1,3-2-34,-2 2 1,4 4 76,-4-3 0,-2 1-45,2-2 0,6 4 9,5-4 0,1 4-22,-6 2 0,-6 0 24,0 0 0,-6-6-75,6 1 0,-8-1 65,2 6 1,-4 0 26,-1 0 1,-1 0 1,1 0 0,-7 0-88,1 0-48,-1 0-110,7 0-66,-9 0 1,-3 0 290,-12 0-21,-3 0 0,-16-8 0,-2-2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2554 10568 23587,'10'0'66,"-3"0"-7,-7 0-48,0 0 5,8 0-12,-6 8-1285,6-6 1894,-8 5-2172,7-7 1591,-5 8 163,14-6 0,-12 6 43,7-8 0,-5 5-185,6 1 1,-7 0 84,7-6 0,-6 6 329,5 0 1,-1 1-822,2-1 0,3-4 1092,-3 4 0,3 2-787,2-3 1,1 3-232,-1-2 1,1-4-112,-1 4 1,0 1 244,1-1 1,-7 0-145,1-6 0,-1 6 151,7 0 177,-1-1-171,0-5 1,1 0-108,-1 0 1,-5-2-200,-1-3 1,1 3 168,5-4 0,-5 2-195,0-2 1,-1 4 152,6-4 1,1 3-21,-1-3 1,1 4-13,-1-4 1,0-2 7,1 3 0,-1-1 240,0 6 0,1-6 88,-1 0 0,1 0 80,-1 6 0,0-5-9,1-1 0,-1 0 5,0 6 0,1 0 99,-1 0 1,3-6-200,3 0 1,-4 1 182,4 5 1,-4-6-241,-1 0 0,5 0 217,0 6 0,0-2-141,-5-3 1,5 3 120,0-4 0,6 4-11,-6 2 1,6-2-190,-6-4 1,6 4 187,-6-4 0,2 5-33,-1 1 0,-3 0 136,8 0 1,-6 0-116,6 0 0,-8 0 40,2 0 1,-1-6-194,1 0 1,-2 0 19,8 6 0,-8 0 166,2 0 1,2 0-21,-1 0 1,1-6-217,-2 1 0,-4-1 58,4 6 0,-3 0 90,-3 0 0,0 0-5,1 0 1,1 0 170,4 0 1,-3 0-97,3 0 0,-4 0-72,-2 0 1,7 0-34,-1 0 1,8 0 166,-2 0 1,-2 0-89,2 0 0,-1 2 2,7 3 1,0-3-16,0 4 1,-2 2 73,-5-2 0,5 0-82,-4-6 1,2 5 67,-2 1 1,2 0-54,-8-6 1,6 0-69,-6 0 1,6 0 0,-6 0 0,6 0-78,-5 0 0,1 0 6,-2 0 1,-2 0-69,8 0 1,-6 0 78,6 0 1,-6-2-160,6-4 1,-2 4 61,2-4 0,4 5 137,-4 1 1,2-6-104,-2 0 0,4 0 63,-4 6 1,1-2-23,-1-4 0,2 4-9,-8-3 0,6 1-27,-5-2 0,1 4 111,-2-4 1,-4 4 66,4 2 1,2-2-143,-1-3 0,-1 3 85,-6-4 0,2 4 29,5 2 1,-5 0 51,4 0 0,-2 0 9,2 0 0,-3 0 27,3 0 0,2-2-119,-2-4 0,2 4-74,-2-3 1,-3 3 146,3 2 1,2 0 48,-2 0 0,0 0-93,-5 0 1,-1 0-30,0 0 0,7 0 0,-1 0 0,0 0 0,-6 0 0,3 0 108,3 0 0,-2 0 0,8 0 1,-8 0-67,2 0 0,4 0-28,2 0 1,-2 0-14,2 0 1,-2 0 4,2 0 0,4 0-11,-4 0 1,-4 0 3,-2 0 1,2 0-1,-1 0 0,5 0 0,-6 0 0,2 0-3,-2 0 1,-4 0-1,4 0 1,3 0-4,-3 0-208,0 0 197,-6 0-156,-7 0 59,5 0-26,-13 0 56,-2 0 1,-9 5-272,-9 1 0,1 0 208,-1-6 1,-1 0 147,-4 0-47,4 0 0,-22 8 1,5 1-1</inkml:trace>
  <inkml:trace contextRef="#ctx0" brushRef="#br0" timeOffset="1">17321 11559 22976,'0'9'-8285,"0"1"5201,0-4 1832,0-4 617,0 5 211,0 1 121,0-6 77,0 6-1318,0-8 3183,0 0 2,8 0-35,-6 0-740,6 0 0,-8-2-787,0-4 282,7 4 0,-3-6 171,8 8 0,-6-5 136,5-1-941,1 0 0,5 0 106,1 0 1,-1 1 106,0 5 1,1-6-118,-1 0 1,0 0 874,1 6 1,5-6-370,0 1 1,8-3-184,-2 2 0,4 4 264,2-4 1,7-1-224,4 1 1,6-6-94,6 7 0,-4-1-36,4 6 1,-2-6 55,2 0 0,-2 0-41,8 6 0,-6 0 70,6 0 1,-7-5-73,7-1 0,0 0-36,5 6 1,-1 0 38,-4 0 1,3 0 2,-3 0 1,-4 0-52,-2 0 1,-4 0 27,-2 0 1,0 0-101,0 0 0,-2-2-15,-3-4 0,3 4 58,-4-3 0,-2 3-8,3 2 0,-9-2-67,3-4 0,-10 4-37,-2-4-161,-8 4 145,4 2 123,-15 0 41,-2 0 3,-8 0 0,-8 0 1,-2 0-1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2554 14531 20497,'10'8'-1342,"-3"-7"1192,-7 7-2140,0-8 2498,0 0-142,8 0 1,-4 0 26,7 0-67,-7 0 0,12 0-19,-5 0 1,-1 0-117,2 0 1,-1 0-39,7 0 1,-1 0 600,0 0 0,1 0-413,-1 0 1,6 0 10,0 0 0,1 0 11,-7 0 1,8 6 93,4 0 1,-2 2 35,2-3 0,-2-3-92,2 4 0,9-2-12,-3 2 1,4-2 45,-4 7 1,5-7-62,1 2 0,5-2-5,-5 1 1,-1-3-6,-5 4 0,2 2-75,3-2 1,-3 0-74,3-6 0,3 5 105,-3 1 0,1 0-34,-6-6 0,5 6-6,1-1 1,-1 1 15,-5-6 1,0 0-44,-1 0 0,-1 0 3,-4 0 1,2-2-132,-8-3 0,8 3 66,-2-4 1,4-2-85,2 2 1,-6 1 94,0 5 0,-1 0 17,7 0 1,0 0 35,0 0 0,-6 0 42,0 0 1,-6 0-5,6 0 1,-8 0 109,2 0 0,-2 0-37,3 0 0,-3 0 41,8 0 0,-8 0-58,2 0 1,2 0-68,-2 0 1,3 0-15,-3 0 17,-4 0 1,6 5 136,-8 1 1,-7 2-286,-4-2-233,-4-4 135,-2 5-1219,0-7 1482,0 0 1,-16 0-1,-3 0 1</inkml:trace>
  <inkml:trace contextRef="#ctx0" brushRef="#br0" timeOffset="1">15306 16877 22251,'17'0'-733,"-5"0"-71,0 0 0,-7 0 493,7 0 0,-6 0 214,5 0 70,-7 0 49,12 0-55,-14 0 47,5 0 0,-7 0-8,8 0-9,-6 0 0,8 0 16,-5 0 0,-1 2-70,8 4 1,-6-4 109,5 4-23,1-4 0,5-2-18,1 0 0,-1 0-1,0 0 1,1 0 26,-1 0 1,2 0-21,4 0 1,-3 0 0,3 0 0,2 0 78,-2 0 1,6 0-80,-6 0 0,6 0-23,-6 0 1,6 0 11,-5 0 1,5 0-27,-6 0 0,8 0 36,-2 0 0,-2 0 5,1 0 1,-4 0-13,5 0 0,0 0-1,5 0 1,1 0 15,0 0 1,-4-2-63,3-4 1,-3 4-7,10-4 0,-3 4 50,3 2 0,-4-5-85,3-1 0,3-2 10,-3 2 0,7 2-32,-7-7 1,3 5-4,-3-6 1,3 7 7,3-7 1,-2 6 60,-3-5 1,-3 5-5,9-6 1,-1 6-30,6-5 0,-2 5 71,-3-6 0,5 7 17,0-7 1,-6 2-18,6-1 0,-3-3 31,3 9 1,0-9-34,0 2 0,0 3 26,0-3 1,0 3 0,1-3 0,-5-2-9,4 9 0,-4-7 19,10 6 0,-4 0 56,-2 6 0,0-5-5,1-1 1,-1-2-24,0 2 0,-6 4 8,0-3 0,-5 3 58,5 2 0,-1-6-64,1 0 0,2 0 28,-7 6 1,7 0 16,-2 0 1,5 0-71,1 0 1,0 0 21,0 0 0,0 0 8,0 0 1,0 0-37,0 0 1,-5 0-30,-1 0 0,-5-5 17,5-1 0,-2 0 4,3 6 1,1-6-74,-8 0 0,7-1-7,-7 1 1,1 4 28,-6-4 1,-3-2-61,-3 3 1,4-3-47,-4 2 1,2 4 109,-2-4 1,4-1-23,-4 1 0,6-2-20,5 2 1,-3 4 83,3-3 0,5-3-19,1 2 1,-2-2-32,3 3 0,-7 1 78,7-8 1,-9 8 17,3-2 0,-5-1-92,-1 1 1,-2-2 31,-4 2 0,2 4 43,-8-3 1,8 1-68,-2-2 1,2 4 41,-2-4 1,4 4-69,-5 2 1,5-2 61,2-3 0,-2 3-34,-4-4 1,2 4-18,-8 2 1,8 0-49,-2 0 1,-4 0-95,-2 0 79,-4 8 0,6-6 0,2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3126-A830-3E17-0E4B-7B22E24A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BB6328-EC89-B24E-855C-F2FCF996A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E1461-A16C-CFB5-A186-EECCBAFD1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보너스로 조금 더 현실적인 내용을 다뤄볼게요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만약에 충분히 큰 메모리 공간을 확보했다고 생각했는데</a:t>
            </a:r>
            <a:r>
              <a:rPr lang="en-US" altLang="ko-KR"/>
              <a:t>, </a:t>
            </a:r>
            <a:r>
              <a:rPr lang="ko-KR" altLang="en-US"/>
              <a:t>데이터를 추가하다보니 확보한 메모리를 다 썼을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메모리를 다 썼는데</a:t>
            </a:r>
            <a:r>
              <a:rPr lang="en-US" altLang="ko-KR"/>
              <a:t>, </a:t>
            </a:r>
            <a:r>
              <a:rPr lang="ko-KR" altLang="en-US"/>
              <a:t>그 너머에 데이터를 저장하려고 하면</a:t>
            </a:r>
            <a:r>
              <a:rPr lang="en-US" altLang="ko-KR"/>
              <a:t>, </a:t>
            </a:r>
            <a:r>
              <a:rPr lang="ko-KR" altLang="en-US"/>
              <a:t>프로그램이 에러가 나며 종료될 수도 있고</a:t>
            </a:r>
            <a:r>
              <a:rPr lang="en-US" altLang="ko-KR"/>
              <a:t>, </a:t>
            </a:r>
            <a:r>
              <a:rPr lang="ko-KR" altLang="en-US"/>
              <a:t>다른 데이터가 저장되어있었는데 덮어쓰기가 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오동작이 일어나는 것이 보안을 뚫고 침투하는 타겟이 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현재 자신에 대한 정보가 저장되어 있는 메모리가 덮어쓰여진다면 다른 사람으로 가장해서 데이터를 빼낼 수 있는 권한을 얻을 수도 있어요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E0B923-F087-539D-2678-ED866B557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739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CD2B-B59E-55D7-236E-B68FEE96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3F8320-ACAF-493D-EA98-AFF5F77A7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3D1BF1-84F5-0ABF-BEED-73CC9F700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잠재적으로 보안이 허술해지는 상황을 예방하려면</a:t>
            </a:r>
            <a:r>
              <a:rPr lang="en-US" altLang="ko-KR"/>
              <a:t>, </a:t>
            </a:r>
            <a:r>
              <a:rPr lang="ko-KR" altLang="en-US"/>
              <a:t>확보한 메모리 크기를 기록해놓고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데이터를 추가할 때마다 공간이 남아있는지 확인하면 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리스트를 만들 때 </a:t>
            </a:r>
            <a:r>
              <a:rPr lang="en-US" altLang="ko-KR"/>
              <a:t>data, size</a:t>
            </a:r>
            <a:r>
              <a:rPr lang="ko-KR" altLang="en-US"/>
              <a:t>에 더불어 배열 크기 관련 정보인 </a:t>
            </a:r>
            <a:r>
              <a:rPr lang="en-US" altLang="ko-KR"/>
              <a:t>capacity</a:t>
            </a:r>
            <a:r>
              <a:rPr lang="ko-KR" altLang="en-US"/>
              <a:t>도 더해볼게요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02DEA1-CE8D-13D0-43C1-BD717D7E2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928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35B86-660E-398B-6575-5617F44D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835EF4-38F0-8DAE-F0CF-D27254D74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FEFC7-50DF-63C2-C01B-F2217ECD4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리스트에 확보해놓았던 메모리가 꽉 찬 상황을 볼게요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현재 확보된 메모리의 크기는 여섯개고</a:t>
            </a:r>
            <a:r>
              <a:rPr lang="en-US" altLang="ko-KR" dirty="0"/>
              <a:t>, </a:t>
            </a:r>
            <a:r>
              <a:rPr lang="ko-KR" altLang="en-US" dirty="0"/>
              <a:t>데이터 개수도 여섯개에요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이렇게 확보된 메모리의 크기와 데이터 개수가 같을 때 메모리 공간이 꽉 차있음을 알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데이터를 추가하려고 할 때 메모리가 꽉 찬 것을 미리 알 수 있으면</a:t>
            </a:r>
            <a:r>
              <a:rPr lang="en-US" altLang="ko-KR" dirty="0"/>
              <a:t>, </a:t>
            </a:r>
            <a:r>
              <a:rPr lang="ko-KR" altLang="en-US" dirty="0"/>
              <a:t>데이터를 추가하지 않고 에러 처리를 할 수 있어요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ACCDB4-2A82-5BA5-7AB1-9850CF434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089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31A0-5225-A0CA-C817-A709FF5A3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B352AB-41C8-C7BB-FD22-9819D427D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0945C0-89C8-95B3-CF69-D532C4925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추가하려고 하는데 배열이 가득 찬 경우 할 수 있는 또다른 선택지는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더 큰 메모리 공간을 할당받아서 거기로 모든 데이터를 옮겨놓고 추가를 하는 것이에요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데이터가 메모리 공간에 꽉 차 있었는데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추가를 하면</a:t>
            </a:r>
            <a:r>
              <a:rPr lang="en-US" altLang="ko-KR"/>
              <a:t>, </a:t>
            </a:r>
            <a:r>
              <a:rPr lang="ko-KR" altLang="en-US"/>
              <a:t>메모리 공간을 늘려놓고</a:t>
            </a:r>
            <a:r>
              <a:rPr lang="en-US" altLang="ko-KR"/>
              <a:t>, </a:t>
            </a:r>
            <a:r>
              <a:rPr lang="ko-KR" altLang="en-US"/>
              <a:t>모든 데이터를 복사해 놓고</a:t>
            </a:r>
            <a:r>
              <a:rPr lang="en-US" altLang="ko-KR"/>
              <a:t>, </a:t>
            </a:r>
            <a:r>
              <a:rPr lang="ko-KR" altLang="en-US"/>
              <a:t>원래 하려고 했던 데이터 추가를 해요</a:t>
            </a:r>
            <a:r>
              <a:rPr lang="en-US" altLang="ko-KR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996B2-F45E-A4DA-F3B7-E0DE6674A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501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새로 데이터를 이동시킬 배열의 크기는 얼만큼인 것이 적절할까요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확실한 것은 원래 배열보다는 커야지 새로운 데이터를 추가할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그럼 최대한 메모리 공간을 아끼기 위해서 크기를 하나씩만 더 크게 하면 어떨까요</a:t>
            </a:r>
            <a:r>
              <a:rPr lang="en-US" altLang="ko-KR"/>
              <a:t>? </a:t>
            </a:r>
          </a:p>
          <a:p>
            <a:endParaRPr lang="en-US" altLang="ko-KR"/>
          </a:p>
          <a:p>
            <a:r>
              <a:rPr lang="ko-KR" altLang="en-US"/>
              <a:t>메모리 공간은 아낄 수 있지만</a:t>
            </a:r>
            <a:r>
              <a:rPr lang="en-US" altLang="ko-KR"/>
              <a:t>, </a:t>
            </a:r>
            <a:r>
              <a:rPr lang="ko-KR" altLang="en-US"/>
              <a:t>데이터를 추가할 때마다</a:t>
            </a:r>
            <a:r>
              <a:rPr lang="en-US" altLang="ko-KR"/>
              <a:t>, </a:t>
            </a:r>
            <a:r>
              <a:rPr lang="ko-KR" altLang="en-US"/>
              <a:t>저장된 데이터 개수만큼의 대입 연산을 해야되요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크기를 원래 크기의 백배로 하면 어떨까요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대입 연산은 추가할 때 한번</a:t>
            </a:r>
            <a:r>
              <a:rPr lang="en-US" altLang="ko-KR"/>
              <a:t>, </a:t>
            </a:r>
            <a:r>
              <a:rPr lang="ko-KR" altLang="en-US"/>
              <a:t>저장된 데이터 개수만큼 하고 백배 크기의 메모리가 다 찰때 까지는 더이상 안해도 되지만 메모리 공간이 많이 낭비되요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 중간쯤에 최적인 지점이 있을 건데</a:t>
            </a:r>
            <a:r>
              <a:rPr lang="en-US" altLang="ko-KR"/>
              <a:t>, </a:t>
            </a:r>
            <a:r>
              <a:rPr lang="ko-KR" altLang="en-US"/>
              <a:t>지금은 두배 키우는 것으로 정해볼게요</a:t>
            </a:r>
            <a:r>
              <a:rPr lang="en-US" altLang="ko-KR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71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저장할 수 있는 개수가 두배인 새로운 배열을 만들어서 기존 데이터들을 전부 이동하는 작업을 함수로 만들어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함수 이름은 </a:t>
            </a:r>
            <a:r>
              <a:rPr lang="en-US" altLang="ko-KR"/>
              <a:t>RESIZE</a:t>
            </a:r>
            <a:r>
              <a:rPr lang="ko-KR" altLang="en-US"/>
              <a:t>로 하고</a:t>
            </a:r>
            <a:r>
              <a:rPr lang="en-US" altLang="ko-KR"/>
              <a:t>, </a:t>
            </a:r>
            <a:r>
              <a:rPr lang="ko-KR" altLang="en-US"/>
              <a:t>리스트를 매개변수로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동작을 보면</a:t>
            </a:r>
            <a:r>
              <a:rPr lang="en-US" altLang="ko-KR"/>
              <a:t>, </a:t>
            </a:r>
            <a:r>
              <a:rPr lang="ko-KR" altLang="en-US"/>
              <a:t>새로운 배열을 만들고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리스트의 모든 데이터를 새로운 배열에 복사해요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리스트의 데이터 저장 공간을 새로운 배열로 바꿔요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공간이 넓어졌으니</a:t>
            </a:r>
            <a:r>
              <a:rPr lang="en-US" altLang="ko-KR"/>
              <a:t>, </a:t>
            </a:r>
            <a:r>
              <a:rPr lang="ko-KR" altLang="en-US"/>
              <a:t>저장 가능한 양도 두배로 늘려요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96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RESIZE</a:t>
            </a:r>
            <a:r>
              <a:rPr lang="ko-KR" altLang="en-US"/>
              <a:t>가 있으면 필요할 때마다 메모리 크기를 늘리는 방식으로 리스트에 데이터를 추가할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함수 이름은 </a:t>
            </a:r>
            <a:r>
              <a:rPr lang="en-US" altLang="ko-KR"/>
              <a:t>INSERT_VAR_CAP</a:t>
            </a:r>
            <a:r>
              <a:rPr lang="ko-KR" altLang="en-US"/>
              <a:t>이라고 할게요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매개변수는 </a:t>
            </a:r>
            <a:r>
              <a:rPr lang="en-US" altLang="ko-KR"/>
              <a:t>INSERT </a:t>
            </a:r>
            <a:r>
              <a:rPr lang="ko-KR" altLang="en-US"/>
              <a:t>함수와 똑같이 리스트</a:t>
            </a:r>
            <a:r>
              <a:rPr lang="en-US" altLang="ko-KR"/>
              <a:t>, </a:t>
            </a:r>
            <a:r>
              <a:rPr lang="ko-KR" altLang="en-US"/>
              <a:t>데이터를 추가할 위치</a:t>
            </a:r>
            <a:r>
              <a:rPr lang="en-US" altLang="ko-KR"/>
              <a:t>, </a:t>
            </a:r>
            <a:r>
              <a:rPr lang="ko-KR" altLang="en-US"/>
              <a:t>추가할 데이터를 받아요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동작을 보면</a:t>
            </a:r>
            <a:r>
              <a:rPr lang="en-US" altLang="ko-KR"/>
              <a:t>, </a:t>
            </a:r>
            <a:r>
              <a:rPr lang="ko-KR" altLang="en-US"/>
              <a:t>메모리 공간이 꽉찼는지 </a:t>
            </a:r>
            <a:r>
              <a:rPr lang="en-US" altLang="ko-KR"/>
              <a:t>size</a:t>
            </a:r>
            <a:r>
              <a:rPr lang="ko-KR" altLang="en-US"/>
              <a:t>랑 </a:t>
            </a:r>
            <a:r>
              <a:rPr lang="en-US" altLang="ko-KR"/>
              <a:t>capacity</a:t>
            </a:r>
            <a:r>
              <a:rPr lang="ko-KR" altLang="en-US"/>
              <a:t>를 비교해서 확인하고</a:t>
            </a:r>
            <a:r>
              <a:rPr lang="en-US" altLang="ko-KR"/>
              <a:t>, </a:t>
            </a:r>
            <a:r>
              <a:rPr lang="ko-KR" altLang="en-US"/>
              <a:t>꽉찼으면 </a:t>
            </a:r>
            <a:r>
              <a:rPr lang="en-US" altLang="ko-KR"/>
              <a:t>RESIZE</a:t>
            </a:r>
            <a:r>
              <a:rPr lang="ko-KR" altLang="en-US"/>
              <a:t>를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그리고나면 공간이 항상 비어있으므로</a:t>
            </a:r>
            <a:r>
              <a:rPr lang="en-US" altLang="ko-KR"/>
              <a:t>, </a:t>
            </a:r>
            <a:r>
              <a:rPr lang="ko-KR" altLang="en-US"/>
              <a:t>안전하게 </a:t>
            </a:r>
            <a:r>
              <a:rPr lang="en-US" altLang="ko-KR"/>
              <a:t>INSERT</a:t>
            </a:r>
            <a:r>
              <a:rPr lang="ko-KR" altLang="en-US"/>
              <a:t>를 할 수 있어요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522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추가할 때 </a:t>
            </a:r>
            <a:r>
              <a:rPr lang="en-US" altLang="ko-KR" dirty="0"/>
              <a:t>RESIZE</a:t>
            </a:r>
            <a:r>
              <a:rPr lang="ko-KR" altLang="en-US" dirty="0"/>
              <a:t>를 하면 복사 비용이 얼만큼 더 드는지 정량적으로 계산해볼게요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먼저 계산을 할 시점을 정해보면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en-US" altLang="ko-KR" dirty="0"/>
              <a:t>size</a:t>
            </a:r>
            <a:r>
              <a:rPr lang="ko-KR" altLang="en-US" dirty="0"/>
              <a:t>가 </a:t>
            </a:r>
            <a:r>
              <a:rPr lang="en-US" altLang="ko-KR" dirty="0"/>
              <a:t>n</a:t>
            </a:r>
            <a:r>
              <a:rPr lang="ko-KR" altLang="en-US" dirty="0"/>
              <a:t>개인데 배열이 꽉 차있어요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</a:t>
            </a:r>
            <a:r>
              <a:rPr lang="en-US" altLang="ko-KR" dirty="0"/>
              <a:t>RESIZE</a:t>
            </a:r>
            <a:r>
              <a:rPr lang="ko-KR" altLang="en-US" dirty="0"/>
              <a:t>를 할 때 배열 크기는 </a:t>
            </a:r>
            <a:r>
              <a:rPr lang="en-US" altLang="ko-KR" dirty="0"/>
              <a:t>r</a:t>
            </a:r>
            <a:r>
              <a:rPr lang="ko-KR" altLang="en-US" dirty="0"/>
              <a:t>배씩 늘리고 있는 중이었어요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그러면 이번에 </a:t>
            </a:r>
            <a:r>
              <a:rPr lang="en-US" altLang="ko-KR" dirty="0"/>
              <a:t>RESIZE</a:t>
            </a:r>
            <a:r>
              <a:rPr lang="ko-KR" altLang="en-US" dirty="0"/>
              <a:t>를 할 때 데이터가 </a:t>
            </a:r>
            <a:r>
              <a:rPr lang="en-US" altLang="ko-KR" dirty="0"/>
              <a:t>n</a:t>
            </a:r>
            <a:r>
              <a:rPr lang="ko-KR" altLang="en-US" dirty="0"/>
              <a:t>개니까</a:t>
            </a:r>
            <a:r>
              <a:rPr lang="en-US" altLang="ko-KR" dirty="0"/>
              <a:t>, </a:t>
            </a:r>
            <a:r>
              <a:rPr lang="ko-KR" altLang="en-US" dirty="0"/>
              <a:t>그 때 복사를 </a:t>
            </a:r>
            <a:r>
              <a:rPr lang="en-US" altLang="ko-KR" dirty="0"/>
              <a:t>n</a:t>
            </a:r>
            <a:r>
              <a:rPr lang="ko-KR" altLang="en-US" dirty="0"/>
              <a:t>번 하죠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 마지막 </a:t>
            </a:r>
            <a:r>
              <a:rPr lang="en-US" altLang="ko-KR" dirty="0"/>
              <a:t>RESIZE</a:t>
            </a:r>
            <a:r>
              <a:rPr lang="ko-KR" altLang="en-US" dirty="0"/>
              <a:t>는 데이터가 </a:t>
            </a:r>
            <a:r>
              <a:rPr lang="en-US" altLang="ko-KR" dirty="0"/>
              <a:t>n/r</a:t>
            </a:r>
            <a:r>
              <a:rPr lang="ko-KR" altLang="en-US" dirty="0"/>
              <a:t>개일때 했고</a:t>
            </a:r>
            <a:r>
              <a:rPr lang="en-US" altLang="ko-KR" dirty="0"/>
              <a:t>, </a:t>
            </a:r>
            <a:r>
              <a:rPr lang="ko-KR" altLang="en-US" dirty="0"/>
              <a:t>그 때 복사를 </a:t>
            </a:r>
            <a:r>
              <a:rPr lang="en-US" altLang="ko-KR" dirty="0"/>
              <a:t>n/r</a:t>
            </a:r>
            <a:r>
              <a:rPr lang="ko-KR" altLang="en-US" dirty="0"/>
              <a:t>번 했겠죠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그전에 </a:t>
            </a:r>
            <a:r>
              <a:rPr lang="en-US" altLang="ko-KR" dirty="0"/>
              <a:t>RESIZE</a:t>
            </a:r>
            <a:r>
              <a:rPr lang="ko-KR" altLang="en-US" dirty="0"/>
              <a:t>는 데이터가 </a:t>
            </a:r>
            <a:r>
              <a:rPr lang="en-US" altLang="ko-KR" dirty="0"/>
              <a:t>n/r^2</a:t>
            </a:r>
            <a:r>
              <a:rPr lang="ko-KR" altLang="en-US" dirty="0"/>
              <a:t>개일때 했고</a:t>
            </a:r>
            <a:r>
              <a:rPr lang="en-US" altLang="ko-KR" dirty="0"/>
              <a:t>, </a:t>
            </a:r>
            <a:r>
              <a:rPr lang="ko-KR" altLang="en-US" dirty="0"/>
              <a:t>그 때 복사를 </a:t>
            </a:r>
            <a:r>
              <a:rPr lang="en-US" altLang="ko-KR" dirty="0"/>
              <a:t>n/r^2</a:t>
            </a:r>
            <a:r>
              <a:rPr lang="ko-KR" altLang="en-US" dirty="0"/>
              <a:t>번 했어요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지금까지 </a:t>
            </a:r>
            <a:r>
              <a:rPr lang="en-US" altLang="ko-KR" dirty="0"/>
              <a:t>RESIZE</a:t>
            </a:r>
            <a:r>
              <a:rPr lang="ko-KR" altLang="en-US" dirty="0"/>
              <a:t>를 하며 복사한 총 횟수는 </a:t>
            </a:r>
            <a:r>
              <a:rPr lang="en-US" altLang="ko-KR" dirty="0"/>
              <a:t>n + n/r + n/r^2 + </a:t>
            </a:r>
            <a:r>
              <a:rPr lang="ko-KR" altLang="en-US" dirty="0"/>
              <a:t>이렇게 가는데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en-US" altLang="ko-KR" dirty="0"/>
              <a:t>n</a:t>
            </a:r>
            <a:r>
              <a:rPr lang="ko-KR" altLang="en-US" dirty="0"/>
              <a:t>이 아주 크다고 가정하면 보면 무한 등비 수열이 되어서 총합이 </a:t>
            </a:r>
            <a:r>
              <a:rPr lang="en-US" altLang="ko-KR" dirty="0" err="1"/>
              <a:t>rn</a:t>
            </a:r>
            <a:r>
              <a:rPr lang="en-US" altLang="ko-KR" dirty="0"/>
              <a:t> / (r - 1)</a:t>
            </a:r>
            <a:r>
              <a:rPr lang="ko-KR" altLang="en-US" dirty="0"/>
              <a:t>이 돼요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평균적으로 따지면 복사하는데 상수 시간이 들어요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674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</a:t>
            </a:r>
            <a:r>
              <a:rPr lang="en-US" altLang="ko-KR" dirty="0"/>
              <a:t>RESIZE</a:t>
            </a:r>
            <a:r>
              <a:rPr lang="ko-KR" altLang="en-US" dirty="0"/>
              <a:t>를 할 때마다 크기를 두배씩 증가시켰는데</a:t>
            </a:r>
            <a:r>
              <a:rPr lang="en-US" altLang="ko-KR" dirty="0"/>
              <a:t>, </a:t>
            </a:r>
            <a:r>
              <a:rPr lang="ko-KR" altLang="en-US" dirty="0"/>
              <a:t>그 근거를 효율 측면에서 찾아보려고 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데이터가 </a:t>
            </a:r>
            <a:r>
              <a:rPr lang="en-US" altLang="ko-KR" dirty="0"/>
              <a:t>n</a:t>
            </a:r>
            <a:r>
              <a:rPr lang="ko-KR" altLang="en-US" dirty="0"/>
              <a:t>개 있을 때 추가를 하면</a:t>
            </a:r>
            <a:r>
              <a:rPr lang="en-US" altLang="ko-KR" dirty="0"/>
              <a:t>, </a:t>
            </a:r>
            <a:r>
              <a:rPr lang="ko-KR" altLang="en-US" dirty="0"/>
              <a:t>대입 횟수는 </a:t>
            </a:r>
            <a:r>
              <a:rPr lang="en-US" altLang="ko-KR" dirty="0"/>
              <a:t>r / (r - 1) * n</a:t>
            </a:r>
            <a:r>
              <a:rPr lang="ko-KR" altLang="en-US" dirty="0"/>
              <a:t>였어요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최종적으로 쓰고 있는 메모리의 크기는 </a:t>
            </a:r>
            <a:r>
              <a:rPr lang="en-US" altLang="ko-KR" dirty="0"/>
              <a:t>r * n</a:t>
            </a:r>
            <a:r>
              <a:rPr lang="ko-KR" altLang="en-US" dirty="0"/>
              <a:t>이에요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대입 횟수와 메모리의 크기를 곱해서 시공간 효율을 나타내는 지표를 만들어봐요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배율이 </a:t>
            </a:r>
            <a:r>
              <a:rPr lang="en-US" altLang="ko-KR" dirty="0"/>
              <a:t>3</a:t>
            </a:r>
            <a:r>
              <a:rPr lang="ko-KR" altLang="en-US" dirty="0"/>
              <a:t>배일 때</a:t>
            </a:r>
            <a:r>
              <a:rPr lang="en-US" altLang="ko-KR" dirty="0"/>
              <a:t>, </a:t>
            </a:r>
            <a:r>
              <a:rPr lang="ko-KR" altLang="en-US" dirty="0"/>
              <a:t>복사횟수는 </a:t>
            </a:r>
            <a:r>
              <a:rPr lang="en-US" altLang="ko-KR" dirty="0"/>
              <a:t>1.5 n, </a:t>
            </a:r>
            <a:r>
              <a:rPr lang="ko-KR" altLang="en-US" dirty="0"/>
              <a:t>메모리 크기는 </a:t>
            </a:r>
            <a:r>
              <a:rPr lang="en-US" altLang="ko-KR" dirty="0"/>
              <a:t>3 n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지표는 </a:t>
            </a:r>
            <a:r>
              <a:rPr lang="en-US" altLang="ko-KR" dirty="0"/>
              <a:t>4.5 n^2</a:t>
            </a:r>
            <a:r>
              <a:rPr lang="ko-KR" altLang="en-US" dirty="0"/>
              <a:t>가 돼요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배율이 </a:t>
            </a:r>
            <a:r>
              <a:rPr lang="en-US" altLang="ko-KR" dirty="0"/>
              <a:t>2</a:t>
            </a:r>
            <a:r>
              <a:rPr lang="ko-KR" altLang="en-US" dirty="0"/>
              <a:t>배일 때</a:t>
            </a:r>
            <a:r>
              <a:rPr lang="en-US" altLang="ko-KR" dirty="0"/>
              <a:t>, </a:t>
            </a:r>
            <a:r>
              <a:rPr lang="ko-KR" altLang="en-US" dirty="0"/>
              <a:t>복사횟수는 </a:t>
            </a:r>
            <a:r>
              <a:rPr lang="en-US" altLang="ko-KR" dirty="0"/>
              <a:t>2 n, </a:t>
            </a:r>
            <a:r>
              <a:rPr lang="ko-KR" altLang="en-US" dirty="0"/>
              <a:t>메모리 크기는 </a:t>
            </a:r>
            <a:r>
              <a:rPr lang="en-US" altLang="ko-KR" dirty="0"/>
              <a:t>2 n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지표는 </a:t>
            </a:r>
            <a:r>
              <a:rPr lang="en-US" altLang="ko-KR" dirty="0"/>
              <a:t>4 n^2</a:t>
            </a:r>
            <a:r>
              <a:rPr lang="ko-KR" altLang="en-US" dirty="0"/>
              <a:t>가 돼요</a:t>
            </a:r>
          </a:p>
          <a:p>
            <a:endParaRPr lang="ko-KR" altLang="en-US" dirty="0"/>
          </a:p>
          <a:p>
            <a:r>
              <a:rPr lang="ko-KR" altLang="en-US" dirty="0"/>
              <a:t>배율이 </a:t>
            </a:r>
            <a:r>
              <a:rPr lang="en-US" altLang="ko-KR" dirty="0"/>
              <a:t>1.5</a:t>
            </a:r>
            <a:r>
              <a:rPr lang="ko-KR" altLang="en-US" dirty="0"/>
              <a:t>배일 때</a:t>
            </a:r>
            <a:r>
              <a:rPr lang="en-US" altLang="ko-KR" dirty="0"/>
              <a:t>, </a:t>
            </a:r>
            <a:r>
              <a:rPr lang="ko-KR" altLang="en-US" dirty="0"/>
              <a:t>복사횟수는 </a:t>
            </a:r>
            <a:r>
              <a:rPr lang="en-US" altLang="ko-KR" dirty="0"/>
              <a:t>3 n, </a:t>
            </a:r>
            <a:r>
              <a:rPr lang="ko-KR" altLang="en-US" dirty="0"/>
              <a:t>메모리 크기는 </a:t>
            </a:r>
            <a:r>
              <a:rPr lang="en-US" altLang="ko-KR" dirty="0"/>
              <a:t>1.5 n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지표는 </a:t>
            </a:r>
            <a:r>
              <a:rPr lang="en-US" altLang="ko-KR" dirty="0"/>
              <a:t>4.5 n^2</a:t>
            </a:r>
            <a:r>
              <a:rPr lang="ko-KR" altLang="en-US" dirty="0"/>
              <a:t>가 돼요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비교해보면</a:t>
            </a:r>
            <a:r>
              <a:rPr lang="en-US" altLang="ko-KR" dirty="0"/>
              <a:t>, </a:t>
            </a:r>
            <a:r>
              <a:rPr lang="ko-KR" altLang="en-US" dirty="0"/>
              <a:t>배율이 </a:t>
            </a:r>
            <a:r>
              <a:rPr lang="en-US" altLang="ko-KR" dirty="0"/>
              <a:t>2</a:t>
            </a:r>
            <a:r>
              <a:rPr lang="ko-KR" altLang="en-US" dirty="0"/>
              <a:t>배일 때 지표가 최소예요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미분을 해서도 최소를 확인해볼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지표가 </a:t>
            </a:r>
            <a:r>
              <a:rPr lang="en-US" altLang="ko-KR" dirty="0"/>
              <a:t>r^2 / (r - 1) * n^2 </a:t>
            </a:r>
            <a:r>
              <a:rPr lang="ko-KR" altLang="en-US" dirty="0"/>
              <a:t>인데</a:t>
            </a:r>
            <a:r>
              <a:rPr lang="en-US" altLang="ko-KR" dirty="0"/>
              <a:t>, r</a:t>
            </a:r>
            <a:r>
              <a:rPr lang="ko-KR" altLang="en-US" dirty="0"/>
              <a:t>로 미분하면 </a:t>
            </a:r>
            <a:r>
              <a:rPr lang="en-US" altLang="ko-KR" dirty="0"/>
              <a:t>( 2r (r - 1) - r^2 ) / (r - 1) * n^2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정리하면</a:t>
            </a:r>
            <a:r>
              <a:rPr lang="en-US" altLang="ko-KR" dirty="0"/>
              <a:t>, r (r - 2) / (r - 1) * n^2</a:t>
            </a:r>
            <a:r>
              <a:rPr lang="ko-KR" altLang="en-US" dirty="0"/>
              <a:t>을 가져서</a:t>
            </a:r>
            <a:r>
              <a:rPr lang="en-US" altLang="ko-KR" dirty="0"/>
              <a:t>, </a:t>
            </a:r>
            <a:r>
              <a:rPr lang="ko-KR" altLang="en-US" dirty="0"/>
              <a:t>극값이 </a:t>
            </a:r>
            <a:r>
              <a:rPr lang="en-US" altLang="ko-KR" dirty="0"/>
              <a:t>r = 2</a:t>
            </a:r>
            <a:r>
              <a:rPr lang="ko-KR" altLang="en-US" dirty="0"/>
              <a:t>가 되요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3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INSERT</a:t>
            </a:r>
            <a:r>
              <a:rPr lang="ko-KR" altLang="en-US"/>
              <a:t>를 하는데 시간이 얼마나 드는지를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size</a:t>
            </a:r>
            <a:r>
              <a:rPr lang="ko-KR" altLang="en-US"/>
              <a:t>는 증가만 한번 시키면 되고</a:t>
            </a:r>
            <a:r>
              <a:rPr lang="en-US" altLang="ko-KR"/>
              <a:t>, data </a:t>
            </a:r>
            <a:r>
              <a:rPr lang="ko-KR" altLang="en-US"/>
              <a:t>배열에 값을 대입하는데 주로 시간이 쓰이기 때문에 대입을 몇번 하는지가 중요해요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일 때 모든 데이터를 한 칸 뒤로 보내야 하기 때문에 대입을 가장 많이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기존 데이터를 이동하는데 </a:t>
            </a:r>
            <a:r>
              <a:rPr lang="en-US" altLang="ko-KR"/>
              <a:t>n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새로운 데이터를 저장하는데 </a:t>
            </a:r>
            <a:r>
              <a:rPr lang="en-US" altLang="ko-KR"/>
              <a:t>1</a:t>
            </a:r>
            <a:r>
              <a:rPr lang="ko-KR" altLang="en-US"/>
              <a:t>번 대입을 해서 총 </a:t>
            </a:r>
            <a:r>
              <a:rPr lang="en-US" altLang="ko-KR"/>
              <a:t>n+1</a:t>
            </a:r>
            <a:r>
              <a:rPr lang="ko-KR" altLang="en-US"/>
              <a:t>번 대입을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size + 1</a:t>
            </a:r>
            <a:r>
              <a:rPr lang="ko-KR" altLang="en-US"/>
              <a:t>일 때는 기존 데이터를 이동하지 않으므로 총 </a:t>
            </a:r>
            <a:r>
              <a:rPr lang="en-US" altLang="ko-KR"/>
              <a:t>1</a:t>
            </a:r>
            <a:r>
              <a:rPr lang="ko-KR" altLang="en-US"/>
              <a:t>번 대입을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평균을 내보면</a:t>
            </a:r>
            <a:r>
              <a:rPr lang="en-US" altLang="ko-KR"/>
              <a:t>, size</a:t>
            </a:r>
            <a:r>
              <a:rPr lang="ko-KR" altLang="en-US"/>
              <a:t>를 </a:t>
            </a:r>
            <a:r>
              <a:rPr lang="en-US" altLang="ko-KR"/>
              <a:t>n</a:t>
            </a:r>
            <a:r>
              <a:rPr lang="ko-KR" altLang="en-US"/>
              <a:t>이라고 했을 때</a:t>
            </a:r>
            <a:r>
              <a:rPr lang="en-US" altLang="ko-KR"/>
              <a:t>, 1</a:t>
            </a:r>
            <a:r>
              <a:rPr lang="ko-KR" altLang="en-US"/>
              <a:t>부터 </a:t>
            </a:r>
            <a:r>
              <a:rPr lang="en-US" altLang="ko-KR"/>
              <a:t>n+1</a:t>
            </a:r>
            <a:r>
              <a:rPr lang="ko-KR" altLang="en-US"/>
              <a:t>까지 더하면 </a:t>
            </a:r>
            <a:r>
              <a:rPr lang="en-US" altLang="ko-KR"/>
              <a:t>(n+1)(n+2)/2</a:t>
            </a:r>
            <a:r>
              <a:rPr lang="ko-KR" altLang="en-US"/>
              <a:t>가 되고</a:t>
            </a:r>
            <a:r>
              <a:rPr lang="en-US" altLang="ko-KR"/>
              <a:t>, n+1</a:t>
            </a:r>
            <a:r>
              <a:rPr lang="ko-KR" altLang="en-US"/>
              <a:t>로 나누면 </a:t>
            </a:r>
            <a:r>
              <a:rPr lang="en-US" altLang="ko-KR"/>
              <a:t>(n+2)/2</a:t>
            </a:r>
            <a:r>
              <a:rPr lang="ko-KR" altLang="en-US"/>
              <a:t>가 되서 </a:t>
            </a:r>
            <a:r>
              <a:rPr lang="en-US" altLang="ko-KR"/>
              <a:t>n</a:t>
            </a:r>
            <a:r>
              <a:rPr lang="ko-KR" altLang="en-US"/>
              <a:t>에 비례하게 되요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077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DELETE</a:t>
            </a:r>
            <a:r>
              <a:rPr lang="ko-KR" altLang="en-US"/>
              <a:t>도</a:t>
            </a:r>
            <a:r>
              <a:rPr lang="en-US" altLang="ko-KR"/>
              <a:t> </a:t>
            </a:r>
            <a:r>
              <a:rPr lang="ko-KR" altLang="en-US"/>
              <a:t>시간이 얼마나 드는지를 따져볼게요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핵심은 </a:t>
            </a:r>
            <a:r>
              <a:rPr lang="en-US" altLang="ko-KR"/>
              <a:t>k </a:t>
            </a:r>
            <a:r>
              <a:rPr lang="ko-KR" altLang="en-US"/>
              <a:t>다음 원소들을 몇개 앞으로 당겨야 하느냐예요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최악의 경우는 </a:t>
            </a:r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일 때 맨 앞의 원소를 지워서 </a:t>
            </a:r>
            <a:r>
              <a:rPr lang="en-US" altLang="ko-KR"/>
              <a:t>2</a:t>
            </a:r>
            <a:r>
              <a:rPr lang="ko-KR" altLang="en-US"/>
              <a:t>부터 </a:t>
            </a:r>
            <a:r>
              <a:rPr lang="en-US" altLang="ko-KR"/>
              <a:t>n</a:t>
            </a:r>
            <a:r>
              <a:rPr lang="ko-KR" altLang="en-US"/>
              <a:t>까지를 전부 앞으로 이동시켜서 배열에 </a:t>
            </a:r>
            <a:r>
              <a:rPr lang="en-US" altLang="ko-KR"/>
              <a:t>n- 1</a:t>
            </a:r>
            <a:r>
              <a:rPr lang="ko-KR" altLang="en-US"/>
              <a:t>번 대입이 발생해요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최선의 경우는 </a:t>
            </a:r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n</a:t>
            </a:r>
            <a:r>
              <a:rPr lang="ko-KR" altLang="en-US"/>
              <a:t>일 때 맨 뒤의 원소를 지워서 대입이 일어나지 않아요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평균적으로는</a:t>
            </a:r>
            <a:r>
              <a:rPr lang="en-US" altLang="ko-KR"/>
              <a:t>, n-1/2</a:t>
            </a:r>
            <a:r>
              <a:rPr lang="ko-KR" altLang="en-US"/>
              <a:t>가 되어서 </a:t>
            </a:r>
            <a:r>
              <a:rPr lang="en-US" altLang="ko-KR"/>
              <a:t>n</a:t>
            </a:r>
            <a:r>
              <a:rPr lang="ko-KR" altLang="en-US"/>
              <a:t>에 비례해요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74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customXml" Target="../ink/ink2.xml"/><Relationship Id="rId10" Type="http://schemas.openxmlformats.org/officeDocument/2006/relationships/image" Target="../media/image152.png"/><Relationship Id="rId4" Type="http://schemas.openxmlformats.org/officeDocument/2006/relationships/image" Target="../media/image149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customXml" Target="../ink/ink6.xml"/><Relationship Id="rId4" Type="http://schemas.openxmlformats.org/officeDocument/2006/relationships/image" Target="../media/image15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customXml" Target="../ink/ink9.xml"/><Relationship Id="rId4" Type="http://schemas.openxmlformats.org/officeDocument/2006/relationships/image" Target="../media/image15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customXml" Target="../ink/ink12.xml"/><Relationship Id="rId4" Type="http://schemas.openxmlformats.org/officeDocument/2006/relationships/image" Target="../media/image1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0" Type="http://schemas.openxmlformats.org/officeDocument/2006/relationships/image" Target="../media/image165.png"/><Relationship Id="rId4" Type="http://schemas.openxmlformats.org/officeDocument/2006/relationships/image" Target="../media/image162.png"/><Relationship Id="rId9" Type="http://schemas.openxmlformats.org/officeDocument/2006/relationships/customXml" Target="../ink/ink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customXml" Target="../ink/ink24.xml"/><Relationship Id="rId18" Type="http://schemas.openxmlformats.org/officeDocument/2006/relationships/image" Target="../media/image174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12" Type="http://schemas.openxmlformats.org/officeDocument/2006/relationships/image" Target="../media/image171.png"/><Relationship Id="rId17" Type="http://schemas.openxmlformats.org/officeDocument/2006/relationships/customXml" Target="../ink/ink26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10" Type="http://schemas.openxmlformats.org/officeDocument/2006/relationships/image" Target="../media/image170.png"/><Relationship Id="rId4" Type="http://schemas.openxmlformats.org/officeDocument/2006/relationships/image" Target="../media/image167.png"/><Relationship Id="rId9" Type="http://schemas.openxmlformats.org/officeDocument/2006/relationships/customXml" Target="../ink/ink22.xml"/><Relationship Id="rId14" Type="http://schemas.openxmlformats.org/officeDocument/2006/relationships/image" Target="../media/image17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customXml" Target="../ink/ink32.xml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5" Type="http://schemas.openxmlformats.org/officeDocument/2006/relationships/customXml" Target="../ink/ink33.xml"/><Relationship Id="rId10" Type="http://schemas.openxmlformats.org/officeDocument/2006/relationships/image" Target="../media/image178.png"/><Relationship Id="rId4" Type="http://schemas.openxmlformats.org/officeDocument/2006/relationships/image" Target="../media/image175.png"/><Relationship Id="rId9" Type="http://schemas.openxmlformats.org/officeDocument/2006/relationships/customXml" Target="../ink/ink30.xml"/><Relationship Id="rId14" Type="http://schemas.openxmlformats.org/officeDocument/2006/relationships/image" Target="../media/image1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185.png"/><Relationship Id="rId18" Type="http://schemas.openxmlformats.org/officeDocument/2006/relationships/customXml" Target="../ink/ink40.xml"/><Relationship Id="rId21" Type="http://schemas.openxmlformats.org/officeDocument/2006/relationships/image" Target="../media/image189.png"/><Relationship Id="rId7" Type="http://schemas.openxmlformats.org/officeDocument/2006/relationships/image" Target="../media/image182.png"/><Relationship Id="rId12" Type="http://schemas.openxmlformats.org/officeDocument/2006/relationships/customXml" Target="../ink/ink37.xml"/><Relationship Id="rId17" Type="http://schemas.openxmlformats.org/officeDocument/2006/relationships/image" Target="../media/image187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184.png"/><Relationship Id="rId5" Type="http://schemas.openxmlformats.org/officeDocument/2006/relationships/image" Target="../media/image210.png"/><Relationship Id="rId15" Type="http://schemas.openxmlformats.org/officeDocument/2006/relationships/image" Target="../media/image186.png"/><Relationship Id="rId10" Type="http://schemas.openxmlformats.org/officeDocument/2006/relationships/customXml" Target="../ink/ink36.xml"/><Relationship Id="rId19" Type="http://schemas.openxmlformats.org/officeDocument/2006/relationships/image" Target="../media/image188.png"/><Relationship Id="rId9" Type="http://schemas.openxmlformats.org/officeDocument/2006/relationships/image" Target="../media/image183.png"/><Relationship Id="rId14" Type="http://schemas.openxmlformats.org/officeDocument/2006/relationships/customXml" Target="../ink/ink3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customXml" Target="../ink/ink47.xml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12" Type="http://schemas.openxmlformats.org/officeDocument/2006/relationships/image" Target="../media/image19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customXml" Target="../ink/ink46.xml"/><Relationship Id="rId5" Type="http://schemas.openxmlformats.org/officeDocument/2006/relationships/customXml" Target="../ink/ink43.xml"/><Relationship Id="rId15" Type="http://schemas.openxmlformats.org/officeDocument/2006/relationships/customXml" Target="../ink/ink48.xml"/><Relationship Id="rId10" Type="http://schemas.openxmlformats.org/officeDocument/2006/relationships/image" Target="../media/image193.png"/><Relationship Id="rId4" Type="http://schemas.openxmlformats.org/officeDocument/2006/relationships/image" Target="../media/image190.png"/><Relationship Id="rId9" Type="http://schemas.openxmlformats.org/officeDocument/2006/relationships/customXml" Target="../ink/ink45.xml"/><Relationship Id="rId14" Type="http://schemas.openxmlformats.org/officeDocument/2006/relationships/image" Target="../media/image19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200.png"/><Relationship Id="rId18" Type="http://schemas.openxmlformats.org/officeDocument/2006/relationships/customXml" Target="../ink/ink55.xml"/><Relationship Id="rId3" Type="http://schemas.openxmlformats.org/officeDocument/2006/relationships/image" Target="../media/image1.png"/><Relationship Id="rId7" Type="http://schemas.openxmlformats.org/officeDocument/2006/relationships/image" Target="../media/image197.png"/><Relationship Id="rId12" Type="http://schemas.openxmlformats.org/officeDocument/2006/relationships/customXml" Target="../ink/ink52.xml"/><Relationship Id="rId17" Type="http://schemas.openxmlformats.org/officeDocument/2006/relationships/image" Target="../media/image202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9.png"/><Relationship Id="rId15" Type="http://schemas.openxmlformats.org/officeDocument/2006/relationships/image" Target="../media/image201.png"/><Relationship Id="rId10" Type="http://schemas.openxmlformats.org/officeDocument/2006/relationships/customXml" Target="../ink/ink51.xml"/><Relationship Id="rId19" Type="http://schemas.openxmlformats.org/officeDocument/2006/relationships/image" Target="../media/image203.png"/><Relationship Id="rId4" Type="http://schemas.openxmlformats.org/officeDocument/2006/relationships/customXml" Target="../ink/ink49.xml"/><Relationship Id="rId9" Type="http://schemas.openxmlformats.org/officeDocument/2006/relationships/image" Target="../media/image198.png"/><Relationship Id="rId14" Type="http://schemas.openxmlformats.org/officeDocument/2006/relationships/customXml" Target="../ink/ink5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13" Type="http://schemas.openxmlformats.org/officeDocument/2006/relationships/image" Target="../media/image207.png"/><Relationship Id="rId3" Type="http://schemas.openxmlformats.org/officeDocument/2006/relationships/image" Target="../media/image2.png"/><Relationship Id="rId7" Type="http://schemas.openxmlformats.org/officeDocument/2006/relationships/image" Target="../media/image204.png"/><Relationship Id="rId12" Type="http://schemas.openxmlformats.org/officeDocument/2006/relationships/customXml" Target="../ink/ink5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6.png"/><Relationship Id="rId15" Type="http://schemas.openxmlformats.org/officeDocument/2006/relationships/image" Target="../media/image208.png"/><Relationship Id="rId10" Type="http://schemas.openxmlformats.org/officeDocument/2006/relationships/customXml" Target="../ink/ink58.xml"/><Relationship Id="rId4" Type="http://schemas.openxmlformats.org/officeDocument/2006/relationships/customXml" Target="../ink/ink56.xml"/><Relationship Id="rId9" Type="http://schemas.openxmlformats.org/officeDocument/2006/relationships/image" Target="../media/image205.png"/><Relationship Id="rId14" Type="http://schemas.openxmlformats.org/officeDocument/2006/relationships/customXml" Target="../ink/ink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1CCF-096D-9A36-0874-E82FE618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8DC4-C41E-E059-6104-691A47D6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7" y="262442"/>
            <a:ext cx="791292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구현시 배열 크기 고려하기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AEFB-376F-69AA-14DF-680C9B323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할당 받은 메모리가 꽉 찼는데 데이터를 추가하면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F97003D-B4C8-9C2D-D96B-187A523B161D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69663A1-443B-5D2D-2A23-974488642FFB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D9508E0-42DB-D9CA-F550-D746C6D5DF95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D0558B-ABF9-2226-FB01-08B1479FAEBD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4D8D2D6-47FE-75F2-629D-BD456421E5B7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9B04924-23B2-AB0B-EE05-9021F76B7AEB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831AF51-A72E-EB61-6988-29CB4730F927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F</a:t>
              </a:r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48EF1B-8563-FFF0-C255-EACA5E3B1AC1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B4F76338-8ED5-EBF6-5BF1-CA5269F4E98E}"/>
                  </a:ext>
                </a:extLst>
              </p14:cNvPr>
              <p14:cNvContentPartPr/>
              <p14:nvPr/>
            </p14:nvContentPartPr>
            <p14:xfrm>
              <a:off x="4863960" y="2499840"/>
              <a:ext cx="3659400" cy="11516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B4F76338-8ED5-EBF6-5BF1-CA5269F4E9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7760" y="2478240"/>
                <a:ext cx="3697200" cy="11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8D76531-8AF3-1DB6-B39C-602926B7016A}"/>
                  </a:ext>
                </a:extLst>
              </p14:cNvPr>
              <p14:cNvContentPartPr/>
              <p14:nvPr/>
            </p14:nvContentPartPr>
            <p14:xfrm>
              <a:off x="8305200" y="2162520"/>
              <a:ext cx="621360" cy="5803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8D76531-8AF3-1DB6-B39C-602926B701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83600" y="2140920"/>
                <a:ext cx="66456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B1F2393B-3362-57FB-CA11-568489DEB510}"/>
                  </a:ext>
                </a:extLst>
              </p14:cNvPr>
              <p14:cNvContentPartPr/>
              <p14:nvPr/>
            </p14:nvContentPartPr>
            <p14:xfrm>
              <a:off x="8292960" y="2828880"/>
              <a:ext cx="793800" cy="157500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B1F2393B-3362-57FB-CA11-568489DEB5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71360" y="2807280"/>
                <a:ext cx="837000" cy="16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6350FA9-F886-971E-EC5F-982DC1853CD7}"/>
                  </a:ext>
                </a:extLst>
              </p14:cNvPr>
              <p14:cNvContentPartPr/>
              <p14:nvPr/>
            </p14:nvContentPartPr>
            <p14:xfrm>
              <a:off x="5583600" y="3955320"/>
              <a:ext cx="1813320" cy="12585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6350FA9-F886-971E-EC5F-982DC1853C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67400" y="3933720"/>
                <a:ext cx="1851120" cy="130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67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8"/>
    </mc:Choice>
    <mc:Fallback xmlns="">
      <p:transition spd="slow" advTm="177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406F-0396-8669-E276-FF3E9340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C3EC-674E-295A-64D9-25635A31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8" y="262442"/>
            <a:ext cx="791292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구현시 배열 크기 고려하기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B053-D146-2C43-37F9-1FFA9628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데이터를 저장할 공간</a:t>
            </a:r>
            <a:r>
              <a:rPr lang="en-US" altLang="ko-KR"/>
              <a:t>(</a:t>
            </a:r>
            <a:r>
              <a:t>배열</a:t>
            </a:r>
            <a:r>
              <a:rPr lang="en-US"/>
              <a:t>)</a:t>
            </a:r>
            <a:r>
              <a:rPr lang="ko-KR" altLang="en-US"/>
              <a:t>과 관련 정보의 묶음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data: 배열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size: 저장된 데이터 수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	- capacity: </a:t>
            </a:r>
            <a:r>
              <a:rPr lang="ko-KR" altLang="en-US"/>
              <a:t>배열에 저장 가능한 최대 데이터 수</a:t>
            </a:r>
          </a:p>
          <a:p>
            <a:pPr marL="0" indent="0"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F38225A-8E00-8F05-F5E5-93EF4E29273B}"/>
                  </a:ext>
                </a:extLst>
              </p14:cNvPr>
              <p14:cNvContentPartPr/>
              <p14:nvPr/>
            </p14:nvContentPartPr>
            <p14:xfrm>
              <a:off x="6356520" y="5299560"/>
              <a:ext cx="2319120" cy="622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F38225A-8E00-8F05-F5E5-93EF4E2927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40320" y="5283360"/>
                <a:ext cx="23515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4DAEDF9-FC61-C611-9374-A508DA70CACB}"/>
                  </a:ext>
                </a:extLst>
              </p14:cNvPr>
              <p14:cNvContentPartPr/>
              <p14:nvPr/>
            </p14:nvContentPartPr>
            <p14:xfrm>
              <a:off x="2244960" y="4308840"/>
              <a:ext cx="571680" cy="6375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4DAEDF9-FC61-C611-9374-A508DA70CA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8760" y="4287240"/>
                <a:ext cx="60408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2199F4B-0797-2F89-C223-D21AD33C81F2}"/>
                  </a:ext>
                </a:extLst>
              </p14:cNvPr>
              <p14:cNvContentPartPr/>
              <p14:nvPr/>
            </p14:nvContentPartPr>
            <p14:xfrm>
              <a:off x="1508760" y="2849400"/>
              <a:ext cx="82800" cy="2524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2199F4B-0797-2F89-C223-D21AD33C81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92560" y="2833200"/>
                <a:ext cx="115200" cy="25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312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02"/>
    </mc:Choice>
    <mc:Fallback xmlns="">
      <p:transition spd="slow" advTm="6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D731-2372-9E0B-FE5A-94A3989E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C465-DD42-335F-DBD4-F765F1E6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7" y="262442"/>
            <a:ext cx="791292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구현시 배열 크기 고려하기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7355-679D-B907-5543-01387D8F7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데이터를 추가하기 전에 꽉 찼는지 확인하기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491960-FD9C-1498-5EC4-5E8086A37F51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D1B6629-5A18-F376-FCEA-47751453A833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AECD426-69D0-87C8-D390-16E1351ED998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763619-8B89-A040-AB74-C639AF05278A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9D41019-E562-E682-B0BF-548AE0DDC80E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B7B1B40-CB6D-F4C6-1BE1-DEAA16B8AC1B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B10444A-1D3D-C48F-4B8F-EB729B8ED341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F</a:t>
              </a:r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2A0C8C7-B9E8-4A24-09CF-DB35E1479A95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54DC55AE-67FE-3416-22B4-9087CBBA266C}"/>
                  </a:ext>
                </a:extLst>
              </p14:cNvPr>
              <p14:cNvContentPartPr/>
              <p14:nvPr/>
            </p14:nvContentPartPr>
            <p14:xfrm>
              <a:off x="7910640" y="2236680"/>
              <a:ext cx="715680" cy="15217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54DC55AE-67FE-3416-22B4-9087CBBA26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4440" y="2220480"/>
                <a:ext cx="748080" cy="15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795DE9ED-B8EB-6D33-F5D5-770CB941E656}"/>
                  </a:ext>
                </a:extLst>
              </p14:cNvPr>
              <p14:cNvContentPartPr/>
              <p14:nvPr/>
            </p14:nvContentPartPr>
            <p14:xfrm>
              <a:off x="4947120" y="3785760"/>
              <a:ext cx="1726560" cy="4438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795DE9ED-B8EB-6D33-F5D5-770CB941E6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7760" y="3776400"/>
                <a:ext cx="174528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D5B12F1-C197-33C0-B98D-89CB50204B04}"/>
                  </a:ext>
                </a:extLst>
              </p14:cNvPr>
              <p14:cNvContentPartPr/>
              <p14:nvPr/>
            </p14:nvContentPartPr>
            <p14:xfrm>
              <a:off x="5897880" y="3835800"/>
              <a:ext cx="1182600" cy="98892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D5B12F1-C197-33C0-B98D-89CB50204B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88520" y="3826440"/>
                <a:ext cx="1201320" cy="10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14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66"/>
    </mc:Choice>
    <mc:Fallback xmlns="">
      <p:transition spd="slow" advTm="117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86CC-0D18-EFCB-8014-994F581C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636F-B1F1-4F10-6173-60818F35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가변 크기 배열 리스트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98CD-443E-B594-A581-EF451C61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INSERT를 할 때</a:t>
            </a:r>
            <a:r>
              <a:rPr lang="en-US"/>
              <a:t>:</a:t>
            </a:r>
            <a:r>
              <a:t> </a:t>
            </a:r>
            <a:br>
              <a:rPr lang="en-US"/>
            </a:br>
            <a:br>
              <a:rPr lang="en-US"/>
            </a:br>
            <a:r>
              <a:t>배열이 가득 </a:t>
            </a:r>
            <a:r>
              <a:rPr lang="ko-KR" altLang="en-US"/>
              <a:t>찼으면</a:t>
            </a:r>
            <a:r>
              <a:rPr lang="en-US" altLang="ko-KR"/>
              <a:t>,</a:t>
            </a:r>
            <a:r>
              <a:rPr lang="ko-KR" altLang="en-US"/>
              <a:t> 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		</a:t>
            </a:r>
            <a:r>
              <a:t>더 큰 배열을 새로 만</a:t>
            </a:r>
            <a:r>
              <a:rPr lang="ko-KR" altLang="en-US"/>
              <a:t>들고</a:t>
            </a:r>
            <a:r>
              <a:rPr lang="en-US" altLang="ko-KR"/>
              <a:t>,</a:t>
            </a:r>
            <a:br>
              <a:rPr lang="en-US" altLang="ko-KR"/>
            </a:br>
            <a:br>
              <a:rPr lang="en-US" altLang="ko-KR"/>
            </a:br>
            <a:r>
              <a:rPr lang="en-US"/>
              <a:t>		</a:t>
            </a:r>
            <a:r>
              <a:t>새 배열에 기존 데이터를 복사한다</a:t>
            </a:r>
            <a:br>
              <a:rPr lang="en-US"/>
            </a:br>
            <a:br>
              <a:rPr lang="en-US"/>
            </a:br>
            <a:r>
              <a:t>원래 INSERT 작업을 한다</a:t>
            </a:r>
          </a:p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85C1069-620E-6516-2E8C-4AEF83FC8B1D}"/>
                  </a:ext>
                </a:extLst>
              </p14:cNvPr>
              <p14:cNvContentPartPr/>
              <p14:nvPr/>
            </p14:nvContentPartPr>
            <p14:xfrm>
              <a:off x="929160" y="2927520"/>
              <a:ext cx="3092400" cy="1522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85C1069-620E-6516-2E8C-4AEF83FC8B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960" y="2911320"/>
                <a:ext cx="31248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F58454F-8063-07D2-81D8-EE03519929DE}"/>
                  </a:ext>
                </a:extLst>
              </p14:cNvPr>
              <p14:cNvContentPartPr/>
              <p14:nvPr/>
            </p14:nvContentPartPr>
            <p14:xfrm>
              <a:off x="2536920" y="3778560"/>
              <a:ext cx="4535280" cy="8470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F58454F-8063-07D2-81D8-EE03519929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15320" y="3756960"/>
                <a:ext cx="4578480" cy="8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00E9FA7-A8A1-C41D-5591-11C2A5367415}"/>
                  </a:ext>
                </a:extLst>
              </p14:cNvPr>
              <p14:cNvContentPartPr/>
              <p14:nvPr/>
            </p14:nvContentPartPr>
            <p14:xfrm>
              <a:off x="5722920" y="1057320"/>
              <a:ext cx="2702160" cy="18464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00E9FA7-A8A1-C41D-5591-11C2A53674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13560" y="1047960"/>
                <a:ext cx="2720880" cy="18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797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70"/>
    </mc:Choice>
    <mc:Fallback xmlns="">
      <p:transition spd="slow" advTm="126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63" y="262442"/>
            <a:ext cx="8812212" cy="607653"/>
          </a:xfrm>
        </p:spPr>
        <p:txBody>
          <a:bodyPr>
            <a:spAutoFit/>
          </a:bodyPr>
          <a:lstStyle/>
          <a:p>
            <a:r>
              <a:t>가변 크기 배열 리스트</a:t>
            </a:r>
            <a:r>
              <a:rPr lang="en-US"/>
              <a:t> - </a:t>
            </a:r>
            <a:r>
              <a:rPr lang="ko-KR" altLang="en-US"/>
              <a:t>새 배열의 크기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 배열의 크기는 무엇이 적절할까</a:t>
            </a:r>
            <a:r>
              <a:rPr lang="en-US" altLang="ko-KR"/>
              <a:t>?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C275C59-F755-90E0-3DBF-B98B143FAAB2}"/>
                  </a:ext>
                </a:extLst>
              </p14:cNvPr>
              <p14:cNvContentPartPr/>
              <p14:nvPr/>
            </p14:nvContentPartPr>
            <p14:xfrm>
              <a:off x="990720" y="2216160"/>
              <a:ext cx="1579320" cy="7444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C275C59-F755-90E0-3DBF-B98B143FAA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4520" y="2199960"/>
                <a:ext cx="1611720" cy="7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4C8E7DD-A4F4-6A63-BDA7-2D2EA3836915}"/>
                  </a:ext>
                </a:extLst>
              </p14:cNvPr>
              <p14:cNvContentPartPr/>
              <p14:nvPr/>
            </p14:nvContentPartPr>
            <p14:xfrm>
              <a:off x="1044360" y="2606760"/>
              <a:ext cx="1587240" cy="11638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4C8E7DD-A4F4-6A63-BDA7-2D2EA38369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8160" y="2590560"/>
                <a:ext cx="1619640" cy="11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66E8401A-C978-530B-B071-70675B4F8AED}"/>
                  </a:ext>
                </a:extLst>
              </p14:cNvPr>
              <p14:cNvContentPartPr/>
              <p14:nvPr/>
            </p14:nvContentPartPr>
            <p14:xfrm>
              <a:off x="3675600" y="2528640"/>
              <a:ext cx="2043720" cy="13201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66E8401A-C978-530B-B071-70675B4F8A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9400" y="2512440"/>
                <a:ext cx="2076120" cy="13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B2E8D0B-8B8F-6851-31B7-2EFCA33FB89B}"/>
                  </a:ext>
                </a:extLst>
              </p14:cNvPr>
              <p14:cNvContentPartPr/>
              <p14:nvPr/>
            </p14:nvContentPartPr>
            <p14:xfrm>
              <a:off x="6253560" y="2557440"/>
              <a:ext cx="2590560" cy="11350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B2E8D0B-8B8F-6851-31B7-2EFCA33FB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31960" y="2535840"/>
                <a:ext cx="2628360" cy="11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80C5FD4-023E-C93C-A59E-97459BF06160}"/>
                  </a:ext>
                </a:extLst>
              </p14:cNvPr>
              <p14:cNvContentPartPr/>
              <p14:nvPr/>
            </p14:nvContentPartPr>
            <p14:xfrm>
              <a:off x="1044360" y="5011920"/>
              <a:ext cx="1850400" cy="13078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80C5FD4-023E-C93C-A59E-97459BF061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8160" y="4995720"/>
                <a:ext cx="1882800" cy="13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65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73"/>
    </mc:Choice>
    <mc:Fallback xmlns="">
      <p:transition spd="slow" advTm="312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63" y="262442"/>
            <a:ext cx="8812212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</a:t>
            </a:r>
            <a:r>
              <a:rPr lang="ko-KR" altLang="en-US"/>
              <a:t>배열 변경 함수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최대 저장량이 두배인 </a:t>
            </a:r>
            <a:r>
              <a:t>배열을 새로 만든다</a:t>
            </a:r>
          </a:p>
          <a:p>
            <a:r>
              <a:rPr lang="ko-KR" altLang="en-US"/>
              <a:t>기존</a:t>
            </a:r>
            <a:r>
              <a:t> 데이터는 새로운 배열에 모두 복사한다</a:t>
            </a:r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RESIZE(</a:t>
            </a:r>
            <a:r>
              <a:rPr lang="ko-KR" altLang="en-US"/>
              <a:t>리스트 </a:t>
            </a:r>
            <a:r>
              <a:rPr lang="en-US" altLang="ko-KR"/>
              <a:t>L):</a:t>
            </a:r>
            <a:endParaRPr/>
          </a:p>
          <a:p>
            <a:pPr>
              <a:lnSpc>
                <a:spcPct val="150000"/>
              </a:lnSpc>
            </a:pPr>
            <a:r>
              <a:t>tmp </a:t>
            </a:r>
            <a:r>
              <a:rPr lang="en-US"/>
              <a:t>=</a:t>
            </a:r>
            <a:r>
              <a:t> 새로운 배열</a:t>
            </a:r>
            <a:r>
              <a:rPr lang="en-US"/>
              <a:t> (</a:t>
            </a:r>
            <a:r>
              <a:rPr lang="ko-KR" altLang="en-US"/>
              <a:t>저장량 두배</a:t>
            </a:r>
            <a:r>
              <a:rPr lang="en-US" altLang="ko-KR"/>
              <a:t>)</a:t>
            </a:r>
          </a:p>
          <a:p>
            <a:pPr>
              <a:lnSpc>
                <a:spcPct val="150000"/>
              </a:lnSpc>
            </a:pPr>
            <a:r>
              <a:rPr lang="en-US"/>
              <a:t>L-&gt;</a:t>
            </a:r>
            <a:r>
              <a:t>data</a:t>
            </a:r>
            <a:r>
              <a:rPr lang="ko-KR" altLang="en-US"/>
              <a:t>의 모든 데이터를</a:t>
            </a:r>
            <a:r>
              <a:t> tmp로 복사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L-&gt;</a:t>
            </a:r>
            <a:r>
              <a:t>data</a:t>
            </a:r>
            <a:r>
              <a:rPr lang="en-US"/>
              <a:t> =</a:t>
            </a:r>
            <a:r>
              <a:t> tmp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altLang="ko-KR"/>
              <a:t>L-&gt;capacity = L-&gt;capacity *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EB0749D-9E88-FA06-766B-03AEC690C546}"/>
                  </a:ext>
                </a:extLst>
              </p14:cNvPr>
              <p14:cNvContentPartPr/>
              <p14:nvPr/>
            </p14:nvContentPartPr>
            <p14:xfrm>
              <a:off x="3243960" y="2244960"/>
              <a:ext cx="1842480" cy="5184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EB0749D-9E88-FA06-766B-03AEC690C5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7760" y="2228760"/>
                <a:ext cx="187488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75E0E5E-315A-09BF-DEC7-3CB6063FB465}"/>
                  </a:ext>
                </a:extLst>
              </p14:cNvPr>
              <p14:cNvContentPartPr/>
              <p14:nvPr/>
            </p14:nvContentPartPr>
            <p14:xfrm>
              <a:off x="949680" y="2651760"/>
              <a:ext cx="5945760" cy="1566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75E0E5E-315A-09BF-DEC7-3CB6063FB4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8080" y="2630160"/>
                <a:ext cx="59889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881B2BB-117F-EE3D-A96F-E5FBC90720D3}"/>
                  </a:ext>
                </a:extLst>
              </p14:cNvPr>
              <p14:cNvContentPartPr/>
              <p14:nvPr/>
            </p14:nvContentPartPr>
            <p14:xfrm>
              <a:off x="1457280" y="3741840"/>
              <a:ext cx="1154520" cy="630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881B2BB-117F-EE3D-A96F-E5FBC90720D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7920" y="3732480"/>
                <a:ext cx="11732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535159E2-C053-0F4D-2CEB-B46F90D2C848}"/>
                  </a:ext>
                </a:extLst>
              </p14:cNvPr>
              <p14:cNvContentPartPr/>
              <p14:nvPr/>
            </p14:nvContentPartPr>
            <p14:xfrm>
              <a:off x="3794760" y="3749760"/>
              <a:ext cx="181440" cy="43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535159E2-C053-0F4D-2CEB-B46F90D2C8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73160" y="3728160"/>
                <a:ext cx="2246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1DEBA78-6DFF-2B68-A7C2-1C6E0DFD0356}"/>
                  </a:ext>
                </a:extLst>
              </p14:cNvPr>
              <p14:cNvContentPartPr/>
              <p14:nvPr/>
            </p14:nvContentPartPr>
            <p14:xfrm>
              <a:off x="1907640" y="4518720"/>
              <a:ext cx="1863000" cy="45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1DEBA78-6DFF-2B68-A7C2-1C6E0DFD035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86040" y="4497120"/>
                <a:ext cx="1906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DE8D134-7DC4-C2D0-2F7B-DECB2259C84B}"/>
                  </a:ext>
                </a:extLst>
              </p14:cNvPr>
              <p14:cNvContentPartPr/>
              <p14:nvPr/>
            </p14:nvContentPartPr>
            <p14:xfrm>
              <a:off x="2602440" y="5229720"/>
              <a:ext cx="4042080" cy="702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DE8D134-7DC4-C2D0-2F7B-DECB2259C8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80840" y="5208120"/>
                <a:ext cx="40852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604D116-25CE-C35C-73FC-653FBA1F4773}"/>
                  </a:ext>
                </a:extLst>
              </p14:cNvPr>
              <p14:cNvContentPartPr/>
              <p14:nvPr/>
            </p14:nvContentPartPr>
            <p14:xfrm>
              <a:off x="950760" y="5969520"/>
              <a:ext cx="2245680" cy="943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604D116-25CE-C35C-73FC-653FBA1F477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1400" y="5960160"/>
                <a:ext cx="226440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8BF27468-7245-9E60-BCD6-C6F7ABE8C573}"/>
                  </a:ext>
                </a:extLst>
              </p14:cNvPr>
              <p14:cNvContentPartPr/>
              <p14:nvPr/>
            </p14:nvContentPartPr>
            <p14:xfrm>
              <a:off x="882000" y="6701400"/>
              <a:ext cx="4534560" cy="1317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8BF27468-7245-9E60-BCD6-C6F7ABE8C5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2640" y="6692040"/>
                <a:ext cx="4553280" cy="15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553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33"/>
    </mc:Choice>
    <mc:Fallback xmlns="">
      <p:transition spd="slow" advTm="15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7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25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</a:t>
            </a:r>
            <a:r>
              <a:rPr lang="ko-KR" altLang="en-US"/>
              <a:t>데이터 추가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INSERT_VAR_CAP(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인덱스 </a:t>
            </a:r>
            <a:r>
              <a:rPr lang="en-US" altLang="ko-KR"/>
              <a:t>k, </a:t>
            </a:r>
            <a:r>
              <a:rPr lang="ko-KR" altLang="en-US"/>
              <a:t>데이터 </a:t>
            </a:r>
            <a:r>
              <a:rPr lang="en-US" altLang="ko-KR"/>
              <a:t>x):</a:t>
            </a:r>
            <a:endParaRPr/>
          </a:p>
          <a:p>
            <a:pPr>
              <a:lnSpc>
                <a:spcPct val="150000"/>
              </a:lnSpc>
            </a:pPr>
            <a:r>
              <a:t>만약</a:t>
            </a:r>
            <a:r>
              <a:rPr lang="en-US"/>
              <a:t>:</a:t>
            </a:r>
            <a:r>
              <a:t> </a:t>
            </a:r>
            <a:r>
              <a:rPr lang="en-US"/>
              <a:t>L</a:t>
            </a:r>
            <a:r>
              <a:t>.size == </a:t>
            </a:r>
            <a:r>
              <a:rPr lang="en-US"/>
              <a:t>L</a:t>
            </a:r>
            <a:r>
              <a:t>.capacity면 RESIZE(</a:t>
            </a:r>
            <a:r>
              <a:rPr lang="en-US"/>
              <a:t>L</a:t>
            </a:r>
            <a:r>
              <a:t>)</a:t>
            </a:r>
            <a:endParaRPr lang="en-US"/>
          </a:p>
          <a:p>
            <a:pPr>
              <a:lnSpc>
                <a:spcPct val="150000"/>
              </a:lnSpc>
            </a:pPr>
            <a:r>
              <a:t>INSERT(</a:t>
            </a:r>
            <a:r>
              <a:rPr lang="en-US"/>
              <a:t>L</a:t>
            </a:r>
            <a:r>
              <a:t>, k, x)</a:t>
            </a:r>
          </a:p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3F0EFB14-88DA-899E-66A1-B63BC726D1B4}"/>
                  </a:ext>
                </a:extLst>
              </p14:cNvPr>
              <p14:cNvContentPartPr/>
              <p14:nvPr/>
            </p14:nvContentPartPr>
            <p14:xfrm>
              <a:off x="1438560" y="2265120"/>
              <a:ext cx="2820960" cy="943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3F0EFB14-88DA-899E-66A1-B63BC726D1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9200" y="2255760"/>
                <a:ext cx="28396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62C1AF8-33D9-0D81-E68C-3C9D57AD6CB0}"/>
                  </a:ext>
                </a:extLst>
              </p14:cNvPr>
              <p14:cNvContentPartPr/>
              <p14:nvPr/>
            </p14:nvContentPartPr>
            <p14:xfrm>
              <a:off x="5385240" y="2265120"/>
              <a:ext cx="388080" cy="190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62C1AF8-33D9-0D81-E68C-3C9D57AD6C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75880" y="2255760"/>
                <a:ext cx="406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A61300C-937A-49BD-045E-CD0733E8AD25}"/>
                  </a:ext>
                </a:extLst>
              </p14:cNvPr>
              <p14:cNvContentPartPr/>
              <p14:nvPr/>
            </p14:nvContentPartPr>
            <p14:xfrm>
              <a:off x="6904800" y="2240280"/>
              <a:ext cx="225720" cy="252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A61300C-937A-49BD-045E-CD0733E8AD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95440" y="2230920"/>
                <a:ext cx="2444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132E424-AF56-8AE1-5849-066803FC8485}"/>
                  </a:ext>
                </a:extLst>
              </p14:cNvPr>
              <p14:cNvContentPartPr/>
              <p14:nvPr/>
            </p14:nvContentPartPr>
            <p14:xfrm>
              <a:off x="8424720" y="2252520"/>
              <a:ext cx="219240" cy="129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132E424-AF56-8AE1-5849-066803FC848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15360" y="2243160"/>
                <a:ext cx="2379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3AD23EF-4CE9-D733-64D2-66C60B3ABCBE}"/>
                  </a:ext>
                </a:extLst>
              </p14:cNvPr>
              <p14:cNvContentPartPr/>
              <p14:nvPr/>
            </p14:nvContentPartPr>
            <p14:xfrm>
              <a:off x="2082600" y="2916000"/>
              <a:ext cx="2777400" cy="378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3AD23EF-4CE9-D733-64D2-66C60B3ABC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73240" y="2906640"/>
                <a:ext cx="27961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DF85B84-B5A8-5E3F-BE5D-3130ED76CBA1}"/>
                  </a:ext>
                </a:extLst>
              </p14:cNvPr>
              <p14:cNvContentPartPr/>
              <p14:nvPr/>
            </p14:nvContentPartPr>
            <p14:xfrm>
              <a:off x="2770560" y="2872080"/>
              <a:ext cx="3859560" cy="144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DF85B84-B5A8-5E3F-BE5D-3130ED76CB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61200" y="2862720"/>
                <a:ext cx="38782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B3D8003-B58F-3E06-2155-6B7FDB67F16A}"/>
                  </a:ext>
                </a:extLst>
              </p14:cNvPr>
              <p14:cNvContentPartPr/>
              <p14:nvPr/>
            </p14:nvContentPartPr>
            <p14:xfrm>
              <a:off x="875520" y="3660480"/>
              <a:ext cx="2314440" cy="1191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B3D8003-B58F-3E06-2155-6B7FDB67F16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6160" y="3651120"/>
                <a:ext cx="2333160" cy="1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074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67"/>
    </mc:Choice>
    <mc:Fallback xmlns="">
      <p:transition spd="slow" advTm="126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811" y="262442"/>
            <a:ext cx="8305664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RESIZE </a:t>
            </a:r>
            <a:r>
              <a:rPr lang="ko-KR" altLang="en-US"/>
              <a:t>비용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ko-KR" altLang="en-US"/>
                  <a:t>데이터를 추가하다가 </a:t>
                </a:r>
                <a:r>
                  <a:rPr lang="en-US" altLang="ko-KR"/>
                  <a:t>n</a:t>
                </a:r>
                <a:r>
                  <a:rPr lang="ko-KR" altLang="en-US"/>
                  <a:t>개가 될 때까지 </a:t>
                </a:r>
                <a:r>
                  <a:rPr lang="en-US" altLang="ko-KR"/>
                  <a:t>RESIZE </a:t>
                </a:r>
                <a:r>
                  <a:rPr lang="ko-KR" altLang="en-US"/>
                  <a:t>하며 복사한 횟수</a:t>
                </a:r>
                <a:endParaRPr lang="en-US" altLang="ko-KR"/>
              </a:p>
              <a:p>
                <a:pPr>
                  <a:lnSpc>
                    <a:spcPct val="150000"/>
                  </a:lnSpc>
                </a:pPr>
                <a:r>
                  <a:rPr lang="ko-KR" altLang="en-US"/>
                  <a:t>가정</a:t>
                </a:r>
                <a:r>
                  <a:rPr lang="en-US" altLang="ko-KR"/>
                  <a:t>: </a:t>
                </a:r>
                <a:r>
                  <a:rPr lang="ko-KR" altLang="en-US"/>
                  <a:t>현재 </a:t>
                </a:r>
                <a:r>
                  <a:rPr lang="en-US" altLang="ko-KR"/>
                  <a:t>RESIZE </a:t>
                </a:r>
                <a:r>
                  <a:rPr lang="ko-KR" altLang="en-US"/>
                  <a:t>할</a:t>
                </a:r>
                <a:r>
                  <a:rPr lang="en-US" altLang="ko-KR"/>
                  <a:t> </a:t>
                </a:r>
                <a:r>
                  <a:rPr lang="ko-KR" altLang="en-US"/>
                  <a:t>시점</a:t>
                </a:r>
                <a:r>
                  <a:rPr lang="en-US" altLang="ko-KR"/>
                  <a:t>, RESIZE</a:t>
                </a:r>
                <a:r>
                  <a:rPr lang="ko-KR" altLang="en-US"/>
                  <a:t>시 크기 </a:t>
                </a:r>
                <a:r>
                  <a:rPr lang="en-US" altLang="ko-KR"/>
                  <a:t>r</a:t>
                </a:r>
                <a:r>
                  <a:rPr lang="ko-KR" altLang="en-US"/>
                  <a:t>배 증가</a:t>
                </a:r>
                <a:endParaRPr lang="en-US" altLang="ko-KR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/>
                  <a:t>               </a:t>
                </a:r>
                <a:r>
                  <a:rPr lang="en-US" altLang="ko-KR"/>
                  <a:t>n</a:t>
                </a:r>
                <a:r>
                  <a:rPr lang="ko-KR" altLang="en-US"/>
                  <a:t>은 아주 크다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/>
                  <a:t>복사된 횟수</a:t>
                </a:r>
                <a:r>
                  <a:rPr lang="en-US" altLang="ko-KR"/>
                  <a:t>: </a:t>
                </a:r>
              </a:p>
              <a:p>
                <a:pPr marL="0" indent="0">
                  <a:buNone/>
                </a:pPr>
                <a:endParaRPr lang="ko-KR" alt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88" b="-10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B51594D-0908-C2A3-B125-58B6A3322AF8}"/>
                  </a:ext>
                </a:extLst>
              </p14:cNvPr>
              <p14:cNvContentPartPr/>
              <p14:nvPr/>
            </p14:nvContentPartPr>
            <p14:xfrm>
              <a:off x="5166000" y="1145160"/>
              <a:ext cx="1076400" cy="4258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B51594D-0908-C2A3-B125-58B6A3322A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56640" y="1135800"/>
                <a:ext cx="109512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16A04A3-587D-CB97-7678-B185C4524543}"/>
                  </a:ext>
                </a:extLst>
              </p14:cNvPr>
              <p14:cNvContentPartPr/>
              <p14:nvPr/>
            </p14:nvContentPartPr>
            <p14:xfrm>
              <a:off x="5259960" y="1608120"/>
              <a:ext cx="1945440" cy="4071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16A04A3-587D-CB97-7678-B185C45245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50600" y="1598760"/>
                <a:ext cx="19641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6DC3DA8E-6B18-BA37-109C-28EF11E5FB0E}"/>
                  </a:ext>
                </a:extLst>
              </p14:cNvPr>
              <p14:cNvContentPartPr/>
              <p14:nvPr/>
            </p14:nvContentPartPr>
            <p14:xfrm>
              <a:off x="3227400" y="1270080"/>
              <a:ext cx="2996280" cy="52567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6DC3DA8E-6B18-BA37-109C-28EF11E5FB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18040" y="1260720"/>
                <a:ext cx="3015000" cy="52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150ADE7-8F34-23EA-023F-048093BEEF3A}"/>
                  </a:ext>
                </a:extLst>
              </p14:cNvPr>
              <p14:cNvContentPartPr/>
              <p14:nvPr/>
            </p14:nvContentPartPr>
            <p14:xfrm>
              <a:off x="3733920" y="4267440"/>
              <a:ext cx="1901520" cy="23968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150ADE7-8F34-23EA-023F-048093BEEF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24560" y="4258080"/>
                <a:ext cx="1920240" cy="24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FE5E915-27E5-38ED-46D5-DF252B2B8C71}"/>
                  </a:ext>
                </a:extLst>
              </p14:cNvPr>
              <p14:cNvContentPartPr/>
              <p14:nvPr/>
            </p14:nvContentPartPr>
            <p14:xfrm>
              <a:off x="4428000" y="6632640"/>
              <a:ext cx="388440" cy="756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FE5E915-27E5-38ED-46D5-DF252B2B8C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8640" y="6623280"/>
                <a:ext cx="4071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EC5A5B5E-B099-8216-4CC5-A6B26CDE6521}"/>
                  </a:ext>
                </a:extLst>
              </p14:cNvPr>
              <p14:cNvContentPartPr/>
              <p14:nvPr/>
            </p14:nvContentPartPr>
            <p14:xfrm>
              <a:off x="2733120" y="6044400"/>
              <a:ext cx="450720" cy="4384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EC5A5B5E-B099-8216-4CC5-A6B26CDE65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23760" y="6035040"/>
                <a:ext cx="46944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6CB19A29-59F7-95A3-5D2F-2B49BD6CD831}"/>
                  </a:ext>
                </a:extLst>
              </p14:cNvPr>
              <p14:cNvContentPartPr/>
              <p14:nvPr/>
            </p14:nvContentPartPr>
            <p14:xfrm>
              <a:off x="2464200" y="5418720"/>
              <a:ext cx="1514160" cy="4564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6CB19A29-59F7-95A3-5D2F-2B49BD6CD83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4840" y="5409360"/>
                <a:ext cx="153288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1427C247-25AF-B061-37FF-0D0B6542C24F}"/>
                  </a:ext>
                </a:extLst>
              </p14:cNvPr>
              <p14:cNvContentPartPr/>
              <p14:nvPr/>
            </p14:nvContentPartPr>
            <p14:xfrm>
              <a:off x="7018200" y="5682240"/>
              <a:ext cx="806400" cy="4852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1427C247-25AF-B061-37FF-0D0B6542C2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02000" y="5666040"/>
                <a:ext cx="838800" cy="5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470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14"/>
    </mc:Choice>
    <mc:Fallback xmlns="">
      <p:transition spd="slow" advTm="26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7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25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811" y="262442"/>
            <a:ext cx="8305664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RESIZE </a:t>
            </a:r>
            <a:r>
              <a:rPr lang="ko-KR" altLang="en-US"/>
              <a:t>비용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3배: 복사횟수 ≈ 1.5n, 메모리 ≈ 3n, 곱하면 4.5n²</a:t>
            </a:r>
          </a:p>
          <a:p>
            <a:endParaRPr/>
          </a:p>
          <a:p>
            <a:r>
              <a:t>2배: 복사횟수 ≈ 2n, 메모리 ≈ 2n, 곱하면 4n²</a:t>
            </a:r>
          </a:p>
          <a:p>
            <a:endParaRPr/>
          </a:p>
          <a:p>
            <a:r>
              <a:t>1.5배: 복사횟수 ≈ 3n, 메모리 ≈ 1.5n, 곱하면 4.5n²</a:t>
            </a:r>
          </a:p>
          <a:p>
            <a:endParaRPr lang="en-US"/>
          </a:p>
          <a:p>
            <a:endParaRPr/>
          </a:p>
          <a:p>
            <a:r>
              <a:t>2배씩 증가하는 것이 시간 × 공간 비용 최소</a:t>
            </a:r>
          </a:p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10C1FA7-6F49-1534-2559-0727E62D2D34}"/>
                  </a:ext>
                </a:extLst>
              </p14:cNvPr>
              <p14:cNvContentPartPr/>
              <p14:nvPr/>
            </p14:nvContentPartPr>
            <p14:xfrm>
              <a:off x="1051603" y="996162"/>
              <a:ext cx="3390480" cy="369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10C1FA7-6F49-1534-2559-0727E62D2D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2243" y="986802"/>
                <a:ext cx="34092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3C9ABCE-F4A8-8A17-62F7-9EA1A803AC7F}"/>
                  </a:ext>
                </a:extLst>
              </p14:cNvPr>
              <p14:cNvContentPartPr/>
              <p14:nvPr/>
            </p14:nvContentPartPr>
            <p14:xfrm>
              <a:off x="4565880" y="913680"/>
              <a:ext cx="1888920" cy="4572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3C9ABCE-F4A8-8A17-62F7-9EA1A803AC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56520" y="904320"/>
                <a:ext cx="190764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BF1E637-0D1A-5C06-5C79-1C04503E7603}"/>
                  </a:ext>
                </a:extLst>
              </p14:cNvPr>
              <p14:cNvContentPartPr/>
              <p14:nvPr/>
            </p14:nvContentPartPr>
            <p14:xfrm>
              <a:off x="637920" y="1633320"/>
              <a:ext cx="494640" cy="2440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BF1E637-0D1A-5C06-5C79-1C04503E76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560" y="1623960"/>
                <a:ext cx="5133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D929424-F60C-65CE-80BD-E3A947F74D41}"/>
                  </a:ext>
                </a:extLst>
              </p14:cNvPr>
              <p14:cNvContentPartPr/>
              <p14:nvPr/>
            </p14:nvContentPartPr>
            <p14:xfrm>
              <a:off x="3358800" y="2202480"/>
              <a:ext cx="4816080" cy="568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D929424-F60C-65CE-80BD-E3A947F74D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49440" y="2193120"/>
                <a:ext cx="48348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34F5C86-7E75-EF99-37FA-29BE095112E5}"/>
                  </a:ext>
                </a:extLst>
              </p14:cNvPr>
              <p14:cNvContentPartPr/>
              <p14:nvPr/>
            </p14:nvContentPartPr>
            <p14:xfrm>
              <a:off x="644040" y="2690640"/>
              <a:ext cx="6930360" cy="6199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34F5C86-7E75-EF99-37FA-29BE095112E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4680" y="2681280"/>
                <a:ext cx="694908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A020C0C-03A8-06BF-38A5-B0C8F1B9A6FA}"/>
                  </a:ext>
                </a:extLst>
              </p14:cNvPr>
              <p14:cNvContentPartPr/>
              <p14:nvPr/>
            </p14:nvContentPartPr>
            <p14:xfrm>
              <a:off x="687960" y="3666600"/>
              <a:ext cx="7705800" cy="6386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A020C0C-03A8-06BF-38A5-B0C8F1B9A6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8600" y="3657240"/>
                <a:ext cx="772452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AEA1D61-F9BF-E856-BEC8-CECE9FD151EA}"/>
                  </a:ext>
                </a:extLst>
              </p14:cNvPr>
              <p14:cNvContentPartPr/>
              <p14:nvPr/>
            </p14:nvContentPartPr>
            <p14:xfrm>
              <a:off x="713880" y="5262840"/>
              <a:ext cx="6998040" cy="6757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AEA1D61-F9BF-E856-BEC8-CECE9FD151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4520" y="5253480"/>
                <a:ext cx="7016760" cy="6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650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73"/>
    </mc:Choice>
    <mc:Fallback xmlns="">
      <p:transition spd="slow" advTm="256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2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5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818" y="262442"/>
            <a:ext cx="6875657" cy="607653"/>
          </a:xfrm>
        </p:spPr>
        <p:txBody>
          <a:bodyPr>
            <a:spAutoFit/>
          </a:bodyPr>
          <a:lstStyle/>
          <a:p>
            <a:r>
              <a:t>INSERT(A, k, val)의 시간 효율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A.size + 1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 + 1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en-US" altLang="ko-KR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1+…+(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≈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A6800C6-E2C5-BA0A-87CD-913AAA03B4E6}"/>
                  </a:ext>
                </a:extLst>
              </p14:cNvPr>
              <p14:cNvContentPartPr/>
              <p14:nvPr/>
            </p14:nvContentPartPr>
            <p14:xfrm>
              <a:off x="4386960" y="1249920"/>
              <a:ext cx="1275120" cy="4442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A6800C6-E2C5-BA0A-87CD-913AAA03B4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65360" y="1228320"/>
                <a:ext cx="131832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B059082-0AE0-CE1F-C203-69BD135E3651}"/>
                  </a:ext>
                </a:extLst>
              </p14:cNvPr>
              <p14:cNvContentPartPr/>
              <p14:nvPr/>
            </p14:nvContentPartPr>
            <p14:xfrm>
              <a:off x="912600" y="2138040"/>
              <a:ext cx="1049040" cy="1688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B059082-0AE0-CE1F-C203-69BD135E36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6400" y="2121840"/>
                <a:ext cx="10814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3F17C21-E5BA-C98F-7825-F66667C1611F}"/>
                  </a:ext>
                </a:extLst>
              </p14:cNvPr>
              <p14:cNvContentPartPr/>
              <p14:nvPr/>
            </p14:nvContentPartPr>
            <p14:xfrm>
              <a:off x="6282360" y="2590200"/>
              <a:ext cx="1472400" cy="252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3F17C21-E5BA-C98F-7825-F66667C161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60760" y="2568600"/>
                <a:ext cx="15156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C29A2C0-2D81-9BFA-28AD-BF7A56A3C16B}"/>
                  </a:ext>
                </a:extLst>
              </p14:cNvPr>
              <p14:cNvContentPartPr/>
              <p14:nvPr/>
            </p14:nvContentPartPr>
            <p14:xfrm>
              <a:off x="888120" y="3564720"/>
              <a:ext cx="2302920" cy="123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C29A2C0-2D81-9BFA-28AD-BF7A56A3C1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1920" y="3548520"/>
                <a:ext cx="23353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11CB57E-D2A0-2CD0-6E88-42A185EA08C0}"/>
                  </a:ext>
                </a:extLst>
              </p14:cNvPr>
              <p14:cNvContentPartPr/>
              <p14:nvPr/>
            </p14:nvContentPartPr>
            <p14:xfrm>
              <a:off x="6257880" y="3996360"/>
              <a:ext cx="571680" cy="457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11CB57E-D2A0-2CD0-6E88-42A185EA08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41680" y="3980160"/>
                <a:ext cx="6040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3C3114C-F9B6-79E3-91D6-53E05AE18ABF}"/>
                  </a:ext>
                </a:extLst>
              </p14:cNvPr>
              <p14:cNvContentPartPr/>
              <p14:nvPr/>
            </p14:nvContentPartPr>
            <p14:xfrm>
              <a:off x="904680" y="4987440"/>
              <a:ext cx="818280" cy="824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3C3114C-F9B6-79E3-91D6-53E05AE18A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8480" y="4971240"/>
                <a:ext cx="8506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D86C768-95B5-1CA5-A777-02C387E53D70}"/>
                  </a:ext>
                </a:extLst>
              </p14:cNvPr>
              <p14:cNvContentPartPr/>
              <p14:nvPr/>
            </p14:nvContentPartPr>
            <p14:xfrm>
              <a:off x="2080440" y="4349880"/>
              <a:ext cx="937800" cy="4485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D86C768-95B5-1CA5-A777-02C387E53D7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64240" y="4333680"/>
                <a:ext cx="970200" cy="48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867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14"/>
    </mc:Choice>
    <mc:Fallback xmlns="">
      <p:transition spd="slow" advTm="12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7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1568" y="262442"/>
            <a:ext cx="6150907" cy="607653"/>
          </a:xfrm>
        </p:spPr>
        <p:txBody>
          <a:bodyPr>
            <a:spAutoFit/>
          </a:bodyPr>
          <a:lstStyle/>
          <a:p>
            <a:r>
              <a:t>DELETE(A, k)의 시간 효율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</a:p>
              <a:p>
                <a:pPr marL="0" indent="0">
                  <a:buNone/>
                </a:pPr>
                <a:r>
                  <a:rPr lang="ko-KR" altLang="en-US"/>
                  <a:t>				배열에 대입 </a:t>
                </a:r>
                <a:r>
                  <a:rPr lang="en-US" altLang="ko-KR"/>
                  <a:t>A.size - 1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br>
                  <a:rPr lang="en-US" altLang="ko-KR"/>
                </a:br>
                <a:r>
                  <a:rPr lang="en-US" altLang="ko-KR"/>
                  <a:t>	</a:t>
                </a:r>
                <a:r>
                  <a:rPr lang="ko-KR" altLang="en-US"/>
                  <a:t>			배열에 대입 </a:t>
                </a:r>
                <a:r>
                  <a:rPr lang="en-US" altLang="ko-KR"/>
                  <a:t>0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ko-KR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 lang="ko-KR" altLang="en-US"/>
              </a:p>
              <a:p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313FAC53-1B15-A3BB-567B-A654D61EF3D8}"/>
                  </a:ext>
                </a:extLst>
              </p14:cNvPr>
              <p14:cNvContentPartPr/>
              <p14:nvPr/>
            </p14:nvContentPartPr>
            <p14:xfrm>
              <a:off x="3296160" y="769680"/>
              <a:ext cx="1639080" cy="752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313FAC53-1B15-A3BB-567B-A654D61EF3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6800" y="760320"/>
                <a:ext cx="16578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F6D6B9E-900B-314A-D600-1332143DDE82}"/>
                  </a:ext>
                </a:extLst>
              </p14:cNvPr>
              <p14:cNvContentPartPr/>
              <p14:nvPr/>
            </p14:nvContentPartPr>
            <p14:xfrm>
              <a:off x="4365720" y="1626840"/>
              <a:ext cx="1138680" cy="4446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F6D6B9E-900B-314A-D600-1332143DDE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360" y="1617480"/>
                <a:ext cx="11574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810B8D0-7CBE-F687-CE5C-D8570111C289}"/>
                  </a:ext>
                </a:extLst>
              </p14:cNvPr>
              <p14:cNvContentPartPr/>
              <p14:nvPr/>
            </p14:nvContentPartPr>
            <p14:xfrm>
              <a:off x="894240" y="2246400"/>
              <a:ext cx="7211160" cy="4885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810B8D0-7CBE-F687-CE5C-D8570111C2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4880" y="2237040"/>
                <a:ext cx="722988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FAF34F9-16BB-6229-4A07-276E95E47D84}"/>
                  </a:ext>
                </a:extLst>
              </p14:cNvPr>
              <p14:cNvContentPartPr/>
              <p14:nvPr/>
            </p14:nvContentPartPr>
            <p14:xfrm>
              <a:off x="919440" y="3767040"/>
              <a:ext cx="6173640" cy="4132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FAF34F9-16BB-6229-4A07-276E95E47D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0080" y="3757680"/>
                <a:ext cx="61923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72FE231-C512-C23B-E72D-6E8CFFB359EF}"/>
                  </a:ext>
                </a:extLst>
              </p14:cNvPr>
              <p14:cNvContentPartPr/>
              <p14:nvPr/>
            </p14:nvContentPartPr>
            <p14:xfrm>
              <a:off x="919440" y="5231160"/>
              <a:ext cx="6723720" cy="8514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72FE231-C512-C23B-E72D-6E8CFFB359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0080" y="5221800"/>
                <a:ext cx="6742440" cy="87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18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6"/>
    </mc:Choice>
    <mc:Fallback xmlns="">
      <p:transition spd="slow" advTm="11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20411</TotalTime>
  <Words>1463</Words>
  <Application>Microsoft Office PowerPoint</Application>
  <PresentationFormat>화면 슬라이드 쇼(4:3)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Aptos</vt:lpstr>
      <vt:lpstr>Aptos Display</vt:lpstr>
      <vt:lpstr>Arial</vt:lpstr>
      <vt:lpstr>Cambria Math</vt:lpstr>
      <vt:lpstr>Office 테마</vt:lpstr>
      <vt:lpstr>리스트 구현시 배열 크기 고려하기</vt:lpstr>
      <vt:lpstr>리스트 구현시 배열 크기 고려하기</vt:lpstr>
      <vt:lpstr>리스트 구현시 배열 크기 고려하기</vt:lpstr>
      <vt:lpstr>가변 크기 배열 리스트</vt:lpstr>
      <vt:lpstr>가변 크기 배열 리스트 - 새 배열의 크기</vt:lpstr>
      <vt:lpstr>가변 크기 배열 리스트 - 배열 변경 함수</vt:lpstr>
      <vt:lpstr>가변 크기 배열 리스트 - 데이터 추가</vt:lpstr>
      <vt:lpstr>가변 크기 배열 리스트 - RESIZE 비용</vt:lpstr>
      <vt:lpstr>가변 크기 배열 리스트 - RESIZE 비용</vt:lpstr>
      <vt:lpstr>INSERT(A, k, val)의 시간 효율</vt:lpstr>
      <vt:lpstr>DELETE(A, k)의 시간 효율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47</cp:revision>
  <dcterms:created xsi:type="dcterms:W3CDTF">2025-07-28T15:04:23Z</dcterms:created>
  <dcterms:modified xsi:type="dcterms:W3CDTF">2025-10-15T10:25:53Z</dcterms:modified>
</cp:coreProperties>
</file>