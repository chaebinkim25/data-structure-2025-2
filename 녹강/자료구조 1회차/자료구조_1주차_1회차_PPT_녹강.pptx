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1"/>
  </p:notesMasterIdLst>
  <p:sldIdLst>
    <p:sldId id="256" r:id="rId2"/>
    <p:sldId id="257" r:id="rId3"/>
    <p:sldId id="311" r:id="rId4"/>
    <p:sldId id="265" r:id="rId5"/>
    <p:sldId id="313" r:id="rId6"/>
    <p:sldId id="314" r:id="rId7"/>
    <p:sldId id="266" r:id="rId8"/>
    <p:sldId id="280" r:id="rId9"/>
    <p:sldId id="316" r:id="rId10"/>
    <p:sldId id="317" r:id="rId11"/>
    <p:sldId id="281" r:id="rId12"/>
    <p:sldId id="315" r:id="rId13"/>
    <p:sldId id="321" r:id="rId14"/>
    <p:sldId id="318" r:id="rId15"/>
    <p:sldId id="285" r:id="rId16"/>
    <p:sldId id="319" r:id="rId17"/>
    <p:sldId id="320" r:id="rId18"/>
    <p:sldId id="288" r:id="rId19"/>
    <p:sldId id="322" r:id="rId20"/>
    <p:sldId id="312" r:id="rId21"/>
    <p:sldId id="324" r:id="rId22"/>
    <p:sldId id="268" r:id="rId23"/>
    <p:sldId id="333" r:id="rId24"/>
    <p:sldId id="325" r:id="rId25"/>
    <p:sldId id="326" r:id="rId26"/>
    <p:sldId id="327" r:id="rId27"/>
    <p:sldId id="328" r:id="rId28"/>
    <p:sldId id="289" r:id="rId29"/>
    <p:sldId id="332" r:id="rId30"/>
    <p:sldId id="330" r:id="rId31"/>
    <p:sldId id="331" r:id="rId32"/>
    <p:sldId id="334" r:id="rId33"/>
    <p:sldId id="275" r:id="rId34"/>
    <p:sldId id="276" r:id="rId35"/>
    <p:sldId id="277" r:id="rId36"/>
    <p:sldId id="278" r:id="rId37"/>
    <p:sldId id="279" r:id="rId38"/>
    <p:sldId id="270" r:id="rId39"/>
    <p:sldId id="272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10" autoAdjust="0"/>
  </p:normalViewPr>
  <p:slideViewPr>
    <p:cSldViewPr snapToGrid="0">
      <p:cViewPr>
        <p:scale>
          <a:sx n="98" d="100"/>
          <a:sy n="98" d="100"/>
        </p:scale>
        <p:origin x="672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08:32:42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3T08:32:48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자료구조 </a:t>
            </a:r>
            <a:r>
              <a:rPr lang="en-US" altLang="ko-KR"/>
              <a:t>1</a:t>
            </a:r>
            <a:r>
              <a:rPr lang="ko-KR" altLang="en-US"/>
              <a:t>회차 수업 시작할게요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437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자료구조는 데이터를 어떻게 담고</a:t>
            </a:r>
            <a:r>
              <a:rPr lang="en-US" altLang="ko-KR"/>
              <a:t>, </a:t>
            </a:r>
            <a:r>
              <a:rPr lang="ko-KR" altLang="en-US"/>
              <a:t>꺼내고</a:t>
            </a:r>
            <a:r>
              <a:rPr lang="en-US" altLang="ko-KR"/>
              <a:t>, </a:t>
            </a:r>
            <a:r>
              <a:rPr lang="ko-KR" altLang="en-US"/>
              <a:t>바꿀 것인지에 대한 체계적인 설계도예요</a:t>
            </a:r>
            <a:r>
              <a:rPr lang="en-US" altLang="ko-KR"/>
              <a:t>.</a:t>
            </a:r>
          </a:p>
          <a:p>
            <a:r>
              <a:rPr lang="ko-KR" altLang="en-US"/>
              <a:t>프로그램의 목적에 따라 자료구조에 요구되는 기능이 달라져요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예를 들어</a:t>
            </a:r>
            <a:r>
              <a:rPr lang="en-US" altLang="ko-KR"/>
              <a:t>, </a:t>
            </a:r>
            <a:r>
              <a:rPr lang="ko-KR" altLang="en-US"/>
              <a:t>할 일을 저장할 때는 일 정보를 하나씩 저장하고</a:t>
            </a:r>
            <a:r>
              <a:rPr lang="en-US" altLang="ko-KR"/>
              <a:t>, </a:t>
            </a:r>
            <a:r>
              <a:rPr lang="ko-KR" altLang="en-US"/>
              <a:t>정해놓은 규칙에 따라 하나씩 꺼낼 수 있으면 되요</a:t>
            </a:r>
            <a:r>
              <a:rPr lang="en-US" altLang="ko-KR"/>
              <a:t>.</a:t>
            </a:r>
          </a:p>
          <a:p>
            <a:r>
              <a:rPr lang="ko-KR" altLang="en-US"/>
              <a:t>수학 문제를 풀기 위해 다항식을 저장할 때는 항이 지수에 따라 정렬되어 있어야 하고</a:t>
            </a:r>
            <a:r>
              <a:rPr lang="en-US" altLang="ko-KR"/>
              <a:t>, </a:t>
            </a:r>
            <a:r>
              <a:rPr lang="ko-KR" altLang="en-US"/>
              <a:t>모든 항의 정보를 확인할 수 있어야 되요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초기 프로그래머들은 알려진 코드가 많지 않았기 때문에 필요할 때마다 직접 자료구조를 만들었어요</a:t>
            </a:r>
            <a:r>
              <a:rPr lang="en-US" altLang="ko-KR"/>
              <a:t>. </a:t>
            </a:r>
          </a:p>
          <a:p>
            <a:r>
              <a:rPr lang="ko-KR" altLang="en-US"/>
              <a:t>시간이 지나면서 많은 사람들이 비슷한 문제를 풀며 최적화된 패턴을 발견했고</a:t>
            </a:r>
            <a:r>
              <a:rPr lang="en-US" altLang="ko-KR"/>
              <a:t>, </a:t>
            </a:r>
            <a:r>
              <a:rPr lang="ko-KR" altLang="en-US"/>
              <a:t>그것들이 교과서로 정리되었죠</a:t>
            </a:r>
            <a:r>
              <a:rPr lang="en-US" altLang="ko-KR"/>
              <a:t>.</a:t>
            </a:r>
          </a:p>
          <a:p>
            <a:r>
              <a:rPr lang="ko-KR" altLang="en-US"/>
              <a:t>우리는 그 축적된 지식 위에서 올바른 선택과 구현 요령을 배우게 되요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64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 시간에는 자료구조 중에서 가장 단순한 일차원적인 자료구조를 소개하고</a:t>
            </a:r>
            <a:r>
              <a:rPr lang="en-US" altLang="ko-KR"/>
              <a:t>, </a:t>
            </a:r>
            <a:r>
              <a:rPr lang="ko-KR" altLang="en-US"/>
              <a:t>관련 예제를 보고</a:t>
            </a:r>
            <a:r>
              <a:rPr lang="en-US" altLang="ko-KR"/>
              <a:t>, </a:t>
            </a:r>
            <a:r>
              <a:rPr lang="ko-KR" altLang="en-US"/>
              <a:t>핵심 기능을 이해해볼 계획이에요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74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프로그램에서 데이터를 저장한다는 것이 무엇을 의미할까요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C </a:t>
            </a:r>
            <a:r>
              <a:rPr lang="ko-KR" altLang="en-US"/>
              <a:t>프로그래밍 언어를 처음 배웠을 때를 생각해보면 변수라는 데이터 하나를 저장할 수 있는 메모리 공간을 자주 썼어요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배열이라는 데이터 여러개를 저장할 수 있는 메모리 공간도 써서 더 많은 데이터를 추가해가며 복잡한 작업도 할 수 있었어요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여기서 한 걸음 더 나아가서 데이터를 수정하는 경우를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메모장 프로그램에서 글을 저장하고 수정중인 상황이에요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메모리 공간을 충분히 할당받아 놓고</a:t>
            </a:r>
            <a:r>
              <a:rPr lang="en-US" altLang="ko-KR"/>
              <a:t>, d a t a </a:t>
            </a:r>
            <a:r>
              <a:rPr lang="ko-KR" altLang="en-US"/>
              <a:t>라는 글자들을 저장하고 끝을 표시했어요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 다음에 문장 부호를 뒤에 추가하려면 뒤에 예를 들어 느낌표를 저장할 수 있어요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단어를 앞에 추가하려면 원래 있던 글자들을 옆으로 이동시켜 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비어 있는 자리에 단어들을 저장할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끝에 데이터를 추가하거나 중간에 자리를 비워놓고 데이터를 추가할 수 있어요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065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4AFFE-0B05-E681-1263-FE7B9A64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0407C-ED10-517F-1DD8-A0B08616D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80C3AF-A019-31B0-F102-6C1AAE08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데이터를 추가할 때 비워두는 자리 수를 정확하게 계산하면</a:t>
            </a:r>
            <a:r>
              <a:rPr lang="en-US" altLang="ko-KR"/>
              <a:t>, </a:t>
            </a:r>
            <a:r>
              <a:rPr lang="ko-KR" altLang="en-US"/>
              <a:t>항상 데이터가 왼쪽부터 차곡차곡 쌓여있게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그러면 앞에서부터 데이터를 차례대로 모두 방문할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총 데이터 개수를 저장해두면 데이터들을 방문할 때도 편리하고</a:t>
            </a:r>
            <a:r>
              <a:rPr lang="en-US" altLang="ko-KR"/>
              <a:t>, </a:t>
            </a:r>
            <a:r>
              <a:rPr lang="ko-KR" altLang="en-US"/>
              <a:t>끝에 추가하기도 편리해요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282DE-A5EE-A67B-03ED-49EF8CE59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890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AA9CA-6E9B-CEED-7009-9C01EF19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83EBE1-9191-52BF-D86D-F590D6FED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050249-8B6F-B820-AB2E-2F85F9C29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데이터들이 순서를 가지고 일렬로 놓여 있는 자료구조를 목록이라는 뜻의 영어 단어인 리스트라고 불러요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90BEC-50F9-E4EB-BCAB-04DFA8324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5674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리스트를 프로그램으로 구현하기 위해서 꼭 필요한 것은 데이터를 저장할 메모리 공간이에요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충분한 크기의 메모리 공간을 확보해서 주소만 저장해 놓으면 데이터를 저장할 수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그리고 관리를 편하게 하기 위해서 총 데이터 수도 따로 저장해둬요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351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리스트를 써서 </a:t>
            </a:r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알파벳 문자를 저장하려면 어떻게 하면 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먼저 리스트를 새로 만들고 </a:t>
            </a:r>
            <a:r>
              <a:rPr lang="en-US" altLang="ko-KR"/>
              <a:t>L </a:t>
            </a:r>
            <a:r>
              <a:rPr lang="ko-KR" altLang="en-US"/>
              <a:t>이라는 이름의 변수에 리스트의 주소를 저장해놔요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첫번째 자리에 </a:t>
            </a:r>
            <a:r>
              <a:rPr lang="en-US" altLang="ko-KR"/>
              <a:t>A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두번째 자리에 </a:t>
            </a:r>
            <a:r>
              <a:rPr lang="en-US" altLang="ko-KR"/>
              <a:t>B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세번째 자리에 </a:t>
            </a:r>
            <a:r>
              <a:rPr lang="en-US" altLang="ko-KR"/>
              <a:t>C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네번째 자리에 </a:t>
            </a:r>
            <a:r>
              <a:rPr lang="en-US" altLang="ko-KR"/>
              <a:t>D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data</a:t>
            </a:r>
            <a:r>
              <a:rPr lang="ko-KR" altLang="en-US"/>
              <a:t>에 다섯번째 자리에 </a:t>
            </a:r>
            <a:r>
              <a:rPr lang="en-US" altLang="ko-KR"/>
              <a:t>E</a:t>
            </a:r>
            <a:r>
              <a:rPr lang="ko-KR" altLang="en-US"/>
              <a:t>를 저장해요</a:t>
            </a:r>
            <a:r>
              <a:rPr lang="en-US" altLang="ko-KR"/>
              <a:t>.  </a:t>
            </a:r>
          </a:p>
          <a:p>
            <a:endParaRPr lang="en-US" altLang="ko-KR"/>
          </a:p>
          <a:p>
            <a:r>
              <a:rPr lang="ko-KR" altLang="en-US"/>
              <a:t>그리고 </a:t>
            </a:r>
            <a:r>
              <a:rPr lang="en-US" altLang="ko-KR"/>
              <a:t>L</a:t>
            </a:r>
            <a:r>
              <a:rPr lang="ko-KR" altLang="en-US"/>
              <a:t>의 </a:t>
            </a:r>
            <a:r>
              <a:rPr lang="en-US" altLang="ko-KR"/>
              <a:t>size</a:t>
            </a:r>
            <a:r>
              <a:rPr lang="ko-KR" altLang="en-US"/>
              <a:t>에는 </a:t>
            </a:r>
            <a:r>
              <a:rPr lang="en-US" altLang="ko-KR"/>
              <a:t>5</a:t>
            </a:r>
            <a:r>
              <a:rPr lang="ko-KR" altLang="en-US"/>
              <a:t>를 저장하면 다 됐어요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71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341F8-7DC2-5F68-D2A7-21E0A748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3CDFE-A0BE-A330-F1D4-039463876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95B664-8458-9223-A144-86600A365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코드를 조금 더 간단하게 만들기 위해서 리스트 끝에 데이터를 추가하는 작업을 함수로 만들어봐요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밀어 넣는다는 의미로 </a:t>
            </a:r>
            <a:r>
              <a:rPr lang="en-US" altLang="ko-KR"/>
              <a:t>PUSH</a:t>
            </a:r>
            <a:r>
              <a:rPr lang="ko-KR" altLang="en-US"/>
              <a:t>라고 정해볼게요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매개변수로는 데이터가 추가될 리스트 </a:t>
            </a:r>
            <a:r>
              <a:rPr lang="en-US" altLang="ko-KR"/>
              <a:t>L</a:t>
            </a:r>
            <a:r>
              <a:rPr lang="ko-KR" altLang="en-US"/>
              <a:t>과 추가할 데이터 </a:t>
            </a:r>
            <a:r>
              <a:rPr lang="en-US" altLang="ko-KR"/>
              <a:t>value</a:t>
            </a:r>
            <a:r>
              <a:rPr lang="ko-KR" altLang="en-US"/>
              <a:t>를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동작을 보면 먼저 </a:t>
            </a:r>
            <a:r>
              <a:rPr lang="en-US" altLang="ko-KR"/>
              <a:t>L</a:t>
            </a:r>
            <a:r>
              <a:rPr lang="ko-KR" altLang="en-US"/>
              <a:t>에 저장된 데이터 개수를 </a:t>
            </a:r>
            <a:r>
              <a:rPr lang="en-US" altLang="ko-KR"/>
              <a:t>1 </a:t>
            </a:r>
            <a:r>
              <a:rPr lang="ko-KR" altLang="en-US"/>
              <a:t>증가시켜놓고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메모리에서 데이터 개수번째 자리에 데이터를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원래 메모리에 데이터가 있었고</a:t>
            </a:r>
            <a:r>
              <a:rPr lang="en-US" altLang="ko-KR"/>
              <a:t>, 1</a:t>
            </a:r>
            <a:r>
              <a:rPr lang="ko-KR" altLang="en-US"/>
              <a:t>번부터 기존 </a:t>
            </a:r>
            <a:r>
              <a:rPr lang="en-US" altLang="ko-KR"/>
              <a:t>size</a:t>
            </a:r>
            <a:r>
              <a:rPr lang="ko-KR" altLang="en-US"/>
              <a:t>번째까지 있었는데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여기서 </a:t>
            </a:r>
            <a:r>
              <a:rPr lang="en-US" altLang="ko-KR"/>
              <a:t>size</a:t>
            </a:r>
            <a:r>
              <a:rPr lang="ko-KR" altLang="en-US"/>
              <a:t>를 늘려놓고 거기에 새로운 데이터가 이렇게 저장돼요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EE3107-11AF-88EA-D334-A22B639B0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223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32CA-3B0E-9823-AB78-81C1BF10B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5944C4-2C98-2F02-55EE-3EF8CE4C8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493EE0-DB4A-A98A-0534-17D5EE241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문자를 리스트에 저장하는 것을 </a:t>
            </a:r>
            <a:r>
              <a:rPr lang="en-US" altLang="ko-KR"/>
              <a:t>PUSH </a:t>
            </a:r>
            <a:r>
              <a:rPr lang="ko-KR" altLang="en-US"/>
              <a:t>함수를 써서 어떻게 할 수 있을까요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en-US" altLang="ko-KR"/>
              <a:t>A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문자를 </a:t>
            </a:r>
            <a:r>
              <a:rPr lang="en-US" altLang="ko-KR"/>
              <a:t>alphabet</a:t>
            </a:r>
            <a:r>
              <a:rPr lang="ko-KR" altLang="en-US"/>
              <a:t>에 저장해가며 반복하는데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반복할 때마다 </a:t>
            </a:r>
            <a:r>
              <a:rPr lang="en-US" altLang="ko-KR"/>
              <a:t>PUSH(L, alphabet)</a:t>
            </a:r>
            <a:r>
              <a:rPr lang="ko-KR" altLang="en-US"/>
              <a:t>을 실행하면 저장이 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코드가 간단해졌어요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D7BCA-7681-1FB5-468D-58163AFBD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735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리스트에 대해 어느 정도 익숙해 졌으니 예제를 하나 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수학 문제를 풀기 위해서 다항식을 리스트에 저장해볼게요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 대한 다항식만 다룬다고 하면</a:t>
            </a:r>
            <a:r>
              <a:rPr lang="en-US" altLang="ko-KR"/>
              <a:t>, </a:t>
            </a:r>
            <a:r>
              <a:rPr lang="ko-KR" altLang="en-US"/>
              <a:t>각 항에서는 계수와 지수만 저장하면 충분해요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계수는 영어 </a:t>
            </a:r>
            <a:r>
              <a:rPr lang="en-US" altLang="ko-KR"/>
              <a:t>coefficient</a:t>
            </a:r>
            <a:r>
              <a:rPr lang="ko-KR" altLang="en-US"/>
              <a:t>를 따서 </a:t>
            </a:r>
            <a:r>
              <a:rPr lang="en-US" altLang="ko-KR"/>
              <a:t>coeff</a:t>
            </a:r>
            <a:r>
              <a:rPr lang="ko-KR" altLang="en-US"/>
              <a:t>라고 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지수는 영어 </a:t>
            </a:r>
            <a:r>
              <a:rPr lang="en-US" altLang="ko-KR"/>
              <a:t>exp</a:t>
            </a:r>
            <a:r>
              <a:rPr lang="ko-KR" altLang="en-US"/>
              <a:t>를 따서 </a:t>
            </a:r>
            <a:r>
              <a:rPr lang="en-US" altLang="ko-KR"/>
              <a:t>exp</a:t>
            </a:r>
            <a:r>
              <a:rPr lang="ko-KR" altLang="en-US"/>
              <a:t>라고 해볼게요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4198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8A964-FA1E-BF63-0850-CDAA5502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9B6CB-0C39-E8E0-08BC-0DC386A65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1162F2-6581-3C94-EBEC-841F7837CA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2x^2 + 3x^1 </a:t>
            </a:r>
            <a:r>
              <a:rPr lang="ko-KR" altLang="en-US"/>
              <a:t>같은 다항식을 항별로 리스트에 저장해 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이 있으면</a:t>
            </a:r>
            <a:r>
              <a:rPr lang="en-US" altLang="ko-KR"/>
              <a:t>, </a:t>
            </a:r>
            <a:r>
              <a:rPr lang="ko-KR" altLang="en-US"/>
              <a:t>계수 </a:t>
            </a:r>
            <a:r>
              <a:rPr lang="en-US" altLang="ko-KR"/>
              <a:t>2, </a:t>
            </a:r>
            <a:r>
              <a:rPr lang="ko-KR" altLang="en-US"/>
              <a:t>지수 </a:t>
            </a:r>
            <a:r>
              <a:rPr lang="en-US" altLang="ko-KR"/>
              <a:t>2</a:t>
            </a:r>
            <a:r>
              <a:rPr lang="ko-KR" altLang="en-US"/>
              <a:t>로 새 항을 만들어서 </a:t>
            </a:r>
            <a:r>
              <a:rPr lang="en-US" altLang="ko-KR"/>
              <a:t>PUSH</a:t>
            </a:r>
            <a:r>
              <a:rPr lang="ko-KR" altLang="en-US"/>
              <a:t>를 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계수 </a:t>
            </a:r>
            <a:r>
              <a:rPr lang="en-US" altLang="ko-KR"/>
              <a:t>3, </a:t>
            </a:r>
            <a:r>
              <a:rPr lang="ko-KR" altLang="en-US"/>
              <a:t>지수 </a:t>
            </a:r>
            <a:r>
              <a:rPr lang="en-US" altLang="ko-KR"/>
              <a:t>1</a:t>
            </a:r>
            <a:r>
              <a:rPr lang="ko-KR" altLang="en-US"/>
              <a:t>로 새 항을 만들어서 </a:t>
            </a:r>
            <a:r>
              <a:rPr lang="en-US" altLang="ko-KR"/>
              <a:t>PUSH</a:t>
            </a:r>
            <a:r>
              <a:rPr lang="ko-KR" altLang="en-US"/>
              <a:t>를 하면 저장되요</a:t>
            </a:r>
            <a:r>
              <a:rPr lang="en-US" altLang="ko-KR"/>
              <a:t>.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5BB8A1-D3D5-B054-235F-FAEAA7A78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61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E022-98E0-F4C5-9BAF-5E40F63E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D2BCDC-819F-CBDA-2C7A-BCA3D39F6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2A5A3-4C00-04D7-31BD-271FFFA1E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조금 더 나아가서 리스트에 저장된 두 다항식을 더해볼까요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먼저 결과를 저장할 리스트를 만들어요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첫항과 </a:t>
            </a:r>
            <a:r>
              <a:rPr lang="en-US" altLang="ko-KR"/>
              <a:t>Y</a:t>
            </a:r>
            <a:r>
              <a:rPr lang="ko-KR" altLang="en-US"/>
              <a:t>의 첫항을 비교해보면 </a:t>
            </a:r>
            <a:r>
              <a:rPr lang="en-US" altLang="ko-KR"/>
              <a:t>X</a:t>
            </a:r>
            <a:r>
              <a:rPr lang="ko-KR" altLang="en-US"/>
              <a:t>의 첫항이 지수가 더 커요 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첫항을 결과에 추가해요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두번째 항과 </a:t>
            </a:r>
            <a:r>
              <a:rPr lang="en-US" altLang="ko-KR"/>
              <a:t>Y</a:t>
            </a:r>
            <a:r>
              <a:rPr lang="ko-KR" altLang="en-US"/>
              <a:t>의 첫항을 비교해보면 지수가 똑같아요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두 항을 더해서 새로운 항을 만들어서 결과에 추가해요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Y</a:t>
            </a:r>
            <a:r>
              <a:rPr lang="ko-KR" altLang="en-US"/>
              <a:t>의 두번째 항만 남았으니까 결과에 추가하면 다 더해졌어요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238C9E-2E66-6082-6BEC-888518747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855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9530-DE8E-57BD-FC59-C6934FE2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D2D3C4-4A7F-AB58-E7F6-8593567D8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D97B4-8971-4152-F3D7-AA442EA17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조금 더 일반적인 다항식을 더하는 함수를 볼게요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다항식 리스트를 매개변수로 받는데</a:t>
            </a:r>
            <a:r>
              <a:rPr lang="en-US" altLang="ko-KR"/>
              <a:t>, </a:t>
            </a:r>
            <a:r>
              <a:rPr lang="ko-KR" altLang="en-US"/>
              <a:t>항들이 지수의 내림차순으로 정렬되어 있다고 가정해요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먼저 하는 일은 결과를 저장할 새로운 항 리스트를 만들어서 </a:t>
            </a:r>
            <a:r>
              <a:rPr lang="en-US" altLang="ko-KR"/>
              <a:t>A</a:t>
            </a:r>
            <a:r>
              <a:rPr lang="ko-KR" altLang="en-US"/>
              <a:t>에 저장하는 것이에요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다항식 덧셈을 할 때 </a:t>
            </a: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의 모든 항을 처리해야 하므로</a:t>
            </a:r>
            <a:r>
              <a:rPr lang="en-US" altLang="ko-KR"/>
              <a:t>, </a:t>
            </a:r>
            <a:r>
              <a:rPr lang="ko-KR" altLang="en-US"/>
              <a:t>반복을 해야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에서 처리할 항의 위치를 </a:t>
            </a:r>
            <a:r>
              <a:rPr lang="en-US" altLang="ko-KR"/>
              <a:t>iX, Y</a:t>
            </a:r>
            <a:r>
              <a:rPr lang="ko-KR" altLang="en-US"/>
              <a:t>에서 처리할 항의 위치를 </a:t>
            </a:r>
            <a:r>
              <a:rPr lang="en-US" altLang="ko-KR"/>
              <a:t>iY</a:t>
            </a:r>
            <a:r>
              <a:rPr lang="ko-KR" altLang="en-US"/>
              <a:t>라고 하고</a:t>
            </a:r>
            <a:r>
              <a:rPr lang="en-US" altLang="ko-KR"/>
              <a:t>, 1</a:t>
            </a:r>
            <a:r>
              <a:rPr lang="ko-KR" altLang="en-US"/>
              <a:t>을 저장해놓아요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X.size </a:t>
            </a:r>
            <a:r>
              <a:rPr lang="ko-KR" altLang="en-US"/>
              <a:t>이하고</a:t>
            </a:r>
            <a:r>
              <a:rPr lang="en-US" altLang="ko-KR"/>
              <a:t>, iY</a:t>
            </a:r>
            <a:r>
              <a:rPr lang="ko-KR" altLang="en-US"/>
              <a:t>가 </a:t>
            </a:r>
            <a:r>
              <a:rPr lang="en-US" altLang="ko-KR"/>
              <a:t>Y.size </a:t>
            </a:r>
            <a:r>
              <a:rPr lang="ko-KR" altLang="en-US"/>
              <a:t>이하여서 </a:t>
            </a: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 </a:t>
            </a:r>
            <a:r>
              <a:rPr lang="ko-KR" altLang="en-US"/>
              <a:t>모두에 처리할 항이 남아있을 동안 반복해요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에서 처리할 항과 </a:t>
            </a:r>
            <a:r>
              <a:rPr lang="en-US" altLang="ko-KR"/>
              <a:t>Y</a:t>
            </a:r>
            <a:r>
              <a:rPr lang="ko-KR" altLang="en-US"/>
              <a:t>에서 처리할 항을 저장해놓고 시작할게요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8395A-1933-29B0-6CCC-99F6D6045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931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반복하면서 할 일은 </a:t>
            </a:r>
            <a:r>
              <a:rPr lang="en-US" altLang="ko-KR"/>
              <a:t>X</a:t>
            </a:r>
            <a:r>
              <a:rPr lang="ko-KR" altLang="en-US"/>
              <a:t>에서 처리중인 항과 </a:t>
            </a:r>
            <a:r>
              <a:rPr lang="en-US" altLang="ko-KR"/>
              <a:t>Y</a:t>
            </a:r>
            <a:r>
              <a:rPr lang="ko-KR" altLang="en-US"/>
              <a:t>에서 처리중인 항의 지수를 비교한 결과에 따라 달라져요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항의 지수가 </a:t>
            </a:r>
            <a:r>
              <a:rPr lang="en-US" altLang="ko-KR"/>
              <a:t>y</a:t>
            </a:r>
            <a:r>
              <a:rPr lang="ko-KR" altLang="en-US"/>
              <a:t>항의 지수보다 크면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</a:t>
            </a:r>
            <a:r>
              <a:rPr lang="en-US" altLang="ko-KR"/>
              <a:t>x</a:t>
            </a:r>
            <a:r>
              <a:rPr lang="ko-KR" altLang="en-US"/>
              <a:t>항을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처리됐으니 값을 하나 증가시키고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 작업을 다시 시작해요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95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611E-3279-CF85-2B0E-B75D28B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9706D8-F1FB-4095-DF16-FEDC65141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E42C7-F750-0BDE-B6D6-C90E915B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항의 지수보다 </a:t>
            </a:r>
            <a:r>
              <a:rPr lang="en-US" altLang="ko-KR"/>
              <a:t>y</a:t>
            </a:r>
            <a:r>
              <a:rPr lang="ko-KR" altLang="en-US"/>
              <a:t>항의 지수가 크면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</a:t>
            </a:r>
            <a:r>
              <a:rPr lang="en-US" altLang="ko-KR"/>
              <a:t>y</a:t>
            </a:r>
            <a:r>
              <a:rPr lang="ko-KR" altLang="en-US"/>
              <a:t>항을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iY</a:t>
            </a:r>
            <a:r>
              <a:rPr lang="ko-KR" altLang="en-US"/>
              <a:t>가 처리됐으니 값을 하나 증가시키고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 작업을 다시 시작해요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447019-BE95-DAEB-7697-B630CAE41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831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5607-C02F-D8D1-F108-25CEFD42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46148D-CCFE-852F-9A1B-554FF38B8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970EDE-A59A-A407-1CA4-C475FF9A6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항의 지수와 </a:t>
            </a:r>
            <a:r>
              <a:rPr lang="en-US" altLang="ko-KR"/>
              <a:t>y</a:t>
            </a:r>
            <a:r>
              <a:rPr lang="ko-KR" altLang="en-US"/>
              <a:t>항의 지수가 같으면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결과에 두 항을 더한 새로운 항을 만들어서 추가하고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와 </a:t>
            </a:r>
            <a:r>
              <a:rPr lang="en-US" altLang="ko-KR"/>
              <a:t>iY</a:t>
            </a:r>
            <a:r>
              <a:rPr lang="ko-KR" altLang="en-US"/>
              <a:t>모두 처리됐으니 값을 하나씩 증가시켜요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그리고 반복 작업을 다시 시작해요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9768D-2B74-B742-AF76-897068A5C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279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반복이 끝나면 </a:t>
            </a:r>
            <a:r>
              <a:rPr lang="en-US" altLang="ko-KR"/>
              <a:t>X</a:t>
            </a:r>
            <a:r>
              <a:rPr lang="ko-KR" altLang="en-US"/>
              <a:t>나 </a:t>
            </a:r>
            <a:r>
              <a:rPr lang="en-US" altLang="ko-KR"/>
              <a:t>Y</a:t>
            </a:r>
            <a:r>
              <a:rPr lang="ko-KR" altLang="en-US"/>
              <a:t>중 최소 하나는 모든 항이 처리돼요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남은 항들은 결과에 모두 추가해요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</a:t>
            </a:r>
            <a:r>
              <a:rPr lang="ko-KR" altLang="en-US"/>
              <a:t>의 </a:t>
            </a:r>
            <a:r>
              <a:rPr lang="en-US" altLang="ko-KR"/>
              <a:t>size </a:t>
            </a:r>
            <a:r>
              <a:rPr lang="ko-KR" altLang="en-US"/>
              <a:t>이하면</a:t>
            </a:r>
            <a:r>
              <a:rPr lang="en-US" altLang="ko-KR"/>
              <a:t>, X</a:t>
            </a:r>
            <a:r>
              <a:rPr lang="ko-KR" altLang="en-US"/>
              <a:t>에 남은 항들이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 때는 </a:t>
            </a:r>
            <a:r>
              <a:rPr lang="en-US" altLang="ko-KR"/>
              <a:t>iX</a:t>
            </a:r>
            <a:r>
              <a:rPr lang="ko-KR" altLang="en-US"/>
              <a:t>가 </a:t>
            </a:r>
            <a:r>
              <a:rPr lang="en-US" altLang="ko-KR"/>
              <a:t>X.size</a:t>
            </a:r>
            <a:r>
              <a:rPr lang="ko-KR" altLang="en-US"/>
              <a:t>이하일 동안 반복하면서 </a:t>
            </a:r>
            <a:r>
              <a:rPr lang="en-US" altLang="ko-KR"/>
              <a:t>X</a:t>
            </a:r>
            <a:r>
              <a:rPr lang="ko-KR" altLang="en-US"/>
              <a:t>의 항을 모두 결과에 추가해요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iY</a:t>
            </a:r>
            <a:r>
              <a:rPr lang="ko-KR" altLang="en-US"/>
              <a:t>가 </a:t>
            </a:r>
            <a:r>
              <a:rPr lang="en-US" altLang="ko-KR"/>
              <a:t>Y</a:t>
            </a:r>
            <a:r>
              <a:rPr lang="ko-KR" altLang="en-US"/>
              <a:t>의 </a:t>
            </a:r>
            <a:r>
              <a:rPr lang="en-US" altLang="ko-KR"/>
              <a:t>size </a:t>
            </a:r>
            <a:r>
              <a:rPr lang="ko-KR" altLang="en-US"/>
              <a:t>이하면</a:t>
            </a:r>
            <a:r>
              <a:rPr lang="en-US" altLang="ko-KR"/>
              <a:t>, Y</a:t>
            </a:r>
            <a:r>
              <a:rPr lang="ko-KR" altLang="en-US"/>
              <a:t>에 남은 항들이 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 때는 </a:t>
            </a:r>
            <a:r>
              <a:rPr lang="en-US" altLang="ko-KR"/>
              <a:t>iY</a:t>
            </a:r>
            <a:r>
              <a:rPr lang="ko-KR" altLang="en-US"/>
              <a:t>가 </a:t>
            </a:r>
            <a:r>
              <a:rPr lang="en-US" altLang="ko-KR"/>
              <a:t>Y.size</a:t>
            </a:r>
            <a:r>
              <a:rPr lang="ko-KR" altLang="en-US"/>
              <a:t>이하일 동안 반복하면서 </a:t>
            </a:r>
            <a:r>
              <a:rPr lang="en-US" altLang="ko-KR"/>
              <a:t>Y</a:t>
            </a:r>
            <a:r>
              <a:rPr lang="ko-KR" altLang="en-US"/>
              <a:t>의 항을 모두 결과에 추가해요</a:t>
            </a:r>
            <a:r>
              <a:rPr lang="en-US" altLang="ko-KR"/>
              <a:t>.</a:t>
            </a:r>
          </a:p>
          <a:p>
            <a:endParaRPr lang="ko-KR" altLang="en-US"/>
          </a:p>
          <a:p>
            <a:r>
              <a:rPr lang="ko-KR" altLang="en-US"/>
              <a:t>모든 항을 다 했으면 결과를 반환해요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950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C0E07-39E6-1003-D728-B0A62EDA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9D347-84E2-9DC3-75FE-421F5B85E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C5C224-2B8C-44C3-380F-7EB690604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다항식 덧셈 함수가 실행되는 과정을 봐요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다항식 리스트를 만들어서 </a:t>
            </a:r>
            <a:r>
              <a:rPr lang="en-US" altLang="ko-KR"/>
              <a:t>A</a:t>
            </a:r>
            <a:r>
              <a:rPr lang="ko-KR" altLang="en-US"/>
              <a:t>에 저장해요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에는 </a:t>
            </a:r>
            <a:r>
              <a:rPr lang="en-US" altLang="ko-KR"/>
              <a:t>1</a:t>
            </a:r>
            <a:r>
              <a:rPr lang="ko-KR" altLang="en-US"/>
              <a:t>을 저장하고</a:t>
            </a:r>
            <a:r>
              <a:rPr lang="en-US" altLang="ko-KR"/>
              <a:t>, iY</a:t>
            </a:r>
            <a:r>
              <a:rPr lang="ko-KR" altLang="en-US"/>
              <a:t>에도 </a:t>
            </a:r>
            <a:r>
              <a:rPr lang="en-US" altLang="ko-KR"/>
              <a:t>1</a:t>
            </a:r>
            <a:r>
              <a:rPr lang="ko-KR" altLang="en-US"/>
              <a:t>을 저장해요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반복을 하면서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에는 </a:t>
            </a:r>
            <a:r>
              <a:rPr lang="en-US" altLang="ko-KR"/>
              <a:t>X</a:t>
            </a:r>
            <a:r>
              <a:rPr lang="ko-KR" altLang="en-US"/>
              <a:t>의 첫번째 항을 저장하고</a:t>
            </a:r>
            <a:r>
              <a:rPr lang="en-US" altLang="ko-KR"/>
              <a:t>, y</a:t>
            </a:r>
            <a:r>
              <a:rPr lang="ko-KR" altLang="en-US"/>
              <a:t>에는 </a:t>
            </a:r>
            <a:r>
              <a:rPr lang="en-US" altLang="ko-KR"/>
              <a:t>Y</a:t>
            </a:r>
            <a:r>
              <a:rPr lang="ko-KR" altLang="en-US"/>
              <a:t>의 첫번째 항을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먼저 </a:t>
            </a:r>
            <a:r>
              <a:rPr lang="en-US" altLang="ko-KR"/>
              <a:t>x</a:t>
            </a:r>
            <a:r>
              <a:rPr lang="ko-KR" altLang="en-US"/>
              <a:t>의 지수와 </a:t>
            </a:r>
            <a:r>
              <a:rPr lang="en-US" altLang="ko-KR"/>
              <a:t>y</a:t>
            </a:r>
            <a:r>
              <a:rPr lang="ko-KR" altLang="en-US"/>
              <a:t>의 지수를 비교하면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지수가 더 크니까 </a:t>
            </a:r>
            <a:r>
              <a:rPr lang="en-US" altLang="ko-KR"/>
              <a:t>A</a:t>
            </a:r>
            <a:r>
              <a:rPr lang="ko-KR" altLang="en-US"/>
              <a:t>에 </a:t>
            </a:r>
            <a:r>
              <a:rPr lang="en-US" altLang="ko-KR"/>
              <a:t>x</a:t>
            </a:r>
            <a:r>
              <a:rPr lang="ko-KR" altLang="en-US"/>
              <a:t>를 추가하고</a:t>
            </a:r>
            <a:r>
              <a:rPr lang="en-US" altLang="ko-KR"/>
              <a:t>, iX</a:t>
            </a:r>
            <a:r>
              <a:rPr lang="ko-KR" altLang="en-US"/>
              <a:t>는 </a:t>
            </a:r>
            <a:r>
              <a:rPr lang="en-US" altLang="ko-KR"/>
              <a:t>1 </a:t>
            </a:r>
            <a:r>
              <a:rPr lang="ko-KR" altLang="en-US"/>
              <a:t>증가해서 </a:t>
            </a:r>
            <a:r>
              <a:rPr lang="en-US" altLang="ko-KR"/>
              <a:t>2</a:t>
            </a:r>
            <a:r>
              <a:rPr lang="ko-KR" altLang="en-US"/>
              <a:t>가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다음 반복에서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에 </a:t>
            </a:r>
            <a:r>
              <a:rPr lang="en-US" altLang="ko-KR"/>
              <a:t>X</a:t>
            </a:r>
            <a:r>
              <a:rPr lang="ko-KR" altLang="en-US"/>
              <a:t>의 두번째 항을 저장하고</a:t>
            </a:r>
            <a:r>
              <a:rPr lang="en-US" altLang="ko-KR"/>
              <a:t>, y</a:t>
            </a:r>
            <a:r>
              <a:rPr lang="ko-KR" altLang="en-US"/>
              <a:t>에는 </a:t>
            </a:r>
            <a:r>
              <a:rPr lang="en-US" altLang="ko-KR"/>
              <a:t>Y</a:t>
            </a:r>
            <a:r>
              <a:rPr lang="ko-KR" altLang="en-US"/>
              <a:t>의 첫번째 항을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x</a:t>
            </a:r>
            <a:r>
              <a:rPr lang="ko-KR" altLang="en-US"/>
              <a:t>의 지수와 </a:t>
            </a:r>
            <a:r>
              <a:rPr lang="en-US" altLang="ko-KR"/>
              <a:t>y</a:t>
            </a:r>
            <a:r>
              <a:rPr lang="ko-KR" altLang="en-US"/>
              <a:t>의 지수가 같으니까</a:t>
            </a:r>
            <a:r>
              <a:rPr lang="en-US" altLang="ko-KR"/>
              <a:t>, </a:t>
            </a:r>
            <a:r>
              <a:rPr lang="ko-KR" altLang="en-US"/>
              <a:t>두 계수를 합한 새로운 항을 만들어서 </a:t>
            </a:r>
            <a:r>
              <a:rPr lang="en-US" altLang="ko-KR"/>
              <a:t>A</a:t>
            </a:r>
            <a:r>
              <a:rPr lang="ko-KR" altLang="en-US"/>
              <a:t>에 추가해요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iX</a:t>
            </a:r>
            <a:r>
              <a:rPr lang="ko-KR" altLang="en-US"/>
              <a:t>는 </a:t>
            </a:r>
            <a:r>
              <a:rPr lang="en-US" altLang="ko-KR"/>
              <a:t>1 </a:t>
            </a:r>
            <a:r>
              <a:rPr lang="ko-KR" altLang="en-US"/>
              <a:t>증가해서 </a:t>
            </a:r>
            <a:r>
              <a:rPr lang="en-US" altLang="ko-KR"/>
              <a:t>3</a:t>
            </a:r>
            <a:r>
              <a:rPr lang="ko-KR" altLang="en-US"/>
              <a:t>이 되고</a:t>
            </a:r>
            <a:r>
              <a:rPr lang="en-US" altLang="ko-KR"/>
              <a:t>, iY</a:t>
            </a:r>
            <a:r>
              <a:rPr lang="ko-KR" altLang="en-US"/>
              <a:t>는 </a:t>
            </a:r>
            <a:r>
              <a:rPr lang="en-US" altLang="ko-KR"/>
              <a:t>1 </a:t>
            </a:r>
            <a:r>
              <a:rPr lang="ko-KR" altLang="en-US"/>
              <a:t>증가해서 </a:t>
            </a:r>
            <a:r>
              <a:rPr lang="en-US" altLang="ko-KR"/>
              <a:t>2</a:t>
            </a:r>
            <a:r>
              <a:rPr lang="ko-KR" altLang="en-US"/>
              <a:t>가 되요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다음 반복에서</a:t>
            </a:r>
            <a:r>
              <a:rPr lang="en-US" altLang="ko-KR"/>
              <a:t>, iX</a:t>
            </a:r>
            <a:r>
              <a:rPr lang="ko-KR" altLang="en-US"/>
              <a:t>가 </a:t>
            </a:r>
            <a:r>
              <a:rPr lang="en-US" altLang="ko-KR"/>
              <a:t>X</a:t>
            </a:r>
            <a:r>
              <a:rPr lang="ko-KR" altLang="en-US"/>
              <a:t>의 크기보다 커져서 반복이 종료되요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Y</a:t>
            </a:r>
            <a:r>
              <a:rPr lang="ko-KR" altLang="en-US"/>
              <a:t>에 남은 항들을 </a:t>
            </a:r>
            <a:r>
              <a:rPr lang="en-US" altLang="ko-KR"/>
              <a:t>A</a:t>
            </a:r>
            <a:r>
              <a:rPr lang="ko-KR" altLang="en-US"/>
              <a:t>에 추가하고</a:t>
            </a:r>
            <a:r>
              <a:rPr lang="en-US" altLang="ko-KR"/>
              <a:t>, A</a:t>
            </a:r>
            <a:r>
              <a:rPr lang="ko-KR" altLang="en-US"/>
              <a:t>가 반환돼요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78649-03CE-95D0-E814-E2F3A2E1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950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454E-011E-113B-1E15-1CEE8980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0744CB-386E-5011-9A40-2147FC9D7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5DA399-09B2-88E7-E9E3-050BFF09B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리스트로 할 수 있는 기능을 몇개 더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리스트는 임의의 위치에 데이터를 추가하거나 삭제할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데이터를 추가할 때는 리스트</a:t>
            </a:r>
            <a:r>
              <a:rPr lang="en-US" altLang="ko-KR"/>
              <a:t>, </a:t>
            </a:r>
            <a:r>
              <a:rPr lang="ko-KR" altLang="en-US"/>
              <a:t>데이터를 추가할 위치</a:t>
            </a:r>
            <a:r>
              <a:rPr lang="en-US" altLang="ko-KR"/>
              <a:t>, </a:t>
            </a:r>
            <a:r>
              <a:rPr lang="ko-KR" altLang="en-US"/>
              <a:t>추가할 데이터 정보가 필요하고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데이터를 삭제할 때는 리스트와 데이터를 삭제할 위치 정보가 필요해요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80867-67CF-E6C4-42E7-64ED7C6F7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783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705F-771C-D2F9-94E1-5094C8DE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DBAE5-B86F-BC2C-4C5F-809A03E6B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83544A-786E-5597-9F20-7CC59E466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리스트에서 임의의 위치에 데이터를 한번 추가해봐요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현재 리스트 </a:t>
            </a:r>
            <a:r>
              <a:rPr lang="en-US" altLang="ko-KR"/>
              <a:t>L</a:t>
            </a:r>
            <a:r>
              <a:rPr lang="ko-KR" altLang="en-US"/>
              <a:t>에는 </a:t>
            </a:r>
            <a:r>
              <a:rPr lang="en-US" altLang="ko-KR"/>
              <a:t>1</a:t>
            </a:r>
            <a:r>
              <a:rPr lang="ko-KR" altLang="en-US"/>
              <a:t>번부터 </a:t>
            </a:r>
            <a:r>
              <a:rPr lang="en-US" altLang="ko-KR"/>
              <a:t>5</a:t>
            </a:r>
            <a:r>
              <a:rPr lang="ko-KR" altLang="en-US"/>
              <a:t>번까지 </a:t>
            </a:r>
            <a:r>
              <a:rPr lang="en-US" altLang="ko-KR"/>
              <a:t>A, B, C, D, E</a:t>
            </a:r>
            <a:r>
              <a:rPr lang="ko-KR" altLang="en-US"/>
              <a:t>가 들어있어요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여기서 두번째 자리에 </a:t>
            </a:r>
            <a:r>
              <a:rPr lang="en-US" altLang="ko-KR"/>
              <a:t>G</a:t>
            </a:r>
            <a:r>
              <a:rPr lang="ko-KR" altLang="en-US"/>
              <a:t>를 추가하려면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두번째 자리에 원래 </a:t>
            </a:r>
            <a:r>
              <a:rPr lang="en-US" altLang="ko-KR"/>
              <a:t>B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여기 </a:t>
            </a:r>
            <a:r>
              <a:rPr lang="en-US" altLang="ko-KR"/>
              <a:t>G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B</a:t>
            </a:r>
            <a:r>
              <a:rPr lang="ko-KR" altLang="en-US"/>
              <a:t>는 한칸 밀려서 세번째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세번째 자리에 원래 </a:t>
            </a:r>
            <a:r>
              <a:rPr lang="en-US" altLang="ko-KR"/>
              <a:t>C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네번째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네번째 자리에 원래 </a:t>
            </a:r>
            <a:r>
              <a:rPr lang="en-US" altLang="ko-KR"/>
              <a:t>D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다섯번째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다섯번째 자리에는 원래 </a:t>
            </a:r>
            <a:r>
              <a:rPr lang="en-US" altLang="ko-KR"/>
              <a:t>E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여섯번째 자리에 저장되요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62EA1C-9A45-75B4-CE07-B1D51FC2D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185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일반적인 경우에 리스트에 데이터를 추가하려면 이렇게 함수로 만들어요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INSERT </a:t>
            </a:r>
            <a:r>
              <a:rPr lang="ko-KR" altLang="en-US"/>
              <a:t>함수는 리스트 </a:t>
            </a:r>
            <a:r>
              <a:rPr lang="en-US" altLang="ko-KR"/>
              <a:t>L, </a:t>
            </a:r>
            <a:r>
              <a:rPr lang="ko-KR" altLang="en-US"/>
              <a:t>추가할 위치 </a:t>
            </a:r>
            <a:r>
              <a:rPr lang="en-US" altLang="ko-KR"/>
              <a:t>index, </a:t>
            </a:r>
            <a:r>
              <a:rPr lang="ko-KR" altLang="en-US"/>
              <a:t>추가할 데이터 </a:t>
            </a:r>
            <a:r>
              <a:rPr lang="en-US" altLang="ko-KR"/>
              <a:t>value</a:t>
            </a:r>
            <a:r>
              <a:rPr lang="ko-KR" altLang="en-US"/>
              <a:t>를 매개변수로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동작을 보면</a:t>
            </a:r>
            <a:r>
              <a:rPr lang="en-US" altLang="ko-KR"/>
              <a:t>, L</a:t>
            </a:r>
            <a:r>
              <a:rPr lang="ko-KR" altLang="en-US"/>
              <a:t>의 메모리 공간의 </a:t>
            </a:r>
            <a:r>
              <a:rPr lang="en-US" altLang="ko-KR"/>
              <a:t>index </a:t>
            </a:r>
            <a:r>
              <a:rPr lang="ko-KR" altLang="en-US"/>
              <a:t>위치에 </a:t>
            </a:r>
            <a:r>
              <a:rPr lang="en-US" altLang="ko-KR"/>
              <a:t>value</a:t>
            </a:r>
            <a:r>
              <a:rPr lang="ko-KR" altLang="en-US"/>
              <a:t>를 저장할 건데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거기에 이미 데이터가 저장되어 있을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그래서 원래 저장되어 있던 값을 먼저 따로 복사해 놓고</a:t>
            </a:r>
            <a:r>
              <a:rPr lang="en-US" altLang="ko-KR"/>
              <a:t>, </a:t>
            </a:r>
            <a:r>
              <a:rPr lang="ko-KR" altLang="en-US"/>
              <a:t>데이터를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복사해 놓은 값은 한칸 뒤에 저장을 할건데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거기도 값이 이미 저장되어 있을테니 복사해놓고 한칸 뒤에 저장하는 것을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마지막 데이터까지 반복을 해야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원래 데이터는 </a:t>
            </a:r>
            <a:r>
              <a:rPr lang="en-US" altLang="ko-KR"/>
              <a:t>index</a:t>
            </a:r>
            <a:r>
              <a:rPr lang="ko-KR" altLang="en-US"/>
              <a:t>부터 리스트의 </a:t>
            </a:r>
            <a:r>
              <a:rPr lang="en-US" altLang="ko-KR"/>
              <a:t>size</a:t>
            </a:r>
            <a:r>
              <a:rPr lang="ko-KR" altLang="en-US"/>
              <a:t>까지 있었는데</a:t>
            </a:r>
            <a:r>
              <a:rPr lang="en-US" altLang="ko-KR"/>
              <a:t>, </a:t>
            </a:r>
            <a:r>
              <a:rPr lang="ko-KR" altLang="en-US"/>
              <a:t>현재 원래 </a:t>
            </a:r>
            <a:r>
              <a:rPr lang="en-US" altLang="ko-KR"/>
              <a:t>index </a:t>
            </a:r>
            <a:r>
              <a:rPr lang="ko-KR" altLang="en-US"/>
              <a:t>자리의 데이터는 빼 놓은 상태에요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그래서 </a:t>
            </a:r>
            <a:r>
              <a:rPr lang="en-US" altLang="ko-KR"/>
              <a:t>index + 1</a:t>
            </a:r>
            <a:r>
              <a:rPr lang="ko-KR" altLang="en-US"/>
              <a:t>부터 원래 데이터는 뺴놓고</a:t>
            </a:r>
            <a:r>
              <a:rPr lang="en-US" altLang="ko-KR"/>
              <a:t>, </a:t>
            </a:r>
            <a:r>
              <a:rPr lang="ko-KR" altLang="en-US"/>
              <a:t>이전에 빼놓은 데이터를 저장할거에요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마지막 데이터는 리스트의 </a:t>
            </a:r>
            <a:r>
              <a:rPr lang="en-US" altLang="ko-KR"/>
              <a:t>size + 1 </a:t>
            </a:r>
            <a:r>
              <a:rPr lang="ko-KR" altLang="en-US"/>
              <a:t>자리에 저장되니까 반복을 거기까지 해요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484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F333-551C-E3E2-A52D-30929D5B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31D07A-3132-E304-4D67-979C0AB7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D5D0F0-CC89-2E25-D0AF-B81E96D5F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반복하는 동안에는</a:t>
            </a:r>
            <a:r>
              <a:rPr lang="en-US" altLang="ko-KR"/>
              <a:t>, </a:t>
            </a:r>
            <a:r>
              <a:rPr lang="ko-KR" altLang="en-US"/>
              <a:t>원래 </a:t>
            </a:r>
            <a:r>
              <a:rPr lang="en-US" altLang="ko-KR"/>
              <a:t>i</a:t>
            </a:r>
            <a:r>
              <a:rPr lang="ko-KR" altLang="en-US"/>
              <a:t>번째 자리에 있던 데이터를 따로 빼놓고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자리에는 이전 반복에서 넘어온 데이터를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다음 반복으로 넘길 데이터를 따로 빼놨던 데이터로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반복이 끝나고 나면 원래 데이터는 전부 이동했고</a:t>
            </a:r>
            <a:r>
              <a:rPr lang="en-US" altLang="ko-KR"/>
              <a:t>, </a:t>
            </a:r>
            <a:r>
              <a:rPr lang="ko-KR" altLang="en-US"/>
              <a:t>제일 끝자리에 있던 데이터가 아닌 값이 </a:t>
            </a:r>
            <a:r>
              <a:rPr lang="en-US" altLang="ko-KR"/>
              <a:t>moved_value</a:t>
            </a:r>
            <a:r>
              <a:rPr lang="ko-KR" altLang="en-US"/>
              <a:t>에 저장된 상태가 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리스트의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증가시키면 데이터를 추가하는 작업이 끝내요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42BFD2-7052-6BE8-2629-2B4182280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867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E804-B984-ECA0-0947-115A9340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FC7E6E-EAEB-06A6-6E28-D05C9F9F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4D673E-B1AE-CC62-E817-08945531C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 추가 함수가 실행되는 과정을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 </a:t>
            </a:r>
            <a:r>
              <a:rPr lang="en-US" altLang="ko-KR"/>
              <a:t>A 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데이터가 들어있는 상황에서 두번째 자리에 </a:t>
            </a:r>
            <a:r>
              <a:rPr lang="en-US" altLang="ko-KR"/>
              <a:t>G</a:t>
            </a:r>
            <a:r>
              <a:rPr lang="ko-KR" altLang="en-US"/>
              <a:t>를 추가하는 중이에요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먼저 원래 두번째 자리에 있던 </a:t>
            </a:r>
            <a:r>
              <a:rPr lang="en-US" altLang="ko-KR"/>
              <a:t>B</a:t>
            </a:r>
            <a:r>
              <a:rPr lang="ko-KR" altLang="en-US"/>
              <a:t>를 </a:t>
            </a:r>
            <a:r>
              <a:rPr lang="en-US" altLang="ko-KR"/>
              <a:t>moved_value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거기에는 </a:t>
            </a:r>
            <a:r>
              <a:rPr lang="en-US" altLang="ko-KR"/>
              <a:t>G</a:t>
            </a:r>
            <a:r>
              <a:rPr lang="ko-KR" altLang="en-US"/>
              <a:t>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반복은 세번째 자리부터 여섯번째 자리까지 실행되요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원래 세번째 자리에 있던 </a:t>
            </a:r>
            <a:r>
              <a:rPr lang="en-US" altLang="ko-KR"/>
              <a:t>C</a:t>
            </a:r>
            <a:r>
              <a:rPr lang="ko-KR" altLang="en-US"/>
              <a:t>를 </a:t>
            </a:r>
            <a:r>
              <a:rPr lang="en-US" altLang="ko-KR"/>
              <a:t>tmp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거기에 </a:t>
            </a:r>
            <a:r>
              <a:rPr lang="en-US" altLang="ko-KR"/>
              <a:t>moved_value</a:t>
            </a:r>
            <a:r>
              <a:rPr lang="ko-KR" altLang="en-US"/>
              <a:t>에 있던 </a:t>
            </a:r>
            <a:r>
              <a:rPr lang="en-US" altLang="ko-KR"/>
              <a:t>B</a:t>
            </a:r>
            <a:r>
              <a:rPr lang="ko-KR" altLang="en-US"/>
              <a:t>를 저장해요</a:t>
            </a:r>
            <a:r>
              <a:rPr lang="en-US" altLang="ko-KR"/>
              <a:t>. moved_value</a:t>
            </a:r>
            <a:r>
              <a:rPr lang="ko-KR" altLang="en-US"/>
              <a:t>는 </a:t>
            </a:r>
            <a:r>
              <a:rPr lang="en-US" altLang="ko-KR"/>
              <a:t>C</a:t>
            </a:r>
            <a:r>
              <a:rPr lang="ko-KR" altLang="en-US"/>
              <a:t>로 바꿔요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다음 반복에서</a:t>
            </a:r>
            <a:r>
              <a:rPr lang="en-US" altLang="ko-KR"/>
              <a:t>, </a:t>
            </a:r>
            <a:r>
              <a:rPr lang="ko-KR" altLang="en-US"/>
              <a:t>원래 네번째 자리에 있던 </a:t>
            </a:r>
            <a:r>
              <a:rPr lang="en-US" altLang="ko-KR"/>
              <a:t>D</a:t>
            </a:r>
            <a:r>
              <a:rPr lang="ko-KR" altLang="en-US"/>
              <a:t>를 </a:t>
            </a:r>
            <a:r>
              <a:rPr lang="en-US" altLang="ko-KR"/>
              <a:t>tmp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거기에 </a:t>
            </a:r>
            <a:r>
              <a:rPr lang="en-US" altLang="ko-KR"/>
              <a:t>moved_value</a:t>
            </a:r>
            <a:r>
              <a:rPr lang="ko-KR" altLang="en-US"/>
              <a:t>에 있던 </a:t>
            </a:r>
            <a:r>
              <a:rPr lang="en-US" altLang="ko-KR"/>
              <a:t>C</a:t>
            </a:r>
            <a:r>
              <a:rPr lang="ko-KR" altLang="en-US"/>
              <a:t>를 저장해요</a:t>
            </a:r>
            <a:r>
              <a:rPr lang="en-US" altLang="ko-KR"/>
              <a:t>. moved_value</a:t>
            </a:r>
            <a:r>
              <a:rPr lang="ko-KR" altLang="en-US"/>
              <a:t>는 </a:t>
            </a:r>
            <a:r>
              <a:rPr lang="en-US" altLang="ko-KR"/>
              <a:t>D</a:t>
            </a:r>
            <a:r>
              <a:rPr lang="ko-KR" altLang="en-US"/>
              <a:t>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다음 반복에서</a:t>
            </a:r>
            <a:r>
              <a:rPr lang="en-US" altLang="ko-KR"/>
              <a:t>, </a:t>
            </a:r>
            <a:r>
              <a:rPr lang="ko-KR" altLang="en-US"/>
              <a:t>원래 다섯번째 자리에 있던 </a:t>
            </a:r>
            <a:r>
              <a:rPr lang="en-US" altLang="ko-KR"/>
              <a:t>E</a:t>
            </a:r>
            <a:r>
              <a:rPr lang="ko-KR" altLang="en-US"/>
              <a:t>를 </a:t>
            </a:r>
            <a:r>
              <a:rPr lang="en-US" altLang="ko-KR"/>
              <a:t>tmp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거기에 </a:t>
            </a:r>
            <a:r>
              <a:rPr lang="en-US" altLang="ko-KR"/>
              <a:t>moved_value</a:t>
            </a:r>
            <a:r>
              <a:rPr lang="ko-KR" altLang="en-US"/>
              <a:t>에 있던 </a:t>
            </a:r>
            <a:r>
              <a:rPr lang="en-US" altLang="ko-KR"/>
              <a:t>D</a:t>
            </a:r>
            <a:r>
              <a:rPr lang="ko-KR" altLang="en-US"/>
              <a:t>를 저장해요</a:t>
            </a:r>
            <a:r>
              <a:rPr lang="en-US" altLang="ko-KR"/>
              <a:t>. moved_value</a:t>
            </a:r>
            <a:r>
              <a:rPr lang="ko-KR" altLang="en-US"/>
              <a:t>는 </a:t>
            </a:r>
            <a:r>
              <a:rPr lang="en-US" altLang="ko-KR"/>
              <a:t>E</a:t>
            </a:r>
            <a:r>
              <a:rPr lang="ko-KR" altLang="en-US"/>
              <a:t>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다음 반복에서</a:t>
            </a:r>
            <a:r>
              <a:rPr lang="en-US" altLang="ko-KR"/>
              <a:t>, </a:t>
            </a:r>
            <a:r>
              <a:rPr lang="ko-KR" altLang="en-US"/>
              <a:t>원래 여섯번째 무슨 값이 있었든 그 값을 </a:t>
            </a:r>
            <a:r>
              <a:rPr lang="en-US" altLang="ko-KR"/>
              <a:t>tmp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  <a:r>
              <a:rPr lang="ko-KR" altLang="en-US"/>
              <a:t>거기에 </a:t>
            </a:r>
            <a:r>
              <a:rPr lang="en-US" altLang="ko-KR"/>
              <a:t>moved_value</a:t>
            </a:r>
            <a:r>
              <a:rPr lang="ko-KR" altLang="en-US"/>
              <a:t>에 있던 </a:t>
            </a:r>
            <a:r>
              <a:rPr lang="en-US" altLang="ko-KR"/>
              <a:t>E</a:t>
            </a:r>
            <a:r>
              <a:rPr lang="ko-KR" altLang="en-US"/>
              <a:t>를 저장해요</a:t>
            </a:r>
            <a:r>
              <a:rPr lang="en-US" altLang="ko-KR"/>
              <a:t>. moved_value</a:t>
            </a:r>
            <a:r>
              <a:rPr lang="ko-KR" altLang="en-US"/>
              <a:t>는 </a:t>
            </a:r>
            <a:r>
              <a:rPr lang="en-US" altLang="ko-KR"/>
              <a:t>tmp</a:t>
            </a:r>
            <a:r>
              <a:rPr lang="ko-KR" altLang="en-US"/>
              <a:t>에 있는 값으로 바뀌어요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반복이 끝나면</a:t>
            </a:r>
            <a:r>
              <a:rPr lang="en-US" altLang="ko-KR"/>
              <a:t>, </a:t>
            </a:r>
            <a:r>
              <a:rPr lang="ko-KR" altLang="en-US"/>
              <a:t>모든 데이터가 보존되어 있고</a:t>
            </a:r>
            <a:r>
              <a:rPr lang="en-US" altLang="ko-KR"/>
              <a:t>, </a:t>
            </a:r>
            <a:r>
              <a:rPr lang="ko-KR" altLang="en-US"/>
              <a:t>새로운 데이터가 원하는 자리에 추가되었어요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리스트의 </a:t>
            </a:r>
            <a:r>
              <a:rPr lang="en-US" altLang="ko-KR"/>
              <a:t>size</a:t>
            </a:r>
            <a:r>
              <a:rPr lang="ko-KR" altLang="en-US"/>
              <a:t>가 </a:t>
            </a:r>
            <a:r>
              <a:rPr lang="en-US" altLang="ko-KR"/>
              <a:t>1 </a:t>
            </a:r>
            <a:r>
              <a:rPr lang="ko-KR" altLang="en-US"/>
              <a:t>증가해서 </a:t>
            </a:r>
            <a:r>
              <a:rPr lang="en-US" altLang="ko-KR"/>
              <a:t>6</a:t>
            </a:r>
            <a:r>
              <a:rPr lang="ko-KR" altLang="en-US"/>
              <a:t>이 되고 함수가 종료되요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489DF-1097-6F5A-775A-A21D43D32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119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136A-0647-B8BD-38AF-F59FAB01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74A0E-232D-406B-C918-2D1D82BE7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B81E43-7CD6-5AE5-70B2-B1ABF7D6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이번에는 리스트에서 데이터를 삭제해볼게요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배열에서 데이터를 왼쪽에 모아두고 있었기 때문에</a:t>
            </a:r>
            <a:r>
              <a:rPr lang="en-US" altLang="ko-KR"/>
              <a:t>, </a:t>
            </a:r>
            <a:r>
              <a:rPr lang="ko-KR" altLang="en-US"/>
              <a:t>데이터를 삭제하고 나면 그 자리를 옆에 있던 데이터들로 채워야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 </a:t>
            </a:r>
            <a:r>
              <a:rPr lang="ko-KR" altLang="en-US"/>
              <a:t>에서 세번째 데이터인 </a:t>
            </a:r>
            <a:r>
              <a:rPr lang="en-US" altLang="ko-KR"/>
              <a:t>B</a:t>
            </a:r>
            <a:r>
              <a:rPr lang="ko-KR" altLang="en-US"/>
              <a:t>를 삭제한다면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옆에 있던 </a:t>
            </a:r>
            <a:r>
              <a:rPr lang="en-US" altLang="ko-KR"/>
              <a:t>C</a:t>
            </a:r>
            <a:r>
              <a:rPr lang="ko-KR" altLang="en-US"/>
              <a:t>를 한칸 이동해서 </a:t>
            </a:r>
            <a:r>
              <a:rPr lang="en-US" altLang="ko-KR"/>
              <a:t>B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C</a:t>
            </a:r>
            <a:r>
              <a:rPr lang="ko-KR" altLang="en-US"/>
              <a:t>가 있던 자리가 비게 되니</a:t>
            </a:r>
            <a:r>
              <a:rPr lang="en-US" altLang="ko-KR"/>
              <a:t>, </a:t>
            </a:r>
            <a:r>
              <a:rPr lang="ko-KR" altLang="en-US"/>
              <a:t>그 옆에 있던 </a:t>
            </a:r>
            <a:r>
              <a:rPr lang="en-US" altLang="ko-KR"/>
              <a:t>D</a:t>
            </a:r>
            <a:r>
              <a:rPr lang="ko-KR" altLang="en-US"/>
              <a:t>를 한칸 이동해서 원래 </a:t>
            </a:r>
            <a:r>
              <a:rPr lang="en-US" altLang="ko-KR"/>
              <a:t>C </a:t>
            </a:r>
            <a:r>
              <a:rPr lang="ko-KR" altLang="en-US"/>
              <a:t>자리에 저장하고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옆에 있던 </a:t>
            </a:r>
            <a:r>
              <a:rPr lang="en-US" altLang="ko-KR"/>
              <a:t>E</a:t>
            </a:r>
            <a:r>
              <a:rPr lang="ko-KR" altLang="en-US"/>
              <a:t>를 한칸 이동해서 원래 </a:t>
            </a:r>
            <a:r>
              <a:rPr lang="en-US" altLang="ko-KR"/>
              <a:t>D </a:t>
            </a:r>
            <a:r>
              <a:rPr lang="ko-KR" altLang="en-US"/>
              <a:t>자리에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리스트의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작게 하면</a:t>
            </a:r>
            <a:r>
              <a:rPr lang="en-US" altLang="ko-KR"/>
              <a:t>, E</a:t>
            </a:r>
            <a:r>
              <a:rPr lang="ko-KR" altLang="en-US"/>
              <a:t>는 원래 자리와 그 옆자리에 모두 저장되어 있지만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실제 데이터로 인식되는 것은 왼쪽에 있는 </a:t>
            </a:r>
            <a:r>
              <a:rPr lang="en-US" altLang="ko-KR"/>
              <a:t>E </a:t>
            </a:r>
            <a:r>
              <a:rPr lang="ko-KR" altLang="en-US"/>
              <a:t>까지가 되어요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87084-0939-7ADE-067E-5C8AC14E9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866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AE78-5B63-CF0E-797B-65C8EBD1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604A1-A879-2C67-BB54-F47B2F54B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194636-CD7C-4DAE-75B9-B5F582BF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방금 한 작업을 일반화해서 함수로 만들어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DELETE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과 삭제할 데이터의 위치 </a:t>
            </a:r>
            <a:r>
              <a:rPr lang="en-US" altLang="ko-KR"/>
              <a:t>index</a:t>
            </a:r>
            <a:r>
              <a:rPr lang="ko-KR" altLang="en-US"/>
              <a:t>를 매개변수로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반복을 하는데</a:t>
            </a:r>
            <a:r>
              <a:rPr lang="en-US" altLang="ko-KR"/>
              <a:t>, </a:t>
            </a:r>
            <a:r>
              <a:rPr lang="ko-KR" altLang="en-US"/>
              <a:t>삭제할 데이터 위치의 오른쪽 모든 데이터들에 대해 반복해요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반복할 작업은 데이터들을 한칸 왼쪽 자리에 저장하는 거에요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반복이 끝났으면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작게 해주면 되요</a:t>
            </a:r>
            <a:r>
              <a:rPr lang="en-US" altLang="ko-KR"/>
              <a:t>. </a:t>
            </a:r>
            <a:r>
              <a:rPr lang="ko-KR" altLang="en-US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A1A77D-3D35-F2F3-6532-783D23C7D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4642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1B75-DE4F-01FC-4729-9BC5BE43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C34959-A2F6-A219-E7BA-B8C3E3E97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9C09C-1D9D-2C35-511C-E1651B726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ko-KR" altLang="en-US"/>
              <a:t> 함수의 실행 과정을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에는 </a:t>
            </a:r>
            <a:r>
              <a:rPr lang="en-US" altLang="ko-KR"/>
              <a:t>A, G, B, C, D, E</a:t>
            </a:r>
            <a:r>
              <a:rPr lang="ko-KR" altLang="en-US"/>
              <a:t>가 들어 있고</a:t>
            </a:r>
            <a:r>
              <a:rPr lang="en-US" altLang="ko-KR"/>
              <a:t>, </a:t>
            </a:r>
            <a:r>
              <a:rPr lang="ko-KR" altLang="en-US"/>
              <a:t>세번째 데이터 </a:t>
            </a:r>
            <a:r>
              <a:rPr lang="en-US" altLang="ko-KR"/>
              <a:t>B</a:t>
            </a:r>
            <a:r>
              <a:rPr lang="ko-KR" altLang="en-US"/>
              <a:t>를 지우려고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i</a:t>
            </a:r>
            <a:r>
              <a:rPr lang="ko-KR" altLang="en-US"/>
              <a:t>가 </a:t>
            </a:r>
            <a:r>
              <a:rPr lang="en-US" altLang="ko-KR"/>
              <a:t>3 + 1 </a:t>
            </a:r>
            <a:r>
              <a:rPr lang="ko-KR" altLang="en-US"/>
              <a:t>부터 </a:t>
            </a:r>
            <a:r>
              <a:rPr lang="en-US" altLang="ko-KR"/>
              <a:t>size</a:t>
            </a:r>
            <a:r>
              <a:rPr lang="ko-KR" altLang="en-US"/>
              <a:t>까지니까 </a:t>
            </a:r>
            <a:r>
              <a:rPr lang="en-US" altLang="ko-KR"/>
              <a:t>C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반복을 하게 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반복할 작업은 </a:t>
            </a:r>
            <a:r>
              <a:rPr lang="en-US" altLang="ko-KR"/>
              <a:t>i - 1 </a:t>
            </a:r>
            <a:r>
              <a:rPr lang="ko-KR" altLang="en-US"/>
              <a:t>자리에 </a:t>
            </a:r>
            <a:r>
              <a:rPr lang="en-US" altLang="ko-KR"/>
              <a:t>i </a:t>
            </a:r>
            <a:r>
              <a:rPr lang="ko-KR" altLang="en-US"/>
              <a:t>자리의 데이터를 저장하는 것이니까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B </a:t>
            </a:r>
            <a:r>
              <a:rPr lang="ko-KR" altLang="en-US"/>
              <a:t>자리에 </a:t>
            </a:r>
            <a:r>
              <a:rPr lang="en-US" altLang="ko-KR"/>
              <a:t>C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C </a:t>
            </a:r>
            <a:r>
              <a:rPr lang="ko-KR" altLang="en-US"/>
              <a:t>자리에 </a:t>
            </a:r>
            <a:r>
              <a:rPr lang="en-US" altLang="ko-KR"/>
              <a:t>D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D </a:t>
            </a:r>
            <a:r>
              <a:rPr lang="ko-KR" altLang="en-US"/>
              <a:t>자리에 </a:t>
            </a:r>
            <a:r>
              <a:rPr lang="en-US" altLang="ko-KR"/>
              <a:t>E</a:t>
            </a:r>
            <a:r>
              <a:rPr lang="ko-KR" altLang="en-US"/>
              <a:t>가 저장되요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</a:t>
            </a:r>
            <a:r>
              <a:rPr lang="en-US" altLang="ko-KR"/>
              <a:t>size</a:t>
            </a:r>
            <a:r>
              <a:rPr lang="ko-KR" altLang="en-US"/>
              <a:t>가 </a:t>
            </a:r>
            <a:r>
              <a:rPr lang="en-US" altLang="ko-KR"/>
              <a:t>1 </a:t>
            </a:r>
            <a:r>
              <a:rPr lang="ko-KR" altLang="en-US"/>
              <a:t>작아진 </a:t>
            </a:r>
            <a:r>
              <a:rPr lang="en-US" altLang="ko-KR"/>
              <a:t>5</a:t>
            </a:r>
            <a:r>
              <a:rPr lang="ko-KR" altLang="en-US"/>
              <a:t>로 바뀌어서 유효한 데이터가 여기까지로 설정되요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5CBF9-22D9-BEB0-3384-4F3A7AEAD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084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오늘 강의를 요약해볼게요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리스트라는 것을 했는데</a:t>
            </a:r>
            <a:r>
              <a:rPr lang="en-US" altLang="ko-KR"/>
              <a:t>, </a:t>
            </a:r>
            <a:r>
              <a:rPr lang="ko-KR" altLang="en-US"/>
              <a:t>리스트는 순서를 부여해서 데이터를 저장하는 것이었어요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충분히 큰 메모리 공간을 확보해 놓고 왼쪽에 데이터를 모아놓고</a:t>
            </a:r>
            <a:r>
              <a:rPr lang="en-US" altLang="ko-KR"/>
              <a:t>, </a:t>
            </a:r>
            <a:r>
              <a:rPr lang="ko-KR" altLang="en-US"/>
              <a:t>개수 정보를 트래킹 하는 식으로 구현했어요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다음 시간에는 오늘 한 내용을 </a:t>
            </a:r>
            <a:r>
              <a:rPr lang="en-US" altLang="ko-KR"/>
              <a:t>C </a:t>
            </a:r>
            <a:r>
              <a:rPr lang="ko-KR" altLang="en-US"/>
              <a:t>코드로 만들어 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1568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3126-A830-3E17-0E4B-7B22E24A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BB6328-EC89-B24E-855C-F2FCF996A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FE1461-A16C-CFB5-A186-EECCBAFD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보너스로 조금 더 현실적인 내용을 다뤄볼게요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만약에 충분히 큰 메모리 공간을 확보했다고 생각했는데</a:t>
            </a:r>
            <a:r>
              <a:rPr lang="en-US" altLang="ko-KR"/>
              <a:t>, </a:t>
            </a:r>
            <a:r>
              <a:rPr lang="ko-KR" altLang="en-US"/>
              <a:t>데이터를 추가하다보니 확보한 메모리를 다 썼을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메모리를 다 썼는데</a:t>
            </a:r>
            <a:r>
              <a:rPr lang="en-US" altLang="ko-KR"/>
              <a:t>, </a:t>
            </a:r>
            <a:r>
              <a:rPr lang="ko-KR" altLang="en-US"/>
              <a:t>그 너머에 데이터를 저장하려고 하면</a:t>
            </a:r>
            <a:r>
              <a:rPr lang="en-US" altLang="ko-KR"/>
              <a:t>, </a:t>
            </a:r>
            <a:r>
              <a:rPr lang="ko-KR" altLang="en-US"/>
              <a:t>프로그램이 에러가 나며 종료될 수도 있고</a:t>
            </a:r>
            <a:r>
              <a:rPr lang="en-US" altLang="ko-KR"/>
              <a:t>, </a:t>
            </a:r>
            <a:r>
              <a:rPr lang="ko-KR" altLang="en-US"/>
              <a:t>다른 데이터가 저장되어있었는데 덮어쓰기가 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오동작이 일어나는 것이 보안을 뚫고 침투하는 타겟이 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현재 자신에 대한 정보가 저장되어 있는 메모리가 덮어쓰여진다면 다른 사람으로 가장해서 데이터를 빼낼 수 있는 권한을 얻을 수도 있어요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E0B923-F087-539D-2678-ED866B55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7398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CD2B-B59E-55D7-236E-B68FEE96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3F8320-ACAF-493D-EA98-AFF5F77A7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3D1BF1-84F5-0ABF-BEED-73CC9F700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잠재적으로 보안이 허술해지는 상황을 예방하려면</a:t>
            </a:r>
            <a:r>
              <a:rPr lang="en-US" altLang="ko-KR"/>
              <a:t>, </a:t>
            </a:r>
            <a:r>
              <a:rPr lang="ko-KR" altLang="en-US"/>
              <a:t>확보한 메모리 크기를 기록해놓고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데이터를 추가할 때마다 공간이 남아있는지 확인하면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리스트를 만들 때 </a:t>
            </a:r>
            <a:r>
              <a:rPr lang="en-US" altLang="ko-KR"/>
              <a:t>data, size</a:t>
            </a:r>
            <a:r>
              <a:rPr lang="ko-KR" altLang="en-US"/>
              <a:t>에 더불어 배열 크기 관련 정보인 </a:t>
            </a:r>
            <a:r>
              <a:rPr lang="en-US" altLang="ko-KR"/>
              <a:t>capacity</a:t>
            </a:r>
            <a:r>
              <a:rPr lang="ko-KR" altLang="en-US"/>
              <a:t>도 더해볼게요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02DEA1-CE8D-13D0-43C1-BD717D7E2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9288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35B86-660E-398B-6575-5617F44D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835EF4-38F0-8DAE-F0CF-D27254D74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FEFC7-50DF-63C2-C01B-F2217ECD4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리스트에 확보해놓았던 메모리가 꽉 찬 상황을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현재 확보된 메모리의 크기는 여섯개고</a:t>
            </a:r>
            <a:r>
              <a:rPr lang="en-US" altLang="ko-KR"/>
              <a:t>, </a:t>
            </a:r>
            <a:r>
              <a:rPr lang="ko-KR" altLang="en-US"/>
              <a:t>데이터 개수도 여섯개에요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확보된 메모리의 크기와 데이터 개수가 같을 때 메모리 공간이 꽉 차있음을 알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데이터를 추가하려고 할 때 메모리가 꽉 찬 것을 미리 알 수 있으면</a:t>
            </a:r>
            <a:r>
              <a:rPr lang="en-US" altLang="ko-KR"/>
              <a:t>, </a:t>
            </a:r>
            <a:r>
              <a:rPr lang="ko-KR" altLang="en-US"/>
              <a:t>데이터를 추가하지 않고 에러 처리를 할 수 있어요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ACCDB4-2A82-5BA5-7AB1-9850CF434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089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31A0-5225-A0CA-C817-A709FF5A3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B352AB-41C8-C7BB-FD22-9819D427D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0945C0-89C8-95B3-CF69-D532C4925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추가하려고 하는데 배열이 가득 찬 경우 할 수 있는 또다른 선택지는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더 큰 메모리 공간을 할당받아서 거기로 모든 데이터를 옮겨놓고 추가를 하는 것이에요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이렇게 데이터가 메모리 공간에 꽉 차 있었는데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추가를 하면</a:t>
            </a:r>
            <a:r>
              <a:rPr lang="en-US" altLang="ko-KR"/>
              <a:t>, </a:t>
            </a:r>
            <a:r>
              <a:rPr lang="ko-KR" altLang="en-US"/>
              <a:t>메모리 공간을 늘려놓고</a:t>
            </a:r>
            <a:r>
              <a:rPr lang="en-US" altLang="ko-KR"/>
              <a:t>, </a:t>
            </a:r>
            <a:r>
              <a:rPr lang="ko-KR" altLang="en-US"/>
              <a:t>모든 데이터를 복사해 놓고</a:t>
            </a:r>
            <a:r>
              <a:rPr lang="en-US" altLang="ko-KR"/>
              <a:t>, </a:t>
            </a:r>
            <a:r>
              <a:rPr lang="ko-KR" altLang="en-US"/>
              <a:t>원래 하려고 했던 데이터 추가를 해요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2996B2-F45E-A4DA-F3B7-E0DE6674A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5018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새로 데이터를 이동시킬 배열의 크기는 얼만큼인 것이 적절할까요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확실한 것은 원래 배열보다는 커야지 새로운 데이터를 추가할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그럼 최대한 메모리 공간을 아끼기 위해서 크기를 하나씩만 더 크게 하면 어떨까요</a:t>
            </a:r>
            <a:r>
              <a:rPr lang="en-US" altLang="ko-KR"/>
              <a:t>? </a:t>
            </a:r>
          </a:p>
          <a:p>
            <a:endParaRPr lang="en-US" altLang="ko-KR"/>
          </a:p>
          <a:p>
            <a:r>
              <a:rPr lang="ko-KR" altLang="en-US"/>
              <a:t>메모리 공간은 아낄 수 있지만</a:t>
            </a:r>
            <a:r>
              <a:rPr lang="en-US" altLang="ko-KR"/>
              <a:t>, </a:t>
            </a:r>
            <a:r>
              <a:rPr lang="ko-KR" altLang="en-US"/>
              <a:t>데이터를 추가할 때마다</a:t>
            </a:r>
            <a:r>
              <a:rPr lang="en-US" altLang="ko-KR"/>
              <a:t>, </a:t>
            </a:r>
            <a:r>
              <a:rPr lang="ko-KR" altLang="en-US"/>
              <a:t>저장된 데이터 개수만큼의 대입 연산을 해야되요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크기를 원래 크기의 백배로 하면 어떨까요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대입 연산은 추가할 때 한번</a:t>
            </a:r>
            <a:r>
              <a:rPr lang="en-US" altLang="ko-KR"/>
              <a:t>, </a:t>
            </a:r>
            <a:r>
              <a:rPr lang="ko-KR" altLang="en-US"/>
              <a:t>저장된 데이터 개수만큼 하고 백배 크기의 메모리가 다 찰때 까지는 더이상 안해도 되지만 메모리 공간이 많이 낭비되요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 중간쯤에 최적인 지점이 있을 건데</a:t>
            </a:r>
            <a:r>
              <a:rPr lang="en-US" altLang="ko-KR"/>
              <a:t>, </a:t>
            </a:r>
            <a:r>
              <a:rPr lang="ko-KR" altLang="en-US"/>
              <a:t>지금은 두배 키우는 것으로 정해볼게요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6712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저장할 수 있는 개수가 두배인 새로운 배열을 만들어서 기존 데이터들을 전부 이동하는 작업을 함수로 만들어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RESIZE</a:t>
            </a:r>
            <a:r>
              <a:rPr lang="ko-KR" altLang="en-US"/>
              <a:t>로 하고</a:t>
            </a:r>
            <a:r>
              <a:rPr lang="en-US" altLang="ko-KR"/>
              <a:t>, </a:t>
            </a:r>
            <a:r>
              <a:rPr lang="ko-KR" altLang="en-US"/>
              <a:t>리스트를 매개변수로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동작을 보면</a:t>
            </a:r>
            <a:r>
              <a:rPr lang="en-US" altLang="ko-KR"/>
              <a:t>, </a:t>
            </a:r>
            <a:r>
              <a:rPr lang="ko-KR" altLang="en-US"/>
              <a:t>새로운 배열을 만들고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리스트의 모든 데이터를 새로운 배열에 복사해요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리스트의 데이터 저장 공간을 새로운 배열로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공간이 넓어졌으니</a:t>
            </a:r>
            <a:r>
              <a:rPr lang="en-US" altLang="ko-KR"/>
              <a:t>, </a:t>
            </a:r>
            <a:r>
              <a:rPr lang="ko-KR" altLang="en-US"/>
              <a:t>저장 가능한 양도 두배로 늘려요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2965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RESIZE</a:t>
            </a:r>
            <a:r>
              <a:rPr lang="ko-KR" altLang="en-US"/>
              <a:t>가 있으면 필요할 때마다 메모리 크기를 늘리는 방식으로 리스트에 데이터를 추가할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INSERT_VAR_CAP</a:t>
            </a:r>
            <a:r>
              <a:rPr lang="ko-KR" altLang="en-US"/>
              <a:t>이라고 할게요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매개변수는 </a:t>
            </a:r>
            <a:r>
              <a:rPr lang="en-US" altLang="ko-KR"/>
              <a:t>INSERT </a:t>
            </a:r>
            <a:r>
              <a:rPr lang="ko-KR" altLang="en-US"/>
              <a:t>함수와 똑같이 리스트</a:t>
            </a:r>
            <a:r>
              <a:rPr lang="en-US" altLang="ko-KR"/>
              <a:t>, </a:t>
            </a:r>
            <a:r>
              <a:rPr lang="ko-KR" altLang="en-US"/>
              <a:t>데이터를 추가할 위치</a:t>
            </a:r>
            <a:r>
              <a:rPr lang="en-US" altLang="ko-KR"/>
              <a:t>, </a:t>
            </a:r>
            <a:r>
              <a:rPr lang="ko-KR" altLang="en-US"/>
              <a:t>추가할 데이터를 받아요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동작을 보면</a:t>
            </a:r>
            <a:r>
              <a:rPr lang="en-US" altLang="ko-KR"/>
              <a:t>, </a:t>
            </a:r>
            <a:r>
              <a:rPr lang="ko-KR" altLang="en-US"/>
              <a:t>메모리 공간이 꽉찼는지 </a:t>
            </a:r>
            <a:r>
              <a:rPr lang="en-US" altLang="ko-KR"/>
              <a:t>size</a:t>
            </a:r>
            <a:r>
              <a:rPr lang="ko-KR" altLang="en-US"/>
              <a:t>랑 </a:t>
            </a:r>
            <a:r>
              <a:rPr lang="en-US" altLang="ko-KR"/>
              <a:t>capacity</a:t>
            </a:r>
            <a:r>
              <a:rPr lang="ko-KR" altLang="en-US"/>
              <a:t>를 비교해서 확인하고</a:t>
            </a:r>
            <a:r>
              <a:rPr lang="en-US" altLang="ko-KR"/>
              <a:t>, </a:t>
            </a:r>
            <a:r>
              <a:rPr lang="ko-KR" altLang="en-US"/>
              <a:t>꽉찼으면 </a:t>
            </a:r>
            <a:r>
              <a:rPr lang="en-US" altLang="ko-KR"/>
              <a:t>RESIZE</a:t>
            </a:r>
            <a:r>
              <a:rPr lang="ko-KR" altLang="en-US"/>
              <a:t>를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그리고나면 공간이 항상 비어있으므로</a:t>
            </a:r>
            <a:r>
              <a:rPr lang="en-US" altLang="ko-KR"/>
              <a:t>, </a:t>
            </a:r>
            <a:r>
              <a:rPr lang="ko-KR" altLang="en-US"/>
              <a:t>안전하게 </a:t>
            </a:r>
            <a:r>
              <a:rPr lang="en-US" altLang="ko-KR"/>
              <a:t>INSERT</a:t>
            </a:r>
            <a:r>
              <a:rPr lang="ko-KR" altLang="en-US"/>
              <a:t>를 할 수 있어요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5225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이렇게 추가할 때 </a:t>
            </a:r>
            <a:r>
              <a:rPr lang="en-US" altLang="ko-KR"/>
              <a:t>RESIZE</a:t>
            </a:r>
            <a:r>
              <a:rPr lang="ko-KR" altLang="en-US"/>
              <a:t>를 하면 복사 비용이 얼만큼 더 드는지 정량적으로 계산해볼게요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먼저 계산을 할 시점을 정해보면</a:t>
            </a:r>
            <a:r>
              <a:rPr lang="en-US" altLang="ko-KR"/>
              <a:t>, </a:t>
            </a:r>
            <a:r>
              <a:rPr lang="ko-KR" altLang="en-US"/>
              <a:t>현재 </a:t>
            </a:r>
            <a:r>
              <a:rPr lang="en-US" altLang="ko-KR"/>
              <a:t>size</a:t>
            </a:r>
            <a:r>
              <a:rPr lang="ko-KR" altLang="en-US"/>
              <a:t>가 </a:t>
            </a:r>
            <a:r>
              <a:rPr lang="en-US" altLang="ko-KR"/>
              <a:t>n</a:t>
            </a:r>
            <a:r>
              <a:rPr lang="ko-KR" altLang="en-US"/>
              <a:t>개인데 배열이 꽉 차있어요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</a:t>
            </a:r>
            <a:r>
              <a:rPr lang="en-US" altLang="ko-KR"/>
              <a:t>RESIZE</a:t>
            </a:r>
            <a:r>
              <a:rPr lang="ko-KR" altLang="en-US"/>
              <a:t>를 할 때 배열 크기는 </a:t>
            </a:r>
            <a:r>
              <a:rPr lang="en-US" altLang="ko-KR"/>
              <a:t>r</a:t>
            </a:r>
            <a:r>
              <a:rPr lang="ko-KR" altLang="en-US"/>
              <a:t>배씩 늘리고 있는 중이었어요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그러면 이번에 </a:t>
            </a:r>
            <a:r>
              <a:rPr lang="en-US" altLang="ko-KR"/>
              <a:t>RESIZE</a:t>
            </a:r>
            <a:r>
              <a:rPr lang="ko-KR" altLang="en-US"/>
              <a:t>를 할 때 데이터가 </a:t>
            </a:r>
            <a:r>
              <a:rPr lang="en-US" altLang="ko-KR"/>
              <a:t>n</a:t>
            </a:r>
            <a:r>
              <a:rPr lang="ko-KR" altLang="en-US"/>
              <a:t>개니까</a:t>
            </a:r>
            <a:r>
              <a:rPr lang="en-US" altLang="ko-KR"/>
              <a:t>, </a:t>
            </a:r>
            <a:r>
              <a:rPr lang="ko-KR" altLang="en-US"/>
              <a:t>그 때 복사를 </a:t>
            </a:r>
            <a:r>
              <a:rPr lang="en-US" altLang="ko-KR"/>
              <a:t>n</a:t>
            </a:r>
            <a:r>
              <a:rPr lang="ko-KR" altLang="en-US"/>
              <a:t>번 하죠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그러면 마지막 </a:t>
            </a:r>
            <a:r>
              <a:rPr lang="en-US" altLang="ko-KR"/>
              <a:t>RESIZE</a:t>
            </a:r>
            <a:r>
              <a:rPr lang="ko-KR" altLang="en-US"/>
              <a:t>는 데이터가 </a:t>
            </a:r>
            <a:r>
              <a:rPr lang="en-US" altLang="ko-KR"/>
              <a:t>n/r</a:t>
            </a:r>
            <a:r>
              <a:rPr lang="ko-KR" altLang="en-US"/>
              <a:t>개일때 했고</a:t>
            </a:r>
            <a:r>
              <a:rPr lang="en-US" altLang="ko-KR"/>
              <a:t>, </a:t>
            </a:r>
            <a:r>
              <a:rPr lang="ko-KR" altLang="en-US"/>
              <a:t>그 때 복사를 </a:t>
            </a:r>
            <a:r>
              <a:rPr lang="en-US" altLang="ko-KR"/>
              <a:t>n/r</a:t>
            </a:r>
            <a:r>
              <a:rPr lang="ko-KR" altLang="en-US"/>
              <a:t>번 했겠죠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그전에 </a:t>
            </a:r>
            <a:r>
              <a:rPr lang="en-US" altLang="ko-KR"/>
              <a:t>RESIZE</a:t>
            </a:r>
            <a:r>
              <a:rPr lang="ko-KR" altLang="en-US"/>
              <a:t>는 데이터가 </a:t>
            </a:r>
            <a:r>
              <a:rPr lang="en-US" altLang="ko-KR"/>
              <a:t>n/r^2</a:t>
            </a:r>
            <a:r>
              <a:rPr lang="ko-KR" altLang="en-US"/>
              <a:t>개일때 했고</a:t>
            </a:r>
            <a:r>
              <a:rPr lang="en-US" altLang="ko-KR"/>
              <a:t>, </a:t>
            </a:r>
            <a:r>
              <a:rPr lang="ko-KR" altLang="en-US"/>
              <a:t>그 때 복사를 </a:t>
            </a:r>
            <a:r>
              <a:rPr lang="en-US" altLang="ko-KR"/>
              <a:t>n/r^2</a:t>
            </a:r>
            <a:r>
              <a:rPr lang="ko-KR" altLang="en-US"/>
              <a:t>번 했어요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그래서 지금까지 </a:t>
            </a:r>
            <a:r>
              <a:rPr lang="en-US" altLang="ko-KR"/>
              <a:t>RESIZE</a:t>
            </a:r>
            <a:r>
              <a:rPr lang="ko-KR" altLang="en-US"/>
              <a:t>를 하며 복사한 총 횟수는 </a:t>
            </a:r>
            <a:r>
              <a:rPr lang="en-US" altLang="ko-KR"/>
              <a:t>n + n/r + n/r^2 + </a:t>
            </a:r>
            <a:r>
              <a:rPr lang="ko-KR" altLang="en-US"/>
              <a:t>이렇게 가는데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n</a:t>
            </a:r>
            <a:r>
              <a:rPr lang="ko-KR" altLang="en-US"/>
              <a:t>이 아주 크다고 가정하면 보면 무한 등비 수열이 되어서 총합이 </a:t>
            </a:r>
            <a:r>
              <a:rPr lang="en-US" altLang="ko-KR"/>
              <a:t>rn / (r - 1)</a:t>
            </a:r>
            <a:r>
              <a:rPr lang="ko-KR" altLang="en-US"/>
              <a:t>이 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그래서 평균적으로 따지면 복사하는데 상수 시간이 들어요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6749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앞에서 </a:t>
            </a:r>
            <a:r>
              <a:rPr lang="en-US" altLang="ko-KR"/>
              <a:t>RESIZE</a:t>
            </a:r>
            <a:r>
              <a:rPr lang="ko-KR" altLang="en-US"/>
              <a:t>를 할 때마다 크기를 두배씩 증가시켰는데</a:t>
            </a:r>
            <a:r>
              <a:rPr lang="en-US" altLang="ko-KR"/>
              <a:t>, </a:t>
            </a:r>
            <a:r>
              <a:rPr lang="ko-KR" altLang="en-US"/>
              <a:t>그 근거를 효율 측면에서 찾아보려고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데이터가 </a:t>
            </a:r>
            <a:r>
              <a:rPr lang="en-US" altLang="ko-KR"/>
              <a:t>n</a:t>
            </a:r>
            <a:r>
              <a:rPr lang="ko-KR" altLang="en-US"/>
              <a:t>개 있을 때 추가를 하면</a:t>
            </a:r>
            <a:r>
              <a:rPr lang="en-US" altLang="ko-KR"/>
              <a:t>, </a:t>
            </a:r>
            <a:r>
              <a:rPr lang="ko-KR" altLang="en-US"/>
              <a:t>대입 횟수는 </a:t>
            </a:r>
            <a:r>
              <a:rPr lang="en-US" altLang="ko-KR"/>
              <a:t>r / (r - 1) * n</a:t>
            </a:r>
            <a:r>
              <a:rPr lang="ko-KR" altLang="en-US"/>
              <a:t>였어요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최종적으로 쓰고 있는 메모리의 크기는 </a:t>
            </a:r>
            <a:r>
              <a:rPr lang="en-US" altLang="ko-KR"/>
              <a:t>r * n</a:t>
            </a:r>
            <a:r>
              <a:rPr lang="ko-KR" altLang="en-US"/>
              <a:t>이에요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대입 횟수와 메모리의 크기를 곱해서 시공간 효율을 나타내는 지표를 만들어봐요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배율이 </a:t>
            </a:r>
            <a:r>
              <a:rPr lang="en-US" altLang="ko-KR"/>
              <a:t>3</a:t>
            </a:r>
            <a:r>
              <a:rPr lang="ko-KR" altLang="en-US"/>
              <a:t>배일 때</a:t>
            </a:r>
            <a:r>
              <a:rPr lang="en-US" altLang="ko-KR"/>
              <a:t>, </a:t>
            </a:r>
            <a:r>
              <a:rPr lang="ko-KR" altLang="en-US"/>
              <a:t>복사횟수는 </a:t>
            </a:r>
            <a:r>
              <a:rPr lang="en-US" altLang="ko-KR"/>
              <a:t>1.5 n, </a:t>
            </a:r>
            <a:r>
              <a:rPr lang="ko-KR" altLang="en-US"/>
              <a:t>메모리 크기는 </a:t>
            </a:r>
            <a:r>
              <a:rPr lang="en-US" altLang="ko-KR"/>
              <a:t>3 n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지표는 </a:t>
            </a:r>
            <a:r>
              <a:rPr lang="en-US" altLang="ko-KR"/>
              <a:t>4.5 n^2</a:t>
            </a:r>
            <a:r>
              <a:rPr lang="ko-KR" altLang="en-US"/>
              <a:t>가 돼요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배율이 </a:t>
            </a:r>
            <a:r>
              <a:rPr lang="en-US" altLang="ko-KR"/>
              <a:t>2</a:t>
            </a:r>
            <a:r>
              <a:rPr lang="ko-KR" altLang="en-US"/>
              <a:t>배일 때</a:t>
            </a:r>
            <a:r>
              <a:rPr lang="en-US" altLang="ko-KR"/>
              <a:t>, </a:t>
            </a:r>
            <a:r>
              <a:rPr lang="ko-KR" altLang="en-US"/>
              <a:t>복사횟수는 </a:t>
            </a:r>
            <a:r>
              <a:rPr lang="en-US" altLang="ko-KR"/>
              <a:t>2 n, </a:t>
            </a:r>
            <a:r>
              <a:rPr lang="ko-KR" altLang="en-US"/>
              <a:t>메모리 크기는 </a:t>
            </a:r>
            <a:r>
              <a:rPr lang="en-US" altLang="ko-KR"/>
              <a:t>2 n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지표는 </a:t>
            </a:r>
            <a:r>
              <a:rPr lang="en-US" altLang="ko-KR"/>
              <a:t>4 n^2</a:t>
            </a:r>
            <a:r>
              <a:rPr lang="ko-KR" altLang="en-US"/>
              <a:t>가 돼요</a:t>
            </a:r>
          </a:p>
          <a:p>
            <a:endParaRPr lang="ko-KR" altLang="en-US"/>
          </a:p>
          <a:p>
            <a:r>
              <a:rPr lang="ko-KR" altLang="en-US"/>
              <a:t>배율이 </a:t>
            </a:r>
            <a:r>
              <a:rPr lang="en-US" altLang="ko-KR"/>
              <a:t>1.5</a:t>
            </a:r>
            <a:r>
              <a:rPr lang="ko-KR" altLang="en-US"/>
              <a:t>배일 때</a:t>
            </a:r>
            <a:r>
              <a:rPr lang="en-US" altLang="ko-KR"/>
              <a:t>, </a:t>
            </a:r>
            <a:r>
              <a:rPr lang="ko-KR" altLang="en-US"/>
              <a:t>복사횟수는 </a:t>
            </a:r>
            <a:r>
              <a:rPr lang="en-US" altLang="ko-KR"/>
              <a:t>3 n, </a:t>
            </a:r>
            <a:r>
              <a:rPr lang="ko-KR" altLang="en-US"/>
              <a:t>메모리 크기는 </a:t>
            </a:r>
            <a:r>
              <a:rPr lang="en-US" altLang="ko-KR"/>
              <a:t>1.5 n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지표는 </a:t>
            </a:r>
            <a:r>
              <a:rPr lang="en-US" altLang="ko-KR"/>
              <a:t>4.5 n^2</a:t>
            </a:r>
            <a:r>
              <a:rPr lang="ko-KR" altLang="en-US"/>
              <a:t>가 돼요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비교해보면</a:t>
            </a:r>
            <a:r>
              <a:rPr lang="en-US" altLang="ko-KR"/>
              <a:t>, </a:t>
            </a:r>
            <a:r>
              <a:rPr lang="ko-KR" altLang="en-US"/>
              <a:t>배율이 </a:t>
            </a:r>
            <a:r>
              <a:rPr lang="en-US" altLang="ko-KR"/>
              <a:t>2</a:t>
            </a:r>
            <a:r>
              <a:rPr lang="ko-KR" altLang="en-US"/>
              <a:t>배일 때 지표가 최소예요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미분을 해서도 최소를 확인해볼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지표가 </a:t>
            </a:r>
            <a:r>
              <a:rPr lang="en-US" altLang="ko-KR"/>
              <a:t>r^2 / (r - 1) * n^2 </a:t>
            </a:r>
            <a:r>
              <a:rPr lang="ko-KR" altLang="en-US"/>
              <a:t>인데</a:t>
            </a:r>
            <a:r>
              <a:rPr lang="en-US" altLang="ko-KR"/>
              <a:t>, r</a:t>
            </a:r>
            <a:r>
              <a:rPr lang="ko-KR" altLang="en-US"/>
              <a:t>로 미분하면 </a:t>
            </a:r>
            <a:r>
              <a:rPr lang="en-US" altLang="ko-KR"/>
              <a:t>( 2r (r - 1) - r^2 ) / (r - 1) * n^2</a:t>
            </a:r>
            <a:r>
              <a:rPr lang="ko-KR" altLang="en-US"/>
              <a:t>으로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정리하면</a:t>
            </a:r>
            <a:r>
              <a:rPr lang="en-US" altLang="ko-KR"/>
              <a:t>, r (r - 2) / (r - 1) * n^2</a:t>
            </a:r>
            <a:r>
              <a:rPr lang="ko-KR" altLang="en-US"/>
              <a:t>을 가져서</a:t>
            </a:r>
            <a:r>
              <a:rPr lang="en-US" altLang="ko-KR"/>
              <a:t>, </a:t>
            </a:r>
            <a:r>
              <a:rPr lang="ko-KR" altLang="en-US"/>
              <a:t>극값이 </a:t>
            </a:r>
            <a:r>
              <a:rPr lang="en-US" altLang="ko-KR"/>
              <a:t>r = 2</a:t>
            </a:r>
            <a:r>
              <a:rPr lang="ko-KR" altLang="en-US"/>
              <a:t>가 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370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INSERT</a:t>
            </a:r>
            <a:r>
              <a:rPr lang="ko-KR" altLang="en-US"/>
              <a:t>를 하는데 시간이 얼마나 드는지를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size</a:t>
            </a:r>
            <a:r>
              <a:rPr lang="ko-KR" altLang="en-US"/>
              <a:t>는 증가만 한번 시키면 되고</a:t>
            </a:r>
            <a:r>
              <a:rPr lang="en-US" altLang="ko-KR"/>
              <a:t>, data </a:t>
            </a:r>
            <a:r>
              <a:rPr lang="ko-KR" altLang="en-US"/>
              <a:t>배열에 값을 대입하는데 주로 시간이 쓰이기 때문에 대입을 몇번 하는지가 중요해요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모든 데이터를 한 칸 뒤로 보내야 하기 때문에 대입을 가장 많이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기존 데이터를 이동하는데 </a:t>
            </a:r>
            <a:r>
              <a:rPr lang="en-US" altLang="ko-KR"/>
              <a:t>n</a:t>
            </a:r>
            <a:r>
              <a:rPr lang="ko-KR" altLang="en-US"/>
              <a:t>번</a:t>
            </a:r>
            <a:r>
              <a:rPr lang="en-US" altLang="ko-KR"/>
              <a:t>, </a:t>
            </a:r>
            <a:r>
              <a:rPr lang="ko-KR" altLang="en-US"/>
              <a:t>새로운 데이터를 저장하는데 </a:t>
            </a:r>
            <a:r>
              <a:rPr lang="en-US" altLang="ko-KR"/>
              <a:t>1</a:t>
            </a:r>
            <a:r>
              <a:rPr lang="ko-KR" altLang="en-US"/>
              <a:t>번 대입을 해서 총 </a:t>
            </a:r>
            <a:r>
              <a:rPr lang="en-US" altLang="ko-KR"/>
              <a:t>n+1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size + 1</a:t>
            </a:r>
            <a:r>
              <a:rPr lang="ko-KR" altLang="en-US"/>
              <a:t>일 때는 기존 데이터를 이동하지 않으므로 총 </a:t>
            </a:r>
            <a:r>
              <a:rPr lang="en-US" altLang="ko-KR"/>
              <a:t>1</a:t>
            </a:r>
            <a:r>
              <a:rPr lang="ko-KR" altLang="en-US"/>
              <a:t>번 대입을 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평균을 내보면</a:t>
            </a:r>
            <a:r>
              <a:rPr lang="en-US" altLang="ko-KR"/>
              <a:t>, size</a:t>
            </a:r>
            <a:r>
              <a:rPr lang="ko-KR" altLang="en-US"/>
              <a:t>를 </a:t>
            </a:r>
            <a:r>
              <a:rPr lang="en-US" altLang="ko-KR"/>
              <a:t>n</a:t>
            </a:r>
            <a:r>
              <a:rPr lang="ko-KR" altLang="en-US"/>
              <a:t>이라고 했을 때</a:t>
            </a:r>
            <a:r>
              <a:rPr lang="en-US" altLang="ko-KR"/>
              <a:t>, 1</a:t>
            </a:r>
            <a:r>
              <a:rPr lang="ko-KR" altLang="en-US"/>
              <a:t>부터 </a:t>
            </a:r>
            <a:r>
              <a:rPr lang="en-US" altLang="ko-KR"/>
              <a:t>n+1</a:t>
            </a:r>
            <a:r>
              <a:rPr lang="ko-KR" altLang="en-US"/>
              <a:t>까지 더하면 </a:t>
            </a:r>
            <a:r>
              <a:rPr lang="en-US" altLang="ko-KR"/>
              <a:t>(n+1)(n+2)/2</a:t>
            </a:r>
            <a:r>
              <a:rPr lang="ko-KR" altLang="en-US"/>
              <a:t>가 되고</a:t>
            </a:r>
            <a:r>
              <a:rPr lang="en-US" altLang="ko-KR"/>
              <a:t>, n+1</a:t>
            </a:r>
            <a:r>
              <a:rPr lang="ko-KR" altLang="en-US"/>
              <a:t>로 나누면 </a:t>
            </a:r>
            <a:r>
              <a:rPr lang="en-US" altLang="ko-KR"/>
              <a:t>(n+2)/2</a:t>
            </a:r>
            <a:r>
              <a:rPr lang="ko-KR" altLang="en-US"/>
              <a:t>가 되서 </a:t>
            </a:r>
            <a:r>
              <a:rPr lang="en-US" altLang="ko-KR"/>
              <a:t>n</a:t>
            </a:r>
            <a:r>
              <a:rPr lang="ko-KR" altLang="en-US"/>
              <a:t>에 비례하게 되요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0772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ko-KR" altLang="en-US"/>
              <a:t>도</a:t>
            </a:r>
            <a:r>
              <a:rPr lang="en-US" altLang="ko-KR"/>
              <a:t> </a:t>
            </a:r>
            <a:r>
              <a:rPr lang="ko-KR" altLang="en-US"/>
              <a:t>시간이 얼마나 드는지를 따져볼게요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핵심은 </a:t>
            </a:r>
            <a:r>
              <a:rPr lang="en-US" altLang="ko-KR"/>
              <a:t>k </a:t>
            </a:r>
            <a:r>
              <a:rPr lang="ko-KR" altLang="en-US"/>
              <a:t>다음 원소들을 몇개 앞으로 당겨야 하느냐예요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최악의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1</a:t>
            </a:r>
            <a:r>
              <a:rPr lang="ko-KR" altLang="en-US"/>
              <a:t>일 때 맨 앞의 원소를 지워서 </a:t>
            </a:r>
            <a:r>
              <a:rPr lang="en-US" altLang="ko-KR"/>
              <a:t>2</a:t>
            </a:r>
            <a:r>
              <a:rPr lang="ko-KR" altLang="en-US"/>
              <a:t>부터 </a:t>
            </a:r>
            <a:r>
              <a:rPr lang="en-US" altLang="ko-KR"/>
              <a:t>n</a:t>
            </a:r>
            <a:r>
              <a:rPr lang="ko-KR" altLang="en-US"/>
              <a:t>까지를 전부 앞으로 이동시켜서 배열에 </a:t>
            </a:r>
            <a:r>
              <a:rPr lang="en-US" altLang="ko-KR"/>
              <a:t>n- 1</a:t>
            </a:r>
            <a:r>
              <a:rPr lang="ko-KR" altLang="en-US"/>
              <a:t>번 대입이 발생해요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최선의 경우는 </a:t>
            </a:r>
            <a:r>
              <a:rPr lang="en-US" altLang="ko-KR"/>
              <a:t>k</a:t>
            </a:r>
            <a:r>
              <a:rPr lang="ko-KR" altLang="en-US"/>
              <a:t>가 </a:t>
            </a:r>
            <a:r>
              <a:rPr lang="en-US" altLang="ko-KR"/>
              <a:t>n</a:t>
            </a:r>
            <a:r>
              <a:rPr lang="ko-KR" altLang="en-US"/>
              <a:t>일 때 맨 뒤의 원소를 지워서 대입이 일어나지 않아요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평균적으로는</a:t>
            </a:r>
            <a:r>
              <a:rPr lang="en-US" altLang="ko-KR"/>
              <a:t>, n-1/2</a:t>
            </a:r>
            <a:r>
              <a:rPr lang="ko-KR" altLang="en-US"/>
              <a:t>가 되어서 </a:t>
            </a:r>
            <a:r>
              <a:rPr lang="en-US" altLang="ko-KR"/>
              <a:t>n</a:t>
            </a:r>
            <a:r>
              <a:rPr lang="ko-KR" altLang="en-US"/>
              <a:t>에 비례해요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748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customXml" Target="../ink/ink2.xml"/><Relationship Id="rId5" Type="http://schemas.openxmlformats.org/officeDocument/2006/relationships/image" Target="../media/image1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3544771"/>
            <a:ext cx="8771138" cy="1106251"/>
          </a:xfrm>
        </p:spPr>
        <p:txBody>
          <a:bodyPr/>
          <a:lstStyle/>
          <a:p>
            <a:r>
              <a:t>자료구조 (Data Structure)</a:t>
            </a:r>
          </a:p>
          <a:p>
            <a:r>
              <a:t>1주차: 리스트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C9486F6-7311-78A6-4CB4-D38CC128F08E}"/>
                  </a:ext>
                </a:extLst>
              </p14:cNvPr>
              <p14:cNvContentPartPr/>
              <p14:nvPr/>
            </p14:nvContentPartPr>
            <p14:xfrm>
              <a:off x="-982859" y="1731521"/>
              <a:ext cx="360" cy="3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C9486F6-7311-78A6-4CB4-D38CC128F08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988979" y="172540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E1B45DC1-0800-ACCA-26B1-53336BBA0606}"/>
                  </a:ext>
                </a:extLst>
              </p14:cNvPr>
              <p14:cNvContentPartPr/>
              <p14:nvPr/>
            </p14:nvContentPartPr>
            <p14:xfrm>
              <a:off x="709141" y="1945001"/>
              <a:ext cx="360" cy="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E1B45DC1-0800-ACCA-26B1-53336BBA06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3021" y="193888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90"/>
    </mc:Choice>
    <mc:Fallback>
      <p:transition spd="slow" advTm="10090"/>
    </mc:Fallback>
  </mc:AlternateContent>
  <p:extLst>
    <p:ext uri="{E180D4A7-C9FB-4DFB-919C-405C955672EB}">
      <p14:showEvtLst xmlns:p14="http://schemas.microsoft.com/office/powerpoint/2010/main">
        <p14:playEvt time="1009" objId="65"/>
        <p14:stopEvt time="3372" objId="65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169" y="262442"/>
            <a:ext cx="3631306" cy="607653"/>
          </a:xfrm>
        </p:spPr>
        <p:txBody>
          <a:bodyPr>
            <a:spAutoFit/>
          </a:bodyPr>
          <a:lstStyle/>
          <a:p>
            <a:r>
              <a:t>자료구조란?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프로그램에 데이터를 저장하는 효율적 방법</a:t>
            </a:r>
          </a:p>
          <a:p>
            <a:endParaRPr/>
          </a:p>
          <a:p>
            <a:r>
              <a:rPr lang="ko-KR" altLang="en-US"/>
              <a:t>예시</a:t>
            </a:r>
            <a:r>
              <a:rPr lang="en-US" altLang="ko-KR"/>
              <a:t>: </a:t>
            </a:r>
            <a:r>
              <a:rPr lang="ko-KR" altLang="en-US"/>
              <a:t>할 일 저장</a:t>
            </a:r>
            <a:r>
              <a:rPr lang="en-US" altLang="ko-KR"/>
              <a:t>, </a:t>
            </a:r>
            <a:r>
              <a:rPr lang="ko-KR" altLang="en-US"/>
              <a:t>다항식 저장</a:t>
            </a:r>
            <a:endParaRPr lang="en-US" altLang="ko-KR"/>
          </a:p>
          <a:p>
            <a:endParaRPr/>
          </a:p>
          <a:p>
            <a:r>
              <a:t>보편적 자료구조들을 모아서 교과서가 편찬됨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C0CF-05BB-D0AC-A4F1-24C166B4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DD0F-A552-910B-8266-E700B14F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2402" y="262442"/>
            <a:ext cx="4040073" cy="607653"/>
          </a:xfrm>
        </p:spPr>
        <p:txBody>
          <a:bodyPr>
            <a:spAutoFit/>
          </a:bodyPr>
          <a:lstStyle/>
          <a:p>
            <a:r>
              <a:rPr lang="ko-KR" altLang="en-US"/>
              <a:t>이번 시간 목차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8505-417D-2BE7-C069-0EB342296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일차원적인 자료구조 소개</a:t>
            </a:r>
            <a:endParaRPr lang="en-US" altLang="ko-KR"/>
          </a:p>
          <a:p>
            <a:endParaRPr/>
          </a:p>
          <a:p>
            <a:r>
              <a:rPr lang="ko-KR" altLang="en-US"/>
              <a:t>일차원적인 자료구조 </a:t>
            </a:r>
            <a:r>
              <a:t>예</a:t>
            </a:r>
            <a:r>
              <a:rPr lang="ko-KR" altLang="en-US"/>
              <a:t>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일차원적인 자료구조 기능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585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일차원 자료구조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저장된 데이터들에 데이터를 추가하는 방법은</a:t>
            </a:r>
            <a:r>
              <a:rPr lang="en-US" altLang="ko-KR"/>
              <a:t>?</a:t>
            </a:r>
            <a:endParaRPr/>
          </a:p>
          <a:p>
            <a:endParaRPr/>
          </a:p>
          <a:p>
            <a:r>
              <a:rPr lang="ko-KR" altLang="en-US"/>
              <a:t>예시</a:t>
            </a:r>
            <a:r>
              <a:rPr lang="en-US" altLang="ko-KR"/>
              <a:t>) </a:t>
            </a:r>
            <a:r>
              <a:rPr lang="ko-KR" altLang="en-US"/>
              <a:t>메모장에서 글 저장하기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CDC6-2CEC-759B-80A8-04999DA6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C42C-7C9C-CC5B-98C0-7F802DC8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506" y="262442"/>
            <a:ext cx="4411969" cy="607653"/>
          </a:xfrm>
        </p:spPr>
        <p:txBody>
          <a:bodyPr>
            <a:spAutoFit/>
          </a:bodyPr>
          <a:lstStyle/>
          <a:p>
            <a:r>
              <a:rPr lang="ko-KR" altLang="en-US"/>
              <a:t>일차원 자료구조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8EE4-F0D9-A81A-3781-23FA2454E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데이터가 저장되어 있는 순서가 중요하다</a:t>
            </a:r>
            <a:endParaRPr lang="en-US" altLang="ko-KR"/>
          </a:p>
          <a:p>
            <a:endParaRPr lang="en-US"/>
          </a:p>
          <a:p>
            <a:r>
              <a:rPr lang="ko-KR" altLang="en-US"/>
              <a:t>데이터 개수도 따로 저장해둔다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351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3CDC-821C-0F72-3A4E-17BB2758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BB33-F202-3132-17AD-95E4A780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833" y="262442"/>
            <a:ext cx="316964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리스트란</a:t>
            </a:r>
            <a:r>
              <a:rPr lang="en-US" altLang="ko-KR"/>
              <a:t>?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FCB6-6E27-82B6-CE64-B5B41E754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정의</a:t>
            </a:r>
            <a:r>
              <a:rPr lang="en-US" altLang="ko-KR"/>
              <a:t>: </a:t>
            </a:r>
            <a:r>
              <a:rPr lang="ko-KR" altLang="en-US"/>
              <a:t>순서 정보가 보존되어 있는 자료 구조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526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t>리스트</a:t>
            </a:r>
            <a:r>
              <a:rPr lang="ko-KR" altLang="en-US"/>
              <a:t>를 배열로</a:t>
            </a:r>
            <a:r>
              <a:rPr lang="en-US"/>
              <a:t> </a:t>
            </a:r>
            <a:r>
              <a:rPr lang="ko-KR" altLang="en-US"/>
              <a:t>구현하기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저장할 공간</a:t>
            </a:r>
            <a:r>
              <a:rPr lang="en-US" altLang="ko-KR"/>
              <a:t>(</a:t>
            </a:r>
            <a:r>
              <a:t>배열</a:t>
            </a:r>
            <a:r>
              <a:rPr lang="en-US"/>
              <a:t>)</a:t>
            </a:r>
            <a:r>
              <a:rPr lang="ko-KR" altLang="en-US"/>
              <a:t>과 관련 정보의 묶음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data: </a:t>
            </a:r>
            <a:r>
              <a:rPr lang="ko-KR" altLang="en-US"/>
              <a:t>메모리 공간의 주소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size: 저장된 데이터 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3836" y="262442"/>
            <a:ext cx="3488639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예시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다음과 같이 데이터를</a:t>
            </a:r>
            <a:r>
              <a:rPr lang="en-US" altLang="ko-KR"/>
              <a:t> </a:t>
            </a:r>
            <a:r>
              <a:rPr lang="ko-KR" altLang="en-US"/>
              <a:t>리스트에 저장해보자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AA1CA29-984A-B470-06EC-367B54F0B8E3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81ACDB4-516C-8AFF-EA58-AF0401C5A0F9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FDFE5D8-56FE-1110-B7A2-F99F07550BDB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B42E1DF-7A80-77A1-534F-3520FA41AFC9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025CC93-F420-B0A6-C53C-6BDCC9FBF3C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497EBB6-23C4-3A16-B398-D2A351D2DF6A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E9ED700-DDE5-F394-CE3F-07F77C2B974B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5A279-C9F0-627F-61C2-072F06AA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BA90E-A78E-075D-682B-2B461333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t>리스트</a:t>
            </a:r>
            <a:r>
              <a:rPr lang="en-US"/>
              <a:t> </a:t>
            </a:r>
            <a:r>
              <a:rPr lang="ko-KR" altLang="en-US"/>
              <a:t>끝에 데이터 추가하는 기능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FE6B8-34E9-7653-945B-A92FE357E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PUSH(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r>
              <a:rPr lang="en-US" altLang="ko-KR"/>
              <a:t>L-&gt;size += 1</a:t>
            </a:r>
          </a:p>
          <a:p>
            <a:r>
              <a:rPr lang="en-US"/>
              <a:t>L</a:t>
            </a:r>
            <a:r>
              <a:rPr lang="en-US" altLang="ko-KR"/>
              <a:t>-&gt;data[L-&gt;size] = value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009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CFF0-6916-0A8D-8AD2-AFF1A2202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D1D0-7E60-0E55-597A-68153176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396" y="262442"/>
            <a:ext cx="5752079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</a:t>
            </a:r>
            <a:r>
              <a:rPr lang="en-US" altLang="ko-KR"/>
              <a:t>PUSH </a:t>
            </a:r>
            <a:r>
              <a:rPr lang="ko-KR" altLang="en-US"/>
              <a:t>함수 예시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B731-F69D-523B-8FDA-B94A67D55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다음과 같이 데이터를</a:t>
            </a:r>
            <a:r>
              <a:rPr lang="en-US" altLang="ko-KR"/>
              <a:t> </a:t>
            </a:r>
            <a:r>
              <a:rPr lang="ko-KR" altLang="en-US"/>
              <a:t>리스트에 저장해보자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5E32929-96FD-250E-9733-EEE2D4569411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A6C962-C254-BFDB-B91B-6FB374AC6A6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92B3EAB-E100-15FA-B73B-5D0B58776171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7CB339-5B28-FFA5-5A7A-2B7B771BD75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8B93486-42A4-754C-8D13-8B00DC33E8EB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5B48D28-41DD-0A1B-8A69-8DE96F68DC79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B304D8-5CF6-E358-632A-CBC50B173872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79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7182" y="262442"/>
            <a:ext cx="5545293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다항식의 데이터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2x² + 3x </a:t>
            </a:r>
            <a:r>
              <a:rPr lang="ko-KR" altLang="en-US"/>
              <a:t>다항식을 리스트에 저장하려면</a:t>
            </a:r>
            <a:r>
              <a:rPr lang="en-US" altLang="ko-KR"/>
              <a:t>?</a:t>
            </a:r>
          </a:p>
          <a:p>
            <a:endParaRPr lang="en-US" altLang="ko-KR"/>
          </a:p>
          <a:p>
            <a:r>
              <a:rPr lang="ko-KR" altLang="en-US"/>
              <a:t>항에 계수와 지수가 있다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	 - </a:t>
            </a:r>
            <a:r>
              <a:t>coeff: 계수</a:t>
            </a:r>
          </a:p>
          <a:p>
            <a:pPr marL="0" indent="0">
              <a:buNone/>
            </a:pPr>
            <a:r>
              <a:rPr lang="en-US"/>
              <a:t>	 - exp: </a:t>
            </a:r>
            <a:r>
              <a:rPr lang="ko-KR" altLang="en-US"/>
              <a:t>지수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39AE-BD46-60AF-5777-26D62D28B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B052-1109-7956-579A-21023BB50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182" y="262442"/>
            <a:ext cx="5545293" cy="607653"/>
          </a:xfrm>
        </p:spPr>
        <p:txBody>
          <a:bodyPr>
            <a:spAutoFit/>
          </a:bodyPr>
          <a:lstStyle/>
          <a:p>
            <a:r>
              <a:t>예제: 다항식</a:t>
            </a:r>
            <a:r>
              <a:rPr lang="en-US"/>
              <a:t> </a:t>
            </a:r>
            <a:r>
              <a:rPr lang="ko-KR" altLang="en-US"/>
              <a:t>저장하기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FC93-03E7-D86D-0708-8C55F208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2x² + 3x </a:t>
            </a:r>
            <a:r>
              <a:rPr lang="ko-KR" altLang="en-US"/>
              <a:t>다항식을 리스트에 저장하려면</a:t>
            </a:r>
            <a:r>
              <a:rPr lang="en-US" altLang="ko-KR"/>
              <a:t>?</a:t>
            </a:r>
          </a:p>
          <a:p>
            <a:pPr marL="0" indent="0">
              <a:buNone/>
            </a:pP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9E31914-A222-5F33-4FDD-F6EDFFC9CF57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BAEE27-C09D-6514-5B10-776ABFCE433C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53AE5D4-E24C-F63C-FFB9-BC91EF1647C7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485C43-BC16-715B-7203-180EC71C9C4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F6B2D6B-5047-F210-E7C0-F01595F3BC3F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6FF117A-C94B-987B-AAEE-E40963146012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810AA75-50BB-FFB1-23B7-C1DD97C2EA30}"/>
              </a:ext>
            </a:extLst>
          </p:cNvPr>
          <p:cNvSpPr txBox="1"/>
          <p:nvPr/>
        </p:nvSpPr>
        <p:spPr>
          <a:xfrm>
            <a:off x="5172076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07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DEB85-FEB7-E5DE-13ED-2081B607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A0BCB-F20E-4C64-0B4C-5E6B5A498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0512" y="262442"/>
            <a:ext cx="4621963" cy="607653"/>
          </a:xfrm>
        </p:spPr>
        <p:txBody>
          <a:bodyPr>
            <a:spAutoFit/>
          </a:bodyPr>
          <a:lstStyle/>
          <a:p>
            <a:r>
              <a:t>예제: 다항식</a:t>
            </a:r>
            <a:r>
              <a:rPr lang="en-US"/>
              <a:t> </a:t>
            </a:r>
            <a:r>
              <a:rPr lang="ko-KR" altLang="en-US"/>
              <a:t>덧셈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2D19-9703-2BD5-DE86-D0AFEF6BC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에 저장된 다항식을 더하면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C3C6C84-ED74-F5EE-3F4F-1625392CA30A}"/>
              </a:ext>
            </a:extLst>
          </p:cNvPr>
          <p:cNvGrpSpPr/>
          <p:nvPr/>
        </p:nvGrpSpPr>
        <p:grpSpPr>
          <a:xfrm>
            <a:off x="5467350" y="2811463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9B858A-72D1-1294-CA2F-F0FB3713BBC1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72E4A33-A4D6-37C0-53E8-6249770E3210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8492E6B-7167-58D9-B027-993CE212F4F2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3DBA6A4-CE07-4A3F-35C5-52E040B58A18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0DDFA12-728C-911F-F003-3FF906455F33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55CA78-0919-8551-839D-C70235ED833A}"/>
              </a:ext>
            </a:extLst>
          </p:cNvPr>
          <p:cNvSpPr txBox="1"/>
          <p:nvPr/>
        </p:nvSpPr>
        <p:spPr>
          <a:xfrm>
            <a:off x="5172076" y="244213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9827A37-88A2-72B7-2E14-1D06D9317F28}"/>
              </a:ext>
            </a:extLst>
          </p:cNvPr>
          <p:cNvGrpSpPr/>
          <p:nvPr/>
        </p:nvGrpSpPr>
        <p:grpSpPr>
          <a:xfrm>
            <a:off x="5467350" y="3925888"/>
            <a:ext cx="3048000" cy="531812"/>
            <a:chOff x="3933825" y="3211513"/>
            <a:chExt cx="4333875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7599D31-7280-7FDD-9ACF-74BB65D3F2CA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2, 1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57FC98C-0DFE-5B9D-3119-57CBE18678E1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1, 0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B9D4AC0-AEA9-B64F-00C9-495DDEF31B05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1FCC708-0BF0-022B-4FE6-763BAD33A1EA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12D1594-D416-20FC-A1CC-6BE3AB06B868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C17AE6A-AF1C-42D2-FE35-7657C41DA5D8}"/>
              </a:ext>
            </a:extLst>
          </p:cNvPr>
          <p:cNvSpPr txBox="1"/>
          <p:nvPr/>
        </p:nvSpPr>
        <p:spPr>
          <a:xfrm>
            <a:off x="5172076" y="35565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32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613F-0D1A-1013-A5F3-B25D889A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4E2A-C45C-18C1-8CBF-CD93FA5C2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9" y="262442"/>
            <a:ext cx="6893417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(1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9E7DD-FC67-DD04-21A9-ACDC343C9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/>
              <a:t>함수 </a:t>
            </a:r>
            <a:r>
              <a:rPr lang="en-US" altLang="ko-KR"/>
              <a:t>terms_add(</a:t>
            </a:r>
            <a:r>
              <a:rPr lang="ko-KR" altLang="en-US"/>
              <a:t>리스트 </a:t>
            </a:r>
            <a:r>
              <a:rPr lang="en-US" altLang="ko-KR"/>
              <a:t>X, </a:t>
            </a:r>
            <a:r>
              <a:rPr lang="ko-KR" altLang="en-US"/>
              <a:t>리스트 </a:t>
            </a:r>
            <a:r>
              <a:rPr lang="en-US" altLang="ko-KR"/>
              <a:t>Y):</a:t>
            </a:r>
            <a:endParaRPr/>
          </a:p>
          <a:p>
            <a:pPr>
              <a:lnSpc>
                <a:spcPct val="150000"/>
              </a:lnSpc>
            </a:pPr>
            <a:r>
              <a:rPr lang="en-US"/>
              <a:t>A = </a:t>
            </a:r>
            <a:r>
              <a:rPr lang="ko-KR" altLang="en-US"/>
              <a:t>새 리스트</a:t>
            </a:r>
            <a:endParaRPr/>
          </a:p>
          <a:p>
            <a:pPr>
              <a:lnSpc>
                <a:spcPct val="150000"/>
              </a:lnSpc>
            </a:pPr>
            <a:r>
              <a:t>iX </a:t>
            </a:r>
            <a:r>
              <a:rPr lang="en-US"/>
              <a:t>=</a:t>
            </a:r>
            <a:r>
              <a:t> </a:t>
            </a:r>
            <a:r>
              <a:rPr lang="en-US"/>
              <a:t>1</a:t>
            </a:r>
          </a:p>
          <a:p>
            <a:pPr>
              <a:lnSpc>
                <a:spcPct val="150000"/>
              </a:lnSpc>
            </a:pPr>
            <a:r>
              <a:t>iY </a:t>
            </a:r>
            <a:r>
              <a:rPr lang="en-US"/>
              <a:t>=</a:t>
            </a:r>
            <a:r>
              <a:t> 1</a:t>
            </a:r>
          </a:p>
          <a:p>
            <a:pPr>
              <a:lnSpc>
                <a:spcPct val="150000"/>
              </a:lnSpc>
            </a:pPr>
            <a:r>
              <a:t>반복: iX ≤ X</a:t>
            </a:r>
            <a:r>
              <a:rPr lang="en-US"/>
              <a:t>-&gt;</a:t>
            </a:r>
            <a:r>
              <a:t>size 그리고 iY ≤ Y</a:t>
            </a:r>
            <a:r>
              <a:rPr lang="en-US"/>
              <a:t>-&gt;</a:t>
            </a:r>
            <a:r>
              <a:t>size</a:t>
            </a:r>
            <a:r>
              <a:rPr lang="ko-KR" altLang="en-US"/>
              <a:t>일 동안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x = X-&gt;data[iX]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y = Y-&gt;data[iY]</a:t>
            </a:r>
          </a:p>
          <a:p>
            <a:pPr marL="0" indent="0">
              <a:lnSpc>
                <a:spcPct val="150000"/>
              </a:lnSpc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833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(2 / 5)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&gt;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en-US"/>
              <a:t>x</a:t>
            </a:r>
            <a: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DBCF-5803-81E2-593F-F943CD3F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AC54-7BC8-404B-41BF-87D353D0C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(3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CF33-F4E3-E519-F50E-FE192F67B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</a:t>
            </a:r>
            <a:r>
              <a:rPr lang="en-US"/>
              <a:t>&lt;</a:t>
            </a:r>
            <a:r>
              <a:t>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en-US"/>
              <a:t>y</a:t>
            </a:r>
            <a: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</a:t>
            </a:r>
            <a:r>
              <a:rPr lang="en-US"/>
              <a:t>Y</a:t>
            </a:r>
            <a:r>
              <a:t> ← i</a:t>
            </a:r>
            <a:r>
              <a:rPr lang="en-US"/>
              <a:t>Y</a:t>
            </a:r>
            <a:r>
              <a:t>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  <p:extLst>
      <p:ext uri="{BB962C8B-B14F-4D97-AF65-F5344CB8AC3E}">
        <p14:creationId xmlns:p14="http://schemas.microsoft.com/office/powerpoint/2010/main" val="4066498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8152-92F0-0A49-2985-E0FD6FAF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125F-5025-DB8F-D0C6-E0503497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(4 / 5)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DC68C-4596-139F-5B13-2EB9C5755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t>        만약: </a:t>
            </a:r>
            <a:r>
              <a:rPr lang="en-US"/>
              <a:t>x-&gt;exp</a:t>
            </a:r>
            <a:r>
              <a:t> </a:t>
            </a:r>
            <a:r>
              <a:rPr lang="en-US"/>
              <a:t>==</a:t>
            </a:r>
            <a:r>
              <a:t> </a:t>
            </a:r>
            <a:r>
              <a:rPr lang="en-US"/>
              <a:t>y-&gt;exp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t>                </a:t>
            </a:r>
            <a:r>
              <a:rPr lang="en-US"/>
              <a:t>PUSH</a:t>
            </a:r>
            <a:r>
              <a:t>(A, </a:t>
            </a:r>
            <a:r>
              <a:rPr lang="ko-KR" altLang="en-US"/>
              <a:t>새 항</a:t>
            </a:r>
            <a:r>
              <a:rPr lang="en-US" altLang="ko-KR"/>
              <a:t>(x-&gt;coeff + y-&gt;coeff, </a:t>
            </a:r>
            <a:r>
              <a:rPr lang="en-US"/>
              <a:t>x-&gt;exp</a:t>
            </a:r>
            <a:r>
              <a:t>)</a:t>
            </a:r>
            <a:r>
              <a:rPr lang="en-US"/>
              <a:t>)</a:t>
            </a:r>
            <a:endParaRPr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              iX ← iX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i</a:t>
            </a:r>
            <a:r>
              <a:rPr lang="en-US"/>
              <a:t>Y</a:t>
            </a:r>
            <a:r>
              <a:t> ← i</a:t>
            </a:r>
            <a:r>
              <a:rPr lang="en-US"/>
              <a:t>Y</a:t>
            </a:r>
            <a:r>
              <a:t> + 1</a:t>
            </a:r>
          </a:p>
          <a:p>
            <a:pPr marL="0" indent="0">
              <a:lnSpc>
                <a:spcPct val="150000"/>
              </a:lnSpc>
              <a:buNone/>
            </a:pPr>
            <a:r>
              <a:t>                다음 반복으로</a:t>
            </a:r>
          </a:p>
        </p:txBody>
      </p:sp>
    </p:spTree>
    <p:extLst>
      <p:ext uri="{BB962C8B-B14F-4D97-AF65-F5344CB8AC3E}">
        <p14:creationId xmlns:p14="http://schemas.microsoft.com/office/powerpoint/2010/main" val="180068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57" y="262442"/>
            <a:ext cx="6893418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 </a:t>
            </a:r>
            <a:r>
              <a:rPr lang="en-US" altLang="ko-KR"/>
              <a:t>(5 / 5)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iX ≤ X-&gt;size</a:t>
            </a:r>
            <a:r>
              <a:rPr lang="ko-KR" altLang="en-US"/>
              <a:t>일 동안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PUSH(A, X-&gt;data[iX])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/>
              <a:t>        iX += 1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iY ≤ Y-&gt;size</a:t>
            </a:r>
            <a:r>
              <a:rPr lang="ko-KR" altLang="en-US"/>
              <a:t>일 동안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/>
              <a:t>        </a:t>
            </a:r>
            <a:r>
              <a:rPr lang="en-US" altLang="ko-KR"/>
              <a:t>PUSH(A, Y-&gt;data[iY])</a:t>
            </a:r>
          </a:p>
          <a:p>
            <a:pPr marL="0" indent="0">
              <a:buNone/>
            </a:pPr>
            <a:r>
              <a:rPr lang="en-US" altLang="ko-KR"/>
              <a:t>        iY += 1</a:t>
            </a:r>
            <a:endParaRPr lang="ko-KR" altLang="en-US"/>
          </a:p>
          <a:p>
            <a:endParaRPr lang="en-US" altLang="ko-KR"/>
          </a:p>
          <a:p>
            <a:r>
              <a:rPr lang="ko-KR" altLang="en-US"/>
              <a:t>반환</a:t>
            </a:r>
            <a:r>
              <a:rPr lang="en-US" altLang="ko-KR"/>
              <a:t>: A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8E4F-AAC0-47C6-0E47-E0963C7E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910B-8E45-0529-547A-0B49B548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415" y="262442"/>
            <a:ext cx="5635061" cy="607653"/>
          </a:xfrm>
        </p:spPr>
        <p:txBody>
          <a:bodyPr>
            <a:spAutoFit/>
          </a:bodyPr>
          <a:lstStyle/>
          <a:p>
            <a:r>
              <a:rPr lang="ko-KR" altLang="en-US"/>
              <a:t>예제</a:t>
            </a:r>
            <a:r>
              <a:rPr lang="en-US" altLang="ko-KR"/>
              <a:t>: </a:t>
            </a:r>
            <a:r>
              <a:rPr lang="ko-KR" altLang="en-US"/>
              <a:t>다항식 덧셈 함수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D0D7-F375-D02B-D4AA-76A09B48A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terms_add(X, Y)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1D87229-AE7B-BA5E-F07D-F6A8244F81D2}"/>
              </a:ext>
            </a:extLst>
          </p:cNvPr>
          <p:cNvGrpSpPr/>
          <p:nvPr/>
        </p:nvGrpSpPr>
        <p:grpSpPr>
          <a:xfrm>
            <a:off x="5467350" y="3163094"/>
            <a:ext cx="3048000" cy="531812"/>
            <a:chOff x="3933825" y="3211513"/>
            <a:chExt cx="4333875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1E2DED7-67EB-89EA-E25C-D56E40F2100F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2, 2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3BF4D1E-D509-9BF3-FC14-F28D50DC4F2E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3, 1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5264717-97E4-2DB1-21AA-BCCEF8B3F63A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AA9E08-2C43-7340-CA61-E87E0F6F2028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A78F4DF-9D54-AFC6-47B9-ED7C5FB7861F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B4D5658-8C27-A593-72CC-DAA0B08020A6}"/>
              </a:ext>
            </a:extLst>
          </p:cNvPr>
          <p:cNvSpPr txBox="1"/>
          <p:nvPr/>
        </p:nvSpPr>
        <p:spPr>
          <a:xfrm>
            <a:off x="5172076" y="27937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X</a:t>
            </a:r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2FDD4B0-CAE7-F3DE-0052-1547F8D7D676}"/>
              </a:ext>
            </a:extLst>
          </p:cNvPr>
          <p:cNvGrpSpPr/>
          <p:nvPr/>
        </p:nvGrpSpPr>
        <p:grpSpPr>
          <a:xfrm>
            <a:off x="5467350" y="4277519"/>
            <a:ext cx="3048000" cy="531812"/>
            <a:chOff x="3933825" y="3211513"/>
            <a:chExt cx="4333875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7A35B67-51ED-8AB4-56F2-42FEF9957BD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2, 1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69AB796-3EEE-2534-D320-73312378D602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1, 0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C86B32E-F4B2-FFA4-A504-FE61927D5528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526685F-BCEC-9B2E-A6F7-B38FB4127FA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CAE9D2E-8BBB-6F2A-8CA9-A439D0140028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4DEB748-5473-F364-DA31-99EB087AA0C3}"/>
              </a:ext>
            </a:extLst>
          </p:cNvPr>
          <p:cNvSpPr txBox="1"/>
          <p:nvPr/>
        </p:nvSpPr>
        <p:spPr>
          <a:xfrm>
            <a:off x="5172076" y="39081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Y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885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816B7-6D05-0D98-AA94-B87094BF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450E-430A-FB36-7F6B-44EB2793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제공하는 기능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7964-90F8-D516-56E4-1CA5537E9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 추가</a:t>
            </a:r>
            <a:r>
              <a:rPr lang="en-US" altLang="ko-KR"/>
              <a:t>, </a:t>
            </a:r>
            <a:r>
              <a:rPr lang="ko-KR" altLang="en-US"/>
              <a:t>삭제 기능이 제공된다</a:t>
            </a:r>
          </a:p>
          <a:p>
            <a:endParaRPr lang="ko-KR" altLang="en-US"/>
          </a:p>
          <a:p>
            <a:pPr marL="0" indent="0">
              <a:buNone/>
            </a:pPr>
            <a:r>
              <a:rPr lang="en-US"/>
              <a:t>	   </a:t>
            </a:r>
            <a:r>
              <a:t> - INSERT(</a:t>
            </a:r>
            <a:r>
              <a:rPr lang="en-US"/>
              <a:t>L, </a:t>
            </a:r>
            <a:r>
              <a:t>k, </a:t>
            </a:r>
            <a:r>
              <a:rPr lang="en-US"/>
              <a:t>val</a:t>
            </a:r>
            <a:r>
              <a:t>): k번째 위치에 </a:t>
            </a:r>
            <a:r>
              <a:rPr lang="ko-KR" altLang="en-US"/>
              <a:t>데이터</a:t>
            </a:r>
            <a:r>
              <a:t> 추가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   </a:t>
            </a:r>
            <a:r>
              <a:t> - DELETE(</a:t>
            </a:r>
            <a:r>
              <a:rPr lang="en-US"/>
              <a:t>L, </a:t>
            </a:r>
            <a:r>
              <a:t>k): k번째 원소 삭제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99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8E8F-B5F6-DA6E-3E76-73B60939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7D0C-E6DF-85D3-8FC1-542F311B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0A38-07B1-577C-94C0-A21C4FAF4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에서 두번째 자리에 </a:t>
            </a:r>
            <a:r>
              <a:rPr lang="en-US" altLang="ko-KR"/>
              <a:t>G</a:t>
            </a:r>
            <a:r>
              <a:rPr lang="ko-KR" altLang="en-US"/>
              <a:t>를 추가하려면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DDB99C-3A22-4477-54DB-91881E7E6DA5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951D4A-BC09-9966-6B33-639CD701CFC3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C05922-911F-D1E9-3821-7F60D1899773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90B299-A0A4-D91B-39F4-7C7F740677B0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08C4B0A-5AC8-6341-7169-5E889EEB03A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44BAC20-95A3-3679-A308-2E83AC163731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102206B-AEEA-62BF-9743-0235F51E46D0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D9C82AE-F9BD-AC22-3FA1-3484039503C0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25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258" y="262442"/>
            <a:ext cx="742721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 </a:t>
            </a:r>
            <a:r>
              <a:rPr lang="en-US" altLang="ko-KR"/>
              <a:t>(1/2)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INSERT(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순서 </a:t>
            </a:r>
            <a:r>
              <a:rPr lang="en-US" altLang="ko-KR"/>
              <a:t>index,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moved_value = L-&gt;data[index]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L-&gt;data[index] = value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</a:t>
            </a:r>
            <a:r>
              <a:rPr lang="ko-KR" altLang="en-US"/>
              <a:t>는 </a:t>
            </a:r>
            <a:r>
              <a:rPr lang="en-US" altLang="ko-KR"/>
              <a:t>index + 1</a:t>
            </a:r>
            <a:r>
              <a:rPr lang="ko-KR" altLang="en-US"/>
              <a:t>부터 </a:t>
            </a:r>
            <a:r>
              <a:rPr lang="en-US" altLang="ko-KR"/>
              <a:t>L-&gt;size + 1</a:t>
            </a:r>
            <a:r>
              <a:rPr lang="ko-KR" altLang="en-US"/>
              <a:t>까지 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06485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7EE9-1BBD-9FD6-1A01-D0ED8D40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4347-6FF9-8F1B-ECF6-6CEFA9A3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258" y="262442"/>
            <a:ext cx="742721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 </a:t>
            </a:r>
            <a:r>
              <a:rPr lang="en-US" altLang="ko-KR"/>
              <a:t>(2/2)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2A03-7282-3C39-1758-140455345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	tmp = L-&gt;data[i]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L-&gt;data[i]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moved_value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moved_value = tmp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L-&gt;size += 1</a:t>
            </a:r>
          </a:p>
        </p:txBody>
      </p:sp>
    </p:spTree>
    <p:extLst>
      <p:ext uri="{BB962C8B-B14F-4D97-AF65-F5344CB8AC3E}">
        <p14:creationId xmlns:p14="http://schemas.microsoft.com/office/powerpoint/2010/main" val="4107036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FEE5-95E3-F986-DE01-87FEE2F2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9279-DA46-6FFA-94BF-57A3D553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0DB3-39AE-718E-FE84-9ED66E320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INSERT(L, 2, G)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8E12341-2570-E0EA-00B1-2AA0DC707F2F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167489-BE1B-4E5F-CD8A-8269289FADD1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8B1329A-4A75-0112-A115-13570ED06000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101B1EF-6AEF-5A10-D725-970E05276CE3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72E783D-6ECC-4A8D-3927-242F610C9845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E5418C2-5D98-BB5E-9277-85E2D2A7C2F0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CC12D0-CC9F-7888-5C4F-CA18B294202E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D6382F0-38D7-E963-4D2C-E6444CDE6A20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69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CC4A-A0BB-6E1E-E646-00E7E1DF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D5E3-7F33-B11F-4FCA-A89E7518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3" y="262442"/>
            <a:ext cx="681006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D524-FDC9-F3EA-D77D-51B0FCAB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에서 세번째 데이터를 삭제하려면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EEB3AB-07E3-102A-5D38-CE16528C93AD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F679CE-DCC6-424F-8B4A-F3D1045221E6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E21F23-4AE9-01B2-07D0-85D34117FA92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G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EE217E-83C6-3044-BFFB-0B0C11492097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BE750D-E81D-9220-66D0-683FA5087797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E346EC-E9E4-7EAB-CF7B-70758EED0C5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0FF4A9-242C-6E7F-1077-EA0F90C6367C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D7C69D4-5D12-2FE0-C02F-FCB4424287EC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684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A2F1-2C87-AA40-C141-69347767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F6F3-5CFE-A770-767F-95299E60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5" y="262442"/>
            <a:ext cx="6810061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7134-7675-CA4E-135A-461C758B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DELETE(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순서 </a:t>
            </a:r>
            <a:r>
              <a:rPr lang="en-US" altLang="ko-KR"/>
              <a:t>index):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</a:t>
            </a:r>
            <a:r>
              <a:rPr lang="ko-KR" altLang="en-US"/>
              <a:t>는 </a:t>
            </a:r>
            <a:r>
              <a:rPr lang="en-US" altLang="ko-KR"/>
              <a:t>index + 1</a:t>
            </a:r>
            <a:r>
              <a:rPr lang="ko-KR" altLang="en-US"/>
              <a:t>부터 </a:t>
            </a:r>
            <a:r>
              <a:rPr lang="en-US" altLang="ko-KR"/>
              <a:t>L-&gt;size </a:t>
            </a:r>
            <a:r>
              <a:rPr lang="ko-KR" altLang="en-US"/>
              <a:t>까지 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L-&gt;data[i - 1]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L-&gt;data[i]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L-&gt;size -= 1</a:t>
            </a:r>
          </a:p>
        </p:txBody>
      </p:sp>
    </p:spTree>
    <p:extLst>
      <p:ext uri="{BB962C8B-B14F-4D97-AF65-F5344CB8AC3E}">
        <p14:creationId xmlns:p14="http://schemas.microsoft.com/office/powerpoint/2010/main" val="3338498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8796-1C4D-DE69-6C71-E3E4F4B9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C4DC-36BE-2863-E32B-19EF0151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3" y="262442"/>
            <a:ext cx="681006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B145-2C2F-2EAC-9EC7-5FE7E4F8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DELETE(L, 3)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48A63B1-336F-4CB2-F1C3-4FB93EFB0516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7541E24-D749-844F-8EAF-BEC8B47B9CA8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23C0345-4656-0763-2A80-BE19AAC7DDA4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G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C9C6FEF-0BA8-0450-1257-2165275602EB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12D8176-DCCB-43D4-602B-14BEDEE55DA3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A24B91-941D-05DD-BCAD-D15C02805297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7AA4D88-2FD4-07A5-9D61-D4C68086B132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E62AF4-A139-27EE-5EA2-88AA0A085DB5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009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8598" y="262442"/>
            <a:ext cx="2013877" cy="607653"/>
          </a:xfrm>
        </p:spPr>
        <p:txBody>
          <a:bodyPr>
            <a:spAutoFit/>
          </a:bodyPr>
          <a:lstStyle/>
          <a:p>
            <a:r>
              <a:t>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</a:t>
            </a:r>
            <a:r>
              <a:rPr lang="en-US" altLang="ko-KR"/>
              <a:t>: </a:t>
            </a:r>
            <a:r>
              <a:rPr lang="ko-KR" altLang="en-US"/>
              <a:t>순서를 부여해서 데이터 저장</a:t>
            </a:r>
            <a:endParaRPr/>
          </a:p>
          <a:p>
            <a:pPr marL="0" indent="0">
              <a:buNone/>
            </a:pPr>
            <a:endParaRPr/>
          </a:p>
          <a:p>
            <a:r>
              <a:t>다음 시간: </a:t>
            </a:r>
            <a:r>
              <a:rPr lang="ko-KR" altLang="en-US"/>
              <a:t>리스트</a:t>
            </a:r>
            <a:r>
              <a:t>를 C 언어로 </a:t>
            </a:r>
            <a:r>
              <a:rPr lang="ko-KR" altLang="en-US"/>
              <a:t>만든다</a:t>
            </a:r>
            <a:endParaRPr/>
          </a:p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1CCF-096D-9A36-0874-E82FE618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8DC4-C41E-E059-6104-691A47D6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AEFB-376F-69AA-14DF-680C9B32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할당 받은 메모리가 꽉 찼는데 데이터를 추가하면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F97003D-B4C8-9C2D-D96B-187A523B161D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9663A1-443B-5D2D-2A23-974488642FFB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D9508E0-42DB-D9CA-F550-D746C6D5DF95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ED0558B-ABF9-2226-FB01-08B1479FAEBD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4D8D2D6-47FE-75F2-629D-BD456421E5B7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9B04924-23B2-AB0B-EE05-9021F76B7AE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831AF51-A72E-EB61-6988-29CB4730F927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F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48EF1B-8563-FFF0-C255-EACA5E3B1AC1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75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406F-0396-8669-E276-FF3E9340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C3EC-674E-295A-64D9-25635A31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8" y="262442"/>
            <a:ext cx="791292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BB053-D146-2C43-37F9-1FFA9628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저장할 공간</a:t>
            </a:r>
            <a:r>
              <a:rPr lang="en-US" altLang="ko-KR"/>
              <a:t>(</a:t>
            </a:r>
            <a:r>
              <a:t>배열</a:t>
            </a:r>
            <a:r>
              <a:rPr lang="en-US"/>
              <a:t>)</a:t>
            </a:r>
            <a:r>
              <a:rPr lang="ko-KR" altLang="en-US"/>
              <a:t>과 관련 정보의 묶음</a:t>
            </a:r>
            <a:endParaRPr/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data: 배열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lang="en-US"/>
              <a:t>	- </a:t>
            </a:r>
            <a:r>
              <a:t>size: 저장된 데이터 수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ko-KR"/>
              <a:t>	- capacity: </a:t>
            </a:r>
            <a:r>
              <a:rPr lang="ko-KR" altLang="en-US"/>
              <a:t>배열에 저장 가능한 최대 데이터 수</a:t>
            </a:r>
          </a:p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120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FD731-2372-9E0B-FE5A-94A3989E8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C465-DD42-335F-DBD4-F765F1E6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47" y="262442"/>
            <a:ext cx="791292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 구현시 배열 크기 고려하기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57355-679D-B907-5543-01387D8F7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데이터를 추가하기 전에 꽉 찼는지 확인하기</a:t>
            </a:r>
            <a:endParaRPr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491960-FD9C-1498-5EC4-5E8086A37F51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D1B6629-5A18-F376-FCEA-47751453A833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AECD426-69D0-87C8-D390-16E1351ED998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4763619-8B89-A040-AB74-C639AF05278A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9D41019-E562-E682-B0BF-548AE0DDC80E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B7B1B40-CB6D-F4C6-1BE1-DEAA16B8AC1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B10444A-1D3D-C48F-4B8F-EB729B8ED341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F</a:t>
              </a:r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2A0C8C7-B9E8-4A24-09CF-DB35E1479A95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406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86CC-0D18-EFCB-8014-994F581C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636F-B1F1-4F10-6173-60818F35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640" y="262442"/>
            <a:ext cx="5514835" cy="607653"/>
          </a:xfrm>
        </p:spPr>
        <p:txBody>
          <a:bodyPr>
            <a:spAutoFit/>
          </a:bodyPr>
          <a:lstStyle/>
          <a:p>
            <a:r>
              <a:t>가변 크기 배열 리스트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598CD-443E-B594-A581-EF451C61F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INSERT를 할 때</a:t>
            </a:r>
            <a:r>
              <a:rPr lang="en-US"/>
              <a:t>:</a:t>
            </a:r>
            <a:r>
              <a:t> </a:t>
            </a:r>
            <a:br>
              <a:rPr lang="en-US"/>
            </a:br>
            <a:br>
              <a:rPr lang="en-US"/>
            </a:br>
            <a:r>
              <a:t>배열이 가득 </a:t>
            </a:r>
            <a:r>
              <a:rPr lang="ko-KR" altLang="en-US"/>
              <a:t>찼으면</a:t>
            </a:r>
            <a:r>
              <a:rPr lang="en-US" altLang="ko-KR"/>
              <a:t>,</a:t>
            </a:r>
            <a:r>
              <a:rPr lang="ko-KR" altLang="en-US"/>
              <a:t> </a:t>
            </a:r>
            <a:br>
              <a:rPr lang="en-US" altLang="ko-KR"/>
            </a:br>
            <a:br>
              <a:rPr lang="en-US" altLang="ko-KR"/>
            </a:br>
            <a:r>
              <a:rPr lang="en-US" altLang="ko-KR"/>
              <a:t>		</a:t>
            </a:r>
            <a:r>
              <a:t>더 큰 배열을 새로 만</a:t>
            </a:r>
            <a:r>
              <a:rPr lang="ko-KR" altLang="en-US"/>
              <a:t>들고</a:t>
            </a:r>
            <a:r>
              <a:rPr lang="en-US" altLang="ko-KR"/>
              <a:t>,</a:t>
            </a:r>
            <a:br>
              <a:rPr lang="en-US" altLang="ko-KR"/>
            </a:br>
            <a:br>
              <a:rPr lang="en-US" altLang="ko-KR"/>
            </a:br>
            <a:r>
              <a:rPr lang="en-US"/>
              <a:t>		</a:t>
            </a:r>
            <a:r>
              <a:t>새 배열에 기존 데이터를 복사한다</a:t>
            </a:r>
            <a:br>
              <a:rPr lang="en-US"/>
            </a:br>
            <a:br>
              <a:rPr lang="en-US"/>
            </a:br>
            <a:r>
              <a:t>원래 INSERT 작업을 한다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7979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t>가변 크기 배열 리스트</a:t>
            </a:r>
            <a:r>
              <a:rPr lang="en-US"/>
              <a:t> - </a:t>
            </a:r>
            <a:r>
              <a:rPr lang="ko-KR" altLang="en-US"/>
              <a:t>새 배열의 크기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새 배열의 크기는 무엇이 적절할까</a:t>
            </a:r>
            <a:r>
              <a:rPr lang="en-US" altLang="ko-KR"/>
              <a:t>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9659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63" y="262442"/>
            <a:ext cx="8812212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</a:t>
            </a:r>
            <a:r>
              <a:rPr lang="ko-KR" altLang="en-US"/>
              <a:t>배열 변경 함수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최대 저장량이 두배인 </a:t>
            </a:r>
            <a:r>
              <a:t>배열을 새로 만든다</a:t>
            </a:r>
          </a:p>
          <a:p>
            <a:r>
              <a:rPr lang="ko-KR" altLang="en-US"/>
              <a:t>기존</a:t>
            </a:r>
            <a:r>
              <a:t> 데이터는 새로운 배열에 모두 복사한다</a:t>
            </a:r>
          </a:p>
          <a:p>
            <a:endParaRPr lang="en-US"/>
          </a:p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RESIZE(</a:t>
            </a:r>
            <a:r>
              <a:rPr lang="ko-KR" altLang="en-US"/>
              <a:t>리스트 </a:t>
            </a:r>
            <a:r>
              <a:rPr lang="en-US" altLang="ko-KR"/>
              <a:t>L):</a:t>
            </a:r>
            <a:endParaRPr/>
          </a:p>
          <a:p>
            <a:pPr>
              <a:lnSpc>
                <a:spcPct val="150000"/>
              </a:lnSpc>
            </a:pPr>
            <a:r>
              <a:t>tmp </a:t>
            </a:r>
            <a:r>
              <a:rPr lang="en-US"/>
              <a:t>=</a:t>
            </a:r>
            <a:r>
              <a:t> 새로운 배열</a:t>
            </a:r>
            <a:r>
              <a:rPr lang="en-US"/>
              <a:t> (</a:t>
            </a:r>
            <a:r>
              <a:rPr lang="ko-KR" altLang="en-US"/>
              <a:t>저장량 두배</a:t>
            </a:r>
            <a:r>
              <a:rPr lang="en-US" altLang="ko-KR"/>
              <a:t>)</a:t>
            </a:r>
          </a:p>
          <a:p>
            <a:pPr>
              <a:lnSpc>
                <a:spcPct val="150000"/>
              </a:lnSpc>
            </a:pPr>
            <a:r>
              <a:rPr lang="en-US"/>
              <a:t>L-&gt;</a:t>
            </a:r>
            <a:r>
              <a:t>data</a:t>
            </a:r>
            <a:r>
              <a:rPr lang="ko-KR" altLang="en-US"/>
              <a:t>의 모든 데이터를</a:t>
            </a:r>
            <a:r>
              <a:t> tmp로 복사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L-&gt;</a:t>
            </a:r>
            <a:r>
              <a:t>data</a:t>
            </a:r>
            <a:r>
              <a:rPr lang="en-US"/>
              <a:t> =</a:t>
            </a:r>
            <a:r>
              <a:t> tmp</a:t>
            </a:r>
            <a:endParaRPr lang="en-US"/>
          </a:p>
          <a:p>
            <a:pPr>
              <a:lnSpc>
                <a:spcPct val="150000"/>
              </a:lnSpc>
            </a:pPr>
            <a:r>
              <a:rPr lang="en-US" altLang="ko-KR"/>
              <a:t>L-&gt;capacity = L-&gt;capacity * 2</a:t>
            </a:r>
          </a:p>
        </p:txBody>
      </p:sp>
    </p:spTree>
    <p:extLst>
      <p:ext uri="{BB962C8B-B14F-4D97-AF65-F5344CB8AC3E}">
        <p14:creationId xmlns:p14="http://schemas.microsoft.com/office/powerpoint/2010/main" val="655539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696" y="262442"/>
            <a:ext cx="8260779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</a:t>
            </a:r>
            <a:r>
              <a:rPr lang="ko-KR" altLang="en-US"/>
              <a:t>데이터 추가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INSERT_VAR_CAP(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인덱스 </a:t>
            </a:r>
            <a:r>
              <a:rPr lang="en-US" altLang="ko-KR"/>
              <a:t>k, </a:t>
            </a:r>
            <a:r>
              <a:rPr lang="ko-KR" altLang="en-US"/>
              <a:t>데이터 </a:t>
            </a:r>
            <a:r>
              <a:rPr lang="en-US" altLang="ko-KR"/>
              <a:t>x):</a:t>
            </a:r>
            <a:endParaRPr/>
          </a:p>
          <a:p>
            <a:pPr>
              <a:lnSpc>
                <a:spcPct val="150000"/>
              </a:lnSpc>
            </a:pPr>
            <a:r>
              <a:t>만약</a:t>
            </a:r>
            <a:r>
              <a:rPr lang="en-US"/>
              <a:t>:</a:t>
            </a:r>
            <a:r>
              <a:t> </a:t>
            </a:r>
            <a:r>
              <a:rPr lang="en-US"/>
              <a:t>L</a:t>
            </a:r>
            <a:r>
              <a:t>.size == </a:t>
            </a:r>
            <a:r>
              <a:rPr lang="en-US"/>
              <a:t>L</a:t>
            </a:r>
            <a:r>
              <a:t>.capacity면 RESIZE(</a:t>
            </a:r>
            <a:r>
              <a:rPr lang="en-US"/>
              <a:t>L</a:t>
            </a:r>
            <a:r>
              <a:t>)</a:t>
            </a:r>
            <a:endParaRPr lang="en-US"/>
          </a:p>
          <a:p>
            <a:pPr>
              <a:lnSpc>
                <a:spcPct val="150000"/>
              </a:lnSpc>
            </a:pPr>
            <a:r>
              <a:t>INSERT(</a:t>
            </a:r>
            <a:r>
              <a:rPr lang="en-US"/>
              <a:t>L</a:t>
            </a:r>
            <a:r>
              <a:t>, k, x)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0749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811" y="262442"/>
            <a:ext cx="8305664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RESIZE </a:t>
            </a:r>
            <a:r>
              <a:rPr lang="ko-KR" altLang="en-US"/>
              <a:t>비용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ko-KR" altLang="en-US"/>
                  <a:t>데이터를 추가하다가 </a:t>
                </a:r>
                <a:r>
                  <a:rPr lang="en-US" altLang="ko-KR"/>
                  <a:t>n</a:t>
                </a:r>
                <a:r>
                  <a:rPr lang="ko-KR" altLang="en-US"/>
                  <a:t>개가 될 때까지 </a:t>
                </a:r>
                <a:r>
                  <a:rPr lang="en-US" altLang="ko-KR"/>
                  <a:t>RESIZE </a:t>
                </a:r>
                <a:r>
                  <a:rPr lang="ko-KR" altLang="en-US"/>
                  <a:t>하며 복사한 횟수</a:t>
                </a:r>
                <a:endParaRPr lang="en-US" altLang="ko-KR"/>
              </a:p>
              <a:p>
                <a:pPr>
                  <a:lnSpc>
                    <a:spcPct val="150000"/>
                  </a:lnSpc>
                </a:pPr>
                <a:r>
                  <a:rPr lang="ko-KR" altLang="en-US"/>
                  <a:t>가정</a:t>
                </a:r>
                <a:r>
                  <a:rPr lang="en-US" altLang="ko-KR"/>
                  <a:t>: </a:t>
                </a:r>
                <a:r>
                  <a:rPr lang="ko-KR" altLang="en-US"/>
                  <a:t>현재 </a:t>
                </a:r>
                <a:r>
                  <a:rPr lang="en-US" altLang="ko-KR"/>
                  <a:t>RESIZE </a:t>
                </a:r>
                <a:r>
                  <a:rPr lang="ko-KR" altLang="en-US"/>
                  <a:t>할</a:t>
                </a:r>
                <a:r>
                  <a:rPr lang="en-US" altLang="ko-KR"/>
                  <a:t> </a:t>
                </a:r>
                <a:r>
                  <a:rPr lang="ko-KR" altLang="en-US"/>
                  <a:t>시점</a:t>
                </a:r>
                <a:r>
                  <a:rPr lang="en-US" altLang="ko-KR"/>
                  <a:t>, RESIZE</a:t>
                </a:r>
                <a:r>
                  <a:rPr lang="ko-KR" altLang="en-US"/>
                  <a:t>시 크기 </a:t>
                </a:r>
                <a:r>
                  <a:rPr lang="en-US" altLang="ko-KR"/>
                  <a:t>r</a:t>
                </a:r>
                <a:r>
                  <a:rPr lang="ko-KR" altLang="en-US"/>
                  <a:t>배 증가</a:t>
                </a:r>
                <a:endParaRPr lang="en-US" altLang="ko-KR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/>
                  <a:t>               </a:t>
                </a:r>
                <a:r>
                  <a:rPr lang="en-US" altLang="ko-KR"/>
                  <a:t>n</a:t>
                </a:r>
                <a:r>
                  <a:rPr lang="ko-KR" altLang="en-US"/>
                  <a:t>은 아주 크다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/>
                  <a:t>복사된 횟수</a:t>
                </a:r>
                <a:r>
                  <a:rPr lang="en-US" altLang="ko-KR"/>
                  <a:t>: </a:t>
                </a:r>
              </a:p>
              <a:p>
                <a:pPr marL="0" indent="0">
                  <a:buNone/>
                </a:pPr>
                <a:endParaRPr lang="ko-KR" alt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𝑟𝑛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88" b="-10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709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811" y="262442"/>
            <a:ext cx="8305664" cy="607653"/>
          </a:xfrm>
        </p:spPr>
        <p:txBody>
          <a:bodyPr>
            <a:spAutoFit/>
          </a:bodyPr>
          <a:lstStyle/>
          <a:p>
            <a:r>
              <a:rPr lang="ko-KR" altLang="en-US"/>
              <a:t>가변 크기 배열 리스트 </a:t>
            </a:r>
            <a:r>
              <a:rPr lang="en-US" altLang="ko-KR"/>
              <a:t>- RESIZE </a:t>
            </a:r>
            <a:r>
              <a:rPr lang="ko-KR" altLang="en-US"/>
              <a:t>비용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3배: 복사횟수 ≈ 1.5n, 메모리 ≈ 3n, 곱하면 4.5n²</a:t>
            </a:r>
          </a:p>
          <a:p>
            <a:endParaRPr/>
          </a:p>
          <a:p>
            <a:r>
              <a:t>2배: 복사횟수 ≈ 2n, 메모리 ≈ 2n, 곱하면 4n²</a:t>
            </a:r>
          </a:p>
          <a:p>
            <a:endParaRPr/>
          </a:p>
          <a:p>
            <a:r>
              <a:t>1.5배: 복사횟수 ≈ 3n, 메모리 ≈ 1.5n, 곱하면 4.5n²</a:t>
            </a:r>
          </a:p>
          <a:p>
            <a:endParaRPr lang="en-US"/>
          </a:p>
          <a:p>
            <a:endParaRPr/>
          </a:p>
          <a:p>
            <a:r>
              <a:t>2배씩 증가하는 것이 시간 × 공간 비용 최소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09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818" y="262442"/>
            <a:ext cx="6875657" cy="607653"/>
          </a:xfrm>
        </p:spPr>
        <p:txBody>
          <a:bodyPr>
            <a:spAutoFit/>
          </a:bodyPr>
          <a:lstStyle/>
          <a:p>
            <a:r>
              <a:t>INSERT(A, k, val)의 시간 효율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A.size + 1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 + 1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r>
                  <a:rPr lang="ko-KR" altLang="en-US"/>
                  <a:t>	</a:t>
                </a:r>
                <a:br>
                  <a:rPr lang="ko-KR" altLang="en-US"/>
                </a:br>
                <a:r>
                  <a:rPr lang="ko-KR" altLang="en-US"/>
                  <a:t>				배열에 대입 </a:t>
                </a:r>
                <a:r>
                  <a:rPr lang="en-US" altLang="ko-KR"/>
                  <a:t>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en-US" altLang="ko-KR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1+…+(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+2)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6723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1568" y="262442"/>
            <a:ext cx="6150907" cy="607653"/>
          </a:xfrm>
        </p:spPr>
        <p:txBody>
          <a:bodyPr>
            <a:spAutoFit/>
          </a:bodyPr>
          <a:lstStyle/>
          <a:p>
            <a:r>
              <a:t>DELETE(A, k)의 시간 효율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k == 1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</a:p>
              <a:p>
                <a:pPr marL="0" indent="0">
                  <a:buNone/>
                </a:pPr>
                <a:r>
                  <a:rPr lang="ko-KR" altLang="en-US"/>
                  <a:t>				배열에 대입 </a:t>
                </a:r>
                <a:r>
                  <a:rPr lang="en-US" altLang="ko-KR"/>
                  <a:t>A.size - 1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en-US" altLang="ko-KR"/>
                  <a:t>k == A.size</a:t>
                </a:r>
                <a:r>
                  <a:rPr lang="ko-KR" altLang="en-US"/>
                  <a:t>일 때</a:t>
                </a:r>
                <a:r>
                  <a:rPr lang="en-US" altLang="ko-KR"/>
                  <a:t>:</a:t>
                </a:r>
                <a:br>
                  <a:rPr lang="en-US" altLang="ko-KR"/>
                </a:br>
                <a:r>
                  <a:rPr lang="en-US" altLang="ko-KR"/>
                  <a:t>	</a:t>
                </a:r>
                <a:r>
                  <a:rPr lang="ko-KR" altLang="en-US"/>
                  <a:t>			배열에 대입 </a:t>
                </a:r>
                <a:r>
                  <a:rPr lang="en-US" altLang="ko-KR"/>
                  <a:t>0</a:t>
                </a:r>
                <a:r>
                  <a:rPr lang="ko-KR" altLang="en-US"/>
                  <a:t>번</a:t>
                </a:r>
              </a:p>
              <a:p>
                <a:endParaRPr lang="ko-KR" altLang="en-US"/>
              </a:p>
              <a:p>
                <a:r>
                  <a:rPr lang="ko-KR" altLang="en-US"/>
                  <a:t>평균</a:t>
                </a:r>
                <a:r>
                  <a:rPr lang="en-US" altLang="ko-KR"/>
                  <a:t>: </a:t>
                </a:r>
                <a:endParaRPr lang="ko-KR" alt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+…+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ko-KR" altLang="en-US"/>
              </a:p>
              <a:p>
                <a:pPr marL="0" indent="0">
                  <a:buNone/>
                </a:pPr>
                <a:endParaRPr lang="ko-KR" altLang="en-US"/>
              </a:p>
              <a:p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1288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1885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20232</TotalTime>
  <Words>4214</Words>
  <Application>Microsoft Office PowerPoint</Application>
  <PresentationFormat>화면 슬라이드 쇼(4:3)</PresentationFormat>
  <Paragraphs>700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맑은 고딕</vt:lpstr>
      <vt:lpstr>Aptos</vt:lpstr>
      <vt:lpstr>Aptos Display</vt:lpstr>
      <vt:lpstr>Arial</vt:lpstr>
      <vt:lpstr>Cambria Math</vt:lpstr>
      <vt:lpstr>Office 테마</vt:lpstr>
      <vt:lpstr>자료구조 (Data Structure) 1주차: 리스트</vt:lpstr>
      <vt:lpstr>자료구조란?</vt:lpstr>
      <vt:lpstr>이번 시간 목차</vt:lpstr>
      <vt:lpstr>일차원 자료구조</vt:lpstr>
      <vt:lpstr>일차원 자료구조</vt:lpstr>
      <vt:lpstr>리스트란?</vt:lpstr>
      <vt:lpstr>리스트를 배열로 구현하기</vt:lpstr>
      <vt:lpstr>리스트 예시</vt:lpstr>
      <vt:lpstr>리스트 끝에 데이터 추가하는 기능</vt:lpstr>
      <vt:lpstr>리스트 PUSH 함수 예시</vt:lpstr>
      <vt:lpstr>예제: 다항식의 데이터</vt:lpstr>
      <vt:lpstr>예제: 다항식 저장하기</vt:lpstr>
      <vt:lpstr>예제: 다항식 덧셈</vt:lpstr>
      <vt:lpstr>예제: 다항식 덧셈 함수 (1 / 5)</vt:lpstr>
      <vt:lpstr>예제: 다항식 덧셈 함수 (2 / 5)</vt:lpstr>
      <vt:lpstr>예제: 다항식 덧셈 함수 (3 / 5)</vt:lpstr>
      <vt:lpstr>예제: 다항식 덧셈 함수 (4 / 5)</vt:lpstr>
      <vt:lpstr>예제: 다항식 덧셈 함수 (5 / 5)</vt:lpstr>
      <vt:lpstr>예제: 다항식 덧셈 함수</vt:lpstr>
      <vt:lpstr>리스트에서 제공하는 기능</vt:lpstr>
      <vt:lpstr>리스트에 데이터 추가하기</vt:lpstr>
      <vt:lpstr>리스트에 데이터 추가하기 (1/2)</vt:lpstr>
      <vt:lpstr>리스트에 데이터 추가하기 (2/2)</vt:lpstr>
      <vt:lpstr>리스트에 데이터 추가하기</vt:lpstr>
      <vt:lpstr>리스트에서 데이터 삭제하기</vt:lpstr>
      <vt:lpstr>리스트에서 데이터 삭제하기</vt:lpstr>
      <vt:lpstr>리스트에서 데이터 삭제하기</vt:lpstr>
      <vt:lpstr>요약</vt:lpstr>
      <vt:lpstr>리스트 구현시 배열 크기 고려하기</vt:lpstr>
      <vt:lpstr>리스트 구현시 배열 크기 고려하기</vt:lpstr>
      <vt:lpstr>리스트 구현시 배열 크기 고려하기</vt:lpstr>
      <vt:lpstr>가변 크기 배열 리스트</vt:lpstr>
      <vt:lpstr>가변 크기 배열 리스트 - 새 배열의 크기</vt:lpstr>
      <vt:lpstr>가변 크기 배열 리스트 - 배열 변경 함수</vt:lpstr>
      <vt:lpstr>가변 크기 배열 리스트 - 데이터 추가</vt:lpstr>
      <vt:lpstr>가변 크기 배열 리스트 - RESIZE 비용</vt:lpstr>
      <vt:lpstr>가변 크기 배열 리스트 - RESIZE 비용</vt:lpstr>
      <vt:lpstr>INSERT(A, k, val)의 시간 효율</vt:lpstr>
      <vt:lpstr>DELETE(A, k)의 시간 효율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</dc:creator>
  <cp:lastModifiedBy>K C</cp:lastModifiedBy>
  <cp:revision>39</cp:revision>
  <dcterms:created xsi:type="dcterms:W3CDTF">2025-07-28T15:04:23Z</dcterms:created>
  <dcterms:modified xsi:type="dcterms:W3CDTF">2025-10-03T10:30:30Z</dcterms:modified>
</cp:coreProperties>
</file>