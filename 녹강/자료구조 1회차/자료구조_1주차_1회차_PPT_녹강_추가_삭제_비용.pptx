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2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"/>
  </p:notesMasterIdLst>
  <p:sldIdLst>
    <p:sldId id="270" r:id="rId2"/>
    <p:sldId id="272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410" autoAdjust="0"/>
  </p:normalViewPr>
  <p:slideViewPr>
    <p:cSldViewPr snapToGrid="0">
      <p:cViewPr varScale="1">
        <p:scale>
          <a:sx n="83" d="100"/>
          <a:sy n="83" d="100"/>
        </p:scale>
        <p:origin x="1880" y="280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272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12266 3826 10982,'-6'0'69,"1"0"16,5 0-102,5 0 16,-4 0 28,9 0 1,-7 0 44,4 0-57,1 0 0,3 0-32,1 0 11,-1 0 1,1 0 24,-1 0 0,4 0-24,0 0 1,1 0 0,-5 0 0,0 0-7,1 0 1,-1 0-20,1 0 15,-1 0 1,1 0-52,-1 0 0,-3 0-81,-1 0-242,-4 0 333,7 0 56,-9 0 0,9 0 0,-3 0 0</inkml:trace>
  <inkml:trace contextRef="#ctx0" brushRef="#br0" timeOffset="1">12266 3883 12012,'0'-6'1062,"-1"1"-1440,-3 5 190,3 0 135,-4 0 227,5 0-34,0 5 0,0-3 68,0 6 1,0-4-47,0 3 1,0 1-129,0 3 0,0 2 125,0 2 1,0-1-7,0 5 0,0 0-85,0 4 0,0 0 86,0 0 1,0 1-205,0 3 1,0-3 47,0 2 1,0-2-51,0-1 1,0 0 17,0 0 1,0-1-13,0-3 0,1 1-80,3-5 0,-2 0-161,6-3-69,-1-1 0,5-1-136,-1-2 0,1-3 220,-1-5 1,-3 0 108,-1 0 1,1 0 26,3 0 1,2-5 215,2-3 1,-2 2 99,2-2 1,-1 5-46,1-5 1,-2 2 239,2-2 0,2-1-103,-2 5 1,0-3 279,-3 3-435,-1-5 0,1 3 0,-1-6 0</inkml:trace>
  <inkml:trace contextRef="#ctx0" brushRef="#br0" timeOffset="2">12734 3872 11553,'2'11'-2180,"1"1"1625,-1-1 561,3 0 0,-4 1-54,3-1 1,-3-3 30,3-1 0,-3 1 64,-1 3 1,1 1-73,3-1 0,-3 5-6,3-1 1,-2 1 15,-2-1 0,0-1 51,0 5 0,3-5-96,1 2 0,0 0 49,-4-1 0,0 1 6,0-5 0,4 0-113,0 1 0,-1 3 76,-3 0 1,0 1 89,0-5-45,0 5 0,0-3 0,0 4 0</inkml:trace>
  <inkml:trace contextRef="#ctx0" brushRef="#br0" timeOffset="3">12848 4077 9883,'7'0'63,"3"0"0,-4 0-106,6 0 0,-5 0 63,1 0 1,0-1-69,3-3 0,4 3-60,0-3 141,1 3 0,0-4 0,2-2 0</inkml:trace>
  <inkml:trace contextRef="#ctx0" brushRef="#br0" timeOffset="4">13043 3792 7874,'-7'0'-46,"2"0"84,0 0 0,4 1 186,-3 3 0,3-2-178,1 6 0,0-4-24,0 3 1,0 1 5,0 3 0,0 5-24,0-1 1,0 5 43,0-1 0,0 7-15,0 0 0,0 6-1,0-2 1,-4 7-163,0 1 0,0 0 123,4-3 1,-3-1 22,-1 0 0,0-5-9,4-2 1,0-4-14,0-4-63,0-3 1,5-5 9,3-4 1,2 3 0,1-3 0</inkml:trace>
  <inkml:trace contextRef="#ctx0" brushRef="#br0" timeOffset="5">13374 3803 13036,'0'6'-63,"-4"1"-153,0-3 4,-5-3 0,7 4 714,-6-5-915,6 5 499,-9-4 0,9 6-61,-6-4 87,6-1 1,-7 4-11,5-2 0,-1-3-540,1 3 535,3 2 1,-5-1-52,2 3 1,3-2 197,-3-2 1,-1 3-166,1 4 1,0-3-130,4-1 0,-1 2 58,-3 6 0,3-2-20,-3 2 1,3-2 110,1-2 1,0 1-218,0-1 1,1 1-120,3-1 0,-2-3-47,6-1 0,-1-4-50,5 1 1,1-3 183,2-1 1,-3 0 27,4 0 0,1-1 44,3-3 1,-4-3 132,-1-4 1,2-4 99,-2 0 1,1-2 83,0 2 1,-4 1 129,4-5 1,-8 1-87,0-1 0,-2 1-132,2 3 1,-3 2-147,-5-2 1,0-1-32,0 0 0,0 1-329,0 4 0,-1 1-69,-3 2 1,-2-1-659,-6 5 140,1 0 796,-6 4 0,5 0 1,-5 0-1</inkml:trace>
  <inkml:trace contextRef="#ctx0" brushRef="#br1" timeOffset="6">13739 3620 7975,'0'8'-812,"0"0"0,0-5 777,0 5 0,0-4-1,0 3 1,0-3 70,0 4 1,0 0-5,0 3 1,-4 0 2,1 1 1,-1-1-1,4 1 1,0 0-39,0 4 0,-1 0-6,-3 3 0,3 3-21,-3-3 1,2 2-100,2 2 0,0 0-41,0 0 1,0 0 170,0-1 0,-5 6 0,-1 2 0</inkml:trace>
  <inkml:trace contextRef="#ctx0" brushRef="#br1" timeOffset="7">13431 4283 7265,'0'6'-641,"0"-1"653,0 0-12,0 2 0,0 0-27,0 1-12,0 0 1,0 3 69,0 0 0,4 1-77,0-1 0,-1 1 48,-3-1 1,4 0-7,0 1 0,1 1-83,-1 2 1,-2-3-9,6 4 1,-5-4 2,0 0 0,4-1-106,0 1 198,-2-6 0,11 4 0,-4-3 0</inkml:trace>
  <inkml:trace contextRef="#ctx0" brushRef="#br1" timeOffset="8">13831 4157 6181,'6'0'87,"-1"0"-80,-5 5 0,0 2-3,0 4 0,4 0 2,0 1 1,0-1-7,-4 1 1,0 0-21,0 4 1,0-2 25,0 5 0,0-4-97,0 4 1,0-4 50,0 4 1,0-4-6,0 4 0,0-5 2,0 2 0,-4-8 43,0 0 0,-5 0 0,3 3 0</inkml:trace>
  <inkml:trace contextRef="#ctx0" brushRef="#br1" timeOffset="9">13511 4374 8032,'-6'0'-1589,"0"0"1961,6 0-338,6 0 0,0-4-69,5 1 62,1-1 0,-1 4-35,1 0 0,3 0 1,0 0 0,0 0-5,-3 0 1,0 0-51,4 0 0,-4 0-11,4 0 0,0 0 43,-1 0 0,0 1 14,-3 3 0,-1-3-266,1 3 244,-1-3 1,1-1-321,-1 0 358,-5 0 0,4 5 0,-3 2 0</inkml:trace>
  <inkml:trace contextRef="#ctx0" brushRef="#br1" timeOffset="10">13545 4500 8582,'-6'0'-1989,"1"0"2069,5 0-26,5 0 1,1 0-41,6 0 1,0 0 30,3 0 0,-1 0-80,5 0 1,-3 0 11,3 0 1,-1-1-105,1-3 0,2 2 84,-2-1 0,7 1-135,0 2 0,1-1 6,-4-3 172,5-2 0,1-5 0,5-1 0</inkml:trace>
  <inkml:trace contextRef="#ctx0" brushRef="#br1" timeOffset="11">14367 3655 8547,'7'0'-2416,"-2"0"2688,-5 0-143,0-5 29,0 3-66,5-3 0,-3 5-57,6 0 0,-4 0 17,4 0 0,-1-4-79,5 1 1,-1-1 77,0 4 0,2 0-124,2 0 1,2 0 30,2 0 1,2 0-17,-2 0 0,2-4-28,-2 0 0,-1 0 86,-3 4 0,-3 0 0,5 0 0</inkml:trace>
  <inkml:trace contextRef="#ctx0" brushRef="#br1" timeOffset="12">14310 3815 6027,'2'6'-80,"1"-2"192,-1-3-4,3-1 19,-5 0 150,5 0-197,-4 0-48,9 0 68,-3 0-79,4 0 0,0 0 9,1 0 1,-1 0-14,1 0 1,3-4-1,0 0 1,2 1-5,-2 3 0,-1-4-61,5 0 0,-5 0 66,1 4 1,2-1-178,-2-3 0,4 3 46,-4-3 1,0 3-75,-3 1 1,-1 0 122,1 0 64,-1 0 0,0 0 0,1 0 0</inkml:trace>
  <inkml:trace contextRef="#ctx0" brushRef="#br1" timeOffset="13">14470 3906 8547,'-10'8'0,"2"-1"-1393,-2-4 1106,4 7 1,-4-8 170,2 6 1,-1-4 127,6 3 1,-3-3-7,3 4 0,1-4-73,-1 3 1,0-3 91,-1 4 1,3-5-22,-3 5 1,3-4 56,1 4-7,0-1 46,0 5 16,5-1-45,1 0 1,6-3 9,-1 0 1,1-6 4,-1 2 1,0-3-31,1-1 0,-1-1-20,1-3 0,-1 2-41,0-6 1,1 4-4,-1-3 0,1-1-1,-1-3 1,-3 3-16,-1 0 0,-3 1-34,4-5 1,-6 1-17,2-1 1,-3 5-33,-1-1 0,0 4 55,0-3-141,-5 4 0,-1-2 28,-5 5 164,-1 0 0,-4 0 0,-2 0 0</inkml:trace>
  <inkml:trace contextRef="#ctx0" brushRef="#br1" timeOffset="14">14539 4077 7932,'-7'7'-1844,"2"-1"1844,5-2 0,-1-3 87,-3 3-70,3 2-49,-4 1 35,5 4 1,-1-1-2,-3-2 1,3 2-21,-3-3 1,2 0-3,2 0 0,-1 0-105,-3 0 1,3 4 97,-3-4 27,3-2 0,-4 5 0,-1-3 0</inkml:trace>
  <inkml:trace contextRef="#ctx0" brushRef="#br1" timeOffset="15">14379 4249 8547,'6'0'-2265,"-1"0"2343,0 0 0,-2-2 18,5-2 1,-5 3-50,5-3 0,0-1-3,3 2 1,2-3-22,2 3 1,-1-2-13,5-3 0,-4-1-166,4 5 0,-4-5 126,4 2 0,-1 0-91,1 0 0,2 3 120,-6-4 0,5 1 0,-2-5 0</inkml:trace>
  <inkml:trace contextRef="#ctx0" brushRef="#br0" timeOffset="16">14836 3712 12993,'-4'11'-721,"0"1"0,0-1 458,4 0 0,-4 5 303,1-1 0,-2 5-142,1-1 0,3 3 26,-3 1 0,1-2-30,-1-2 1,3 3 51,-3-3 0,3 2-24,1 2 0,0-4-138,0 0 0,-1-3 97,-3 3 1,3-4-103,-3 4 189,3-5 0,-4 7 1,-2-3-1</inkml:trace>
  <inkml:trace contextRef="#ctx0" brushRef="#br0" timeOffset="17">14664 4351 10466,'-7'7'-709,"-1"-3"455,1 2 1,-4-4 127,4 6 1,-3-4 30,2 3 1,2-4 107,-2 1 1,4 1-15,-3-1-144,-1 5 186,-3-3-53,-1 5 0,1-4 0,-1-2 0</inkml:trace>
  <inkml:trace contextRef="#ctx0" brushRef="#br0" timeOffset="18">14676 4374 9940,'5'12'-207,"-4"-1"-108,3 0 1,-2-3-11,2 0 22,-2-1 1,8 3 182,-3-2 1,3 1-24,2-5 1,-1 0 93,1-4 1,3 0-345,0 0 405,6 0 0,-4-6 0,6 0 0</inkml:trace>
  <inkml:trace contextRef="#ctx0" brushRef="#br0" timeOffset="19">15361 3472 13417,'0'8'-1378,"0"-1"0,-1-3 1572,-3 4 0,3-5-197,-3 5 1,-1 0-59,1 3 0,-1-1-19,1-2 0,2 2 54,-6-2 1,5 2-80,0 1 1,-2 1 4,1-1 0,-1 0 133,1 1 0,1 1-195,-4 2 0,3-1 16,-4 5 0,5-4-13,-5 4 0,0 0 16,-3 4 0,-1 0-13,1 0 0,0-1 72,-1 1 1,1-1-75,-1-3 0,1 1 44,-1-5 1,2 1-314,3-5 77,-3 0-209,8-4 510,-3-2 0,5-10 0,0-2 0</inkml:trace>
  <inkml:trace contextRef="#ctx0" brushRef="#br1" timeOffset="20">15224 3837 8588,'0'7'-1675,"0"-2"1534,5 0 1,1-4 99,6 3 1,-5 1 83,1-1 1,1 1-100,6-1 0,-2-3 48,2 3 1,-1-2-7,1 2 1,-2-1-57,2 4 0,-2-3-104,-2 4 174,1-6 0,-1 8 0,1-3 0</inkml:trace>
  <inkml:trace contextRef="#ctx0" brushRef="#br1" timeOffset="21">14927 4203 6601,'11'0'158,"1"0"1,-1-1-93,1-3 0,3 3-12,0-3 0,6 1-1,-2-1 0,2 2 9,2-6 1,0 4-29,0-3 0,3 3-78,1-4 0,0 5 62,-5-5 1,5 5-9,0 0 1,-1-2-43,-3 1 0,0 0-9,0 4 0,0-1-24,0-3 1,-6 3-144,-1-3 0,-4 3-15,0 1 1,-2 1-27,-3 3-36,4-3 285,-10 4 0,9 0 0,-4 1 0</inkml:trace>
  <inkml:trace contextRef="#ctx0" brushRef="#br1" timeOffset="22">15361 4203 8478,'-6'0'-1381,"1"1"786,5 3 540,-5-3 111,3 4 0,-4-1 66,2 0-105,3 5 1,-5-3-7,2 6 0,2-1-61,-1 0 0,0 1 50,-1-1 0,3 4-308,-3 1 308,3-1 0,-4 1 0,-1 2 0</inkml:trace>
  <inkml:trace contextRef="#ctx0" brushRef="#br0" timeOffset="23">12186 4705 8611,'6'0'28,"-1"0"-5,-5 0 7,6 0 0,-4 0-3,6 0 0,-6-1 279,2-3-186,2 3 0,1-4-72,4 5 1,-3-1 57,-1-3 1,1 3-16,3-3 1,1 1 17,-1-1 0,1 3-14,-1-3 0,1-1 25,-1 2 1,0-5-81,1 4 0,3-1-101,0 1 0,0 2 110,-3-6 0,3 6-79,0-2 0,4-1 50,-3 1 1,0-4 56,-1 4 1,-1-1-11,5 2 1,-3 1-62,3-2 0,-5 3-88,1 1 1,1 0 41,0 0 1,3 0-17,-4 0 1,1 1 7,-1 3 1,-2-2-6,2 1 0,2 0-31,-2 1 0,4-3 31,-4 3 1,2-3 34,-2-1 1,2 0 32,2 0 0,2 1-36,-2 3 1,-1-3-2,1 3 0,0-3 66,4-1 1,0 0 23,0 0 0,-4 0 59,0 0 0,0 4-103,4 0 1,-1 0-1,1-4 1,0 0 3,0 0 1,0 0 30,0 0 0,-1 0 6,1 0 0,1 0-22,3 0 1,-3 0-51,3 0 0,-2 0 33,2 0 1,-3 0-12,3 0 1,-2 0 18,2 0 0,-3-4 14,2 0 0,-1 0-21,-3 4 1,1 0-24,0 0 1,0 0-9,0 0 1,-2 0-1,-2 0 1,3 0 18,-3 0 0,3 0-11,0 0 0,-3 0 38,0 0 0,0 0-56,4 0 0,-1-3 56,-3-1 1,2 0-45,-1 4 1,1 0-25,2 0 1,-4 0-8,0 0 0,-4 0-6,4 0 0,-4 0 35,5 0 1,-5 0-26,4 0 1,-4 0 76,4 0 1,-5 0-90,1 0 0,2 0 30,-2 0 0,4 0 6,-4 0 1,4 0-6,-4 0 1,5 0-4,-5 0 0,5 0-3,-1 0 1,1 0-44,-1 0 1,3 0 50,-3 0 0,-1 0-31,1 0 1,0 0 25,4 0 0,0-1 7,-1-3 1,-1 3 12,2-3 0,-3-1 12,6 1 1,-1-4-23,-3 5 1,3-3-3,1 3 0,-2 1-20,3-1 1,-3 1 14,-1 2 1,0 0-17,0 0 0,-2 0-14,-2 0 0,2 0 1,-6 0 1,5 0-11,-1 0 0,-2 0-4,-2 0 1,3-1 11,1-3 1,-2 3 5,2-3 0,-3-1 18,3 1 1,-2-3 4,2 3 1,3-4-11,-3 4 1,-1 1-3,1 3 0,-1-4-18,1 0 1,-2 0 8,-1 4 0,-2 0-14,5 0 1,-5 0-24,1 0 1,-2 0-12,-2 0 1,0 0 7,1 0 16,-1 0 0,1 0 10,-1 0 20,0 0 1,1 0 8,-1 0 0,-3 0 3,0 0 0,-5 0-1,5 0 14,0 0 0,3 0 1,0 0 1,-3 0 32,0 0-36,-6-5 1,8 4 0,-2-3-38,-3 3-3,5 1-56,-9 0-20,5 0-380,-6 0 1,-6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29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2535 6396 8495,'7'0'-1300,"-2"0"0,-4 0 1329,3 0-87,-3 5 55,4-4-4,-5 4 247,0-5-182,0-5 14,0 4-19,5-4 5,-3 5-16,3 0-8,-5 0-54,5 0 64,-4 0-31,9 0 1,-7 0 26,4 0 0,-3 0 44,4 0-28,-6 0 0,8 0 7,-2 0 1,-2 0-12,2 0 0,-4 0 6,3 0 1,1 0 32,3 0 0,-3 0-41,0 0 0,-1 0 5,5 0 0,-1 0-1,1 0 1,-1 0-36,0 0 0,1-4 15,-1 0 1,-3 0-2,-1 4 1,1 0-17,4 0 0,-1 0-3,0 0 0,1-4 22,-1 1 0,1-1-4,-1 4 0,0-4 17,1 0 0,-4 0-30,-1 4 1,1-3-1,3-1 1,1-1 8,-1 1 1,-3 3 1,-1-3 0,1 1-2,3 0 0,1 1-4,-1-2 0,-1 2 16,-2-2 1,2 3-13,-2-3 1,2 3 82,1 1-82,1-5 1,-1 3 4,0-1 0,1-2-22,-1 1 0,1 0-1,-1 4 0,1-1-8,-1-3 1,0 3-6,1-3 0,-1 2-19,1 2 1,-1 0 30,1 0 1,-1-3 6,0-1 0,1 0 18,-1 4 1,1 0 7,-1 0 0,0-1-16,1-3 0,-1 3 6,1-3 1,-1 3-26,1 1 1,0-4-6,3 0 0,-4 0-30,4 4 0,-5 0 44,5 0 0,-2 0-21,-2 0 0,1 0 10,-1 0 0,1 0-2,-1 0 1,0 0 15,1 0 1,-1 0 7,1 0 1,3 0-8,0 0 0,0 0 2,-3 0 1,-1 0-12,1 0 1,3-4 4,0 1 0,0-1 3,-3 4 0,-1 0-19,1 0 1,3 0-9,0 0 0,0 0 12,-3 0 0,0-1-2,4-3 1,-2 2 15,5-1 0,-4 1 1,4 2 0,-5 0 12,1 0 0,2 0-21,-2 0 1,4-1-29,-4-3 1,4 3 31,-4-3 0,4 3-21,-3 1 1,3 0-1,-4 0 1,1-1-3,0-3 1,-4 3-2,4-3 1,0 3-2,-1 1 1,0 0 1,-3 0 1,3 0 3,0 0 1,1 0 52,-5 0 0,4-2-29,0-2 1,4 3 2,-3-3 1,0 3 26,-1 1 1,-1 0 9,5 0 0,-3 0-43,3 0 1,-4 0-1,4 0 0,-4 0-70,4 0 0,-1 0 71,1 0 0,1 0-52,-4 0 0,3 0 49,-4 0 0,4 0-7,-4 0 0,4-1 33,-4-3 1,6 3 15,-2-3 1,-2 1-49,2 0 0,-3 1 7,3-1 1,-2-3 19,3 3 1,1-1-14,-2 4 1,-1-4-41,1 0 0,-1 0 24,1 4 0,2-3-10,-2-1 1,2 0 6,-2 4 0,1-1 5,-5-3 1,6 3 22,-2-3 1,1-1 2,-1 1 1,-1 0-13,-3 4 0,-1-4-6,5 1 1,-5-1-11,1 4 1,-2 0-7,-2 0-8,6-5 1,-3 3 9,5-1 0,-5 1-3,1 2 0,-2 0 22,-2 0 1,0 0 5,1 0 0,-1-3-41,1-1 0,-5 0 31,1 4-104,-1 0 33,5 0 0,-6-1-67,-2-3 70,2 3 0,-4-6-12,1 3 1,-1 2-105,-2-6 1,0 4-213,0-3 1,0-1-272,0-3 1,0-1 244,0 1 0,0 0 404,0-1 0,-5-4 0,-2-2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297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17451 7252 13574,'0'7'-3700,"0"-2"4016,0-5 223,5 0-156,-4 0-128,5 0 7,-6 0-94,5 0-17,-4 0 68,4 0 1,-4 0 370,3 0-417,-3 0 3,4 0-52,0 0 26,-3 0-38,8 0 3,-4 0-199,6 0 133,-1 0 0,-3 0-132,-1 0 0,-3 0 114,4 0 1,-5 0-13,5 0 0,-4-4 164,4 0 0,-5 0-21,5 4 1,-4 0-122,3 0 1,-3 0 8,4 0 1,-4 0 29,3 0 1,1 0-31,3 0 0,-3-1 75,-1-3 1,1 3 3,3-3 0,-3 3-196,0 1 0,-1 0-31,5 0 1,-5-4 247,1 0 1,0 0 171,3 4-314,0 0 0,1 0 8,-1 0 0,1-3 3,-1-1 0,1 0-84,-1 4 1,0 0 34,1 0 0,-1 0 20,1 0 0,-1 0-106,0 0 1,1 0 2,-1 0 0,1 0 148,-1 0 0,1 0 3,-1 0 1,0 0-118,1 0 0,3 0 50,0 0 0,1 0 30,-5 0 1,0 0-5,1 0 0,3 0-11,0 0 1,0 0 7,-3 0 0,-1 0-10,1 0 1,3 0 23,0 0 0,0 0-1,-3 0 0,-1 0-10,1 0 0,3-1 41,0-3 1,0 3 23,-3-3 1,0 3-65,4 1 0,-4 0-14,4 0 1,0 0-2,-1 0 1,2 0-4,-2 0 0,-1 0 30,5 0 0,-5 0-1,1 0 1,2 0-74,-2 0 0,4 0 1,-4 0 1,4 0 41,-3 0 1,4 0 21,-1 0 1,-1-4 42,1 0 0,-5 0-38,1 4 0,1 0-40,0 0 1,3 0-4,-4 0 1,0 0-4,-4 0 0,2 0 3,2 0 0,-2 0 6,2 0 0,-2 0-13,-2 0 0,2 0-45,2 0 0,-2 0 23,2 0 0,-2 0 39,-2 0 0,2 0 0,2 0 1,-2 0 0,2 0 0,2 0-2,-2 0 1,1 0-3,0 0 0,-2 0-3,5 0 1,-5 0-4,1 0 0,1 0-4,0 0 1,3 0-3,-4 0 0,4 0-3,-4 0 1,4 4-43,-4 0 0,4 0 21,-3-4 1,3 0 22,-4 0 0,5 0 2,-1 0 1,-1 0 2,1 0 1,-5 0 3,1 0 0,3 0 2,1 0 0,-1 3-33,1 1 0,-1 0 52,1-4 1,2 1-27,-2 3 1,-1-3-28,1 3 0,-4-3 11,4-1 1,-3 4-14,3 0 0,-2 0 10,2-4 0,3 0 22,-3 0 0,3 4 45,0-1 0,0 1-1,-3-4 1,3 0-3,-3 0 1,6 0 8,2 0 1,-1 0-30,-3 0 1,4 0 34,-1 0 1,1 0-61,-4 0 0,1 4 3,3 0 0,-6 0 8,6-4 1,-6 0-1,6 0 1,-3 0-20,-1 0 1,0 0 18,0 0 0,3 0 3,1 0 1,0 0 13,-4 0 1,-1 0 5,1 0 0,4 0-15,-1 0 0,1 0-1,-4 0 1,1 0-3,3 0 0,-3-2-9,2-1 0,-1 1-7,-3-1 0,5 1-7,0 2 1,-1-4-3,-3 1 1,0-1-5,0 4 0,4-1 0,-1-3 0,1 2-7,-4-1 0,0 1 9,-1 2 0,1-1-11,0-3 0,-1 3-12,-3-3 1,1 3 7,-5 1 1,4 0 13,-4 0 0,5 0 8,-5 0 0,1 0 9,-1 0 0,-1 0 7,5 0 0,-3 0 12,3 0 0,-5 0 4,1 0 0,-2 0 10,-2 0 0,0 0 1,1 0 1,-1 1 0,1 3 1,-1-3-30,1 3 1,3-3-4,0-1 1,0 4-22,-3 0 0,-5 0-70,1-4-10,-1 0 0,4 1 98,-4 3 0,0-3-378,-4 3 179,-1-3-260,3-1 95,-5 0 1,-5 0-1,-2 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29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2467 10153 8517,'0'-6'-2435,"0"1"2435,0 5 0,0-5 0,0 3 0,0-3 0,0 5 0,5 0 0,-4-5 0,4 4 0,-5-4 0,0 5 0,0-5 0,0 4 0,0-5 0,0 6 0,0-5-328,0 4 357,5-4 39,-3 5-46,3 0 9,-5 0-12,0-5-50,0 4 68,5-4 1,-4 5 38,4 0 220,-5 0-230,0-5-80,0 3 80,5-3-2,-3 5 15,3 0 9,-5 0-7,5 0-39,-4 0 1,5 0 64,-2 0-66,-3 0 0,6 0 103,-3 0-91,-3 0 0,5 0 1,-2 0 1,-2 0 36,6 0 9,-5 0 9,7 0-8,-4 0-64,6 0 1,-5 0 12,1 0 0,-4 0-47,3 0 1,-3-1 118,4-3-62,-1 3 0,5-4 23,-1 5 1,-3-1 8,-1-3 0,1 2-47,3-1 0,1 0-2,-1-1 0,-3 3 9,-1-3 1,1-1 8,3 1 1,1-1-11,-1 1 0,1 3-5,-1-3 0,-3-1-9,-1 1 1,1-3-12,3 3 1,1-4 9,-1 5 0,1-5-9,-1 4 1,0-5-10,1 2 1,-4 0-75,-1 0 0,2 3 115,6-4-91,-2 6 42,9-8 1,-6 7 2,3-4 11,-2 4 1,-6-2 7,0 5 0,1 0-30,-1 0 1,1 0 2,-1 0 1,-3 0-22,-1 0 0,1 0 47,3 0-35,1 0 1,-1 0 42,1 0 1,-5 0 1,1 0 0,-1 0 2,5 0 1,-5 0 11,1 0 0,0 0-22,3 0 0,-3 4 0,-1 0 1,1-1-6,3-3 0,1 0 7,-1 0 0,-3 0-10,-1 0 1,1 0-32,3 0 1,1 4-6,-1 0 0,1 0-6,-1-4 1,1 1-3,-1 3 1,0-3 0,1 3 1,-5-3 13,1-1 0,0 4 91,3 0 0,1 0-81,-1-4 0,0 1 46,1 3 1,-5-3 0,1 3 0,0-3 7,3-1 0,0 0 2,1 0-29,-1 5 0,1-4-15,-1 3 0,1-3-11,-1-1 1,0 4 26,1 0 0,-1 0-14,1-4 1,-1 0 20,1 0 1,-1 1-27,0 3 0,1-3 4,-1 3 0,1-3 23,-1-1 1,4 0 7,0 0 0,1 0-42,-5 0 1,1 0 21,-1 0 0,2 4-24,2 0 0,-2 0 18,2-4 0,-1 0 6,1 0 1,-2 0-3,2 0 0,-1 0-8,1 0 1,-2 0-21,2 0 1,-1 1 3,1 3 1,-2-3-8,2 3 0,2-3-4,-2-1 1,0 4 10,-3 0 0,3 1 5,0-1 1,1-3 33,0 3 0,-4-3-23,4-1 1,-4 4 1,0 0 0,0-1 1,4-3 0,-4 2 5,4 1 1,-4-1 56,0 2 0,-1-2-56,1 2 1,-1-3-2,0 3 0,5-3 2,-1-1 1,0 4-39,-4 0 1,1 0 38,-1-4 0,2 0-4,2 0 1,-2 0-7,2 0 1,-2 0-4,-2 0 1,1 3 17,-1 1 0,4 0 12,1-4 0,0 0-11,-1 0 1,-2 0-8,2 0 1,-1 4-9,1 0 0,-1-1 9,5-3 0,-5 4-3,2 0 1,0 0-15,-1-4 0,2 1-7,-2 3 0,-1-3-9,5 3 1,-5-3 6,1-1 1,2 2-25,-2 1 0,0-1 33,-3 1 0,3-1-37,0-2 0,0 0 22,-3 0 1,3 1-3,0 3 1,0-3 1,-3 3 0,0-3 2,4-1 1,-4 0 48,4 0 1,0 0 13,-1 0 0,2 0-57,-2 0 0,-1 0 10,5 0 1,-5 0-32,1 0 0,3 0 13,1 0 1,-2-4-6,-2 1 1,1-1 6,-1 4 0,6 0-2,-2 0 0,-1-4-17,1 0 0,-4 0 15,4 4 0,-4 0 2,4 0 0,-1-3 1,1-1 0,1 0-25,-5 4 0,2 0 11,-2 0 0,2 0-3,2 0 1,1 0 10,-5 0 1,6 0 0,-2 0 0,-2 0 11,2 0 1,-3 0-16,3 0 0,-4 0 19,4 0 1,-1 0-16,1 0 0,1 0 16,-5 0 1,6 1-10,-2 3 0,-2-3-1,2 3 1,-1 1-2,1-1 0,3 0 0,-3-4 0,1 4 0,-1-1 0,3 2 0,-3-1 0,2-3-19,2 3 1,0-1 16,0 1 1,0-3-24,0 3 1,3-2 22,1 2 1,-1-1-2,-3 4 0,0-4-1,0 1 0,4 1 0,-1-2 1,1 5-10,-4-4 1,0 1 0,-1-1 0,1-2-21,0 6 1,0-6 24,0 2 0,0-2 34,0-2 0,-1 0-3,1 0 1,0 0 2,0 0 1,-2 0 15,-2 0 0,6 0 10,-6 0 0,5 0 88,-5 0 1,2 0-78,2 0 0,0 0-50,0 0 0,0 0 33,0 0 1,-1 0-94,1 0 1,1-4 30,3 0 1,-3 0-16,3 4 1,-3 0 25,-1 0 1,0-1-17,-1-3 0,1 3 167,0-3 0,0 1-137,0 0 1,0 1 0,-1-1 0,1 1 13,0 2 1,0-4-52,0 1 0,-2-1 16,-2 4 0,3 0-7,-3 0 0,3 0 12,0 0 0,1-4-13,0 0 0,0 0 46,0 4 1,0-1-35,0-3 0,3 3 18,1-3 0,-1 3-8,-3 1 0,1-1-3,3-3 0,-3 3-1,3-3 1,-3 1-2,-1-1 0,3 3-1,1-3 1,4-1-4,-5 2 0,1-5 0,-4 4 0,1-3 2,2 3 0,-1-1-1,1 1 1,-2 1 0,-1-4 1,0 4 42,0-1 1,2-1-43,-2 1 1,2 1 0,-6 3 1,3-2-20,1-1 1,0 1-4,0-2 0,-4 3-10,0 1 1,0 0 25,3 0 1,-2-4-16,-1 1 0,-2-1 4,2 4 1,2 0 21,-6 0 0,4 0-10,-4 0 1,2 0 2,-2 0 0,-2-4-67,2 0 0,-3 0-5,0 4 0,-4 0-114,-1 0 159,1 0 0,-1-3-285,1-1 197,-5 0-292,2 4 121,-5 0-323,0-5 61,0 4-461,0-10-68,0 10 352,0-4 730,0 0 0,0-1 0,0-6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29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17417 11227 8550,'-7'0'-1288,"1"0"785,2 0 243,3 0 1,-5 0 158,2 0-33,3 0 126,-4 0 747,5 0-666,5 0 0,-3-4 1,6 0 1,-4 0 68,3 4-70,-4-5 0,6 3 10,-6-6-20,6 6 0,-2-4-50,4 6 1,-3-1 40,-1-3 0,-3 3 78,4-3-67,-1 3 0,5 1-3,-1 0 1,1-4 5,-1 0 0,0 1 5,1 3 0,-1 0 29,1 0 0,-1 0-34,1 0 1,-1-2 8,0-1 0,5 1-22,-1-2 0,1-1 4,0 2 1,-2-3-18,5 3 0,0 1-11,3-1 0,1 0-36,0-1 1,1 3-13,3-3 0,-3 3-50,3 1 0,1 0 93,-2 0 1,6 0 5,-2 0 0,-2 0 22,-1 0 1,1 0-1,-1 0 0,0 0 20,0 0 0,-2-4 15,6 0 0,-6 1-23,2 3 0,1 0-2,-1 0 1,3 0-1,-3 0 1,-1-4 0,-3 0 0,4 0-12,-1 4 0,0 0 0,-7 0 1,2 0-77,-2 0 1,3 0 13,1 0 1,0 0-7,0 0 0,-4 0 16,0 0 1,-2 4-15,2 0 1,-1 0 98,-3-4 1,-1 0-69,5 0 1,-3 0 11,3 0 0,-5 0-19,1 0 0,-2 0 7,-2 0 1,0 0-57,1 0 0,-5 0-12,1 0 1,-4 0-25,3 0-243,-4 0-297,2 0-2076,-5 0 2690,-5 0 0,-1 5 0,-6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300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2513 14082 8223,'6'0'-1463,"-1"0"1511,-5 0-380,0-5 273,0 4 131,0-4 28,0 5-113,5 0-15,-4 0 48,4 0-1,-5 0 51,6 0 1,-4 0-46,6 0 63,-6 0-66,8 0 0,-3 0 6,4 0 0,-3 3-17,-1 1 0,1 0 3,3-4 1,1 0-10,-1 0 0,2 0-6,2 0 1,-2 0 15,2 0 0,2 0-5,-2 0 0,4 0 28,-4 0 1,2-1-9,-2-3 0,-1 3 7,5-3 1,-1-3-8,1 0 0,2 0 6,-2 0 1,-1 1-6,1-2 0,-4-2 1,4 2 1,0 2-31,4-2 1,-4 4 22,0-3 0,0 4-15,4-1 1,0 3 12,0 1 0,-2-1-3,-2-3 1,3 3-19,-3-3 1,4 3 0,3 1 1,-1 0 13,1 0 0,-2 0 2,-1 0 0,0-4 37,0 0 0,0-4-37,0 5 1,1-2 2,2 1 1,-2 1 8,3-4 0,1 3 4,-1-4 0,1 4-12,-2-3 1,0 3-4,4-4 0,-3 5-3,3-5 0,-5 4-3,2-3 1,-1 4-19,0-1 0,-2-1 19,3 1 1,-3 1-9,-1 3 0,4 0 4,-1 0 1,1 0 0,-4 0 1,1 0-4,2 0 1,-1 0-6,1 0 1,2 0 61,-1 0 0,-1 0 11,-3 0 0,4 3-100,0 1 0,-2 0 45,-6-4 1,3 0-13,-3 0 0,1 1 35,-1 3 1,1-3 1,-5 3 0,4-3 10,-3-1 0,3 0-2,-4 0 1,4 0-30,-4 0 1,4 0 13,-4 0 1,5 0-80,-5 0 0,0 0 72,-4 0 0,1 0-299,-1 0 84,1 0-95,-1 0 93,1 0 0,-5 0-645,1 0 829,-6 0 0,3 0 0,-5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30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5779 13134 6669,'0'8'-739,"0"-1"785,0-4-30,0 7 1,4-8-22,0 6 0,-1-4-14,-3 3 10,0 1 1,0 4 1,2-1 4,1 0 1,-1-3-7,2 0 1,-2-2-6,2 2 1,-3 2 10,3-3 1,-2 0 0,2 0 0,-2-3 4,1 4 1,-1-4 0,-2 3 0,0-3 41,0 4 6,5-6-32,-4 3-2,4-5 15,-5 0 1,0-5-20,0-3 0,0 2-1,0-1 1,0-1-7,0-4 1,-4-3-3,0 0 0,1-4 4,3 4 1,0-6-2,0 2 0,0-2 13,0-2 1,1 0-11,3 0 0,-2 0 11,6 1 1,-1-1-11,5 0 1,-3 1-23,2 3 1,-2 3 16,6 4 0,-2 2-1,-2 3 0,5 2-8,-1 5 1,4 1-2,-4 3 1,5 3 1,-1 8 1,-1 2-4,1 2 1,-3 3-63,3-3 1,-2 3 63,2 5 0,-1-7 4,-3 3 0,-2-2 0,4 1 0</inkml:trace>
  <inkml:trace contextRef="#ctx0" brushRef="#br0" timeOffset="1">6453 12826 8114,'6'0'-2094,"4"0"2094,-8 0 0,3 0 0,-4 0 0,3 0 0,-3-2 159,3-1-125,-3 1-15,4-3 0,-2 5-13,4 0 1,-3-4 2,4 1 0,-4-1-25,3 4 0,-3-1 30,4-3 1,-1 1-97,5-4 1,-5 4 78,1-1 1,-1-1-91,5 1 0,-1-5 41,1 2 1,-1 2 51,1 1 0,-1 1 0,0 0 0,1 1 0,-1-3 0</inkml:trace>
  <inkml:trace contextRef="#ctx0" brushRef="#br0" timeOffset="2">6498 13020 8114,'7'0'-940,"3"0"1,-7 0 933,4 0 1,-3-4-13,4 0 1,-5-1-1,5 1 0,0 2-34,3-6 0,0 1-7,1-5 0,3 1 13,0-1 0,6 0 15,-2-4 31,-3 4 0,11-10 0,-3 4 0</inkml:trace>
  <inkml:trace contextRef="#ctx0" brushRef="#br0" timeOffset="3">7127 12426 8176,'-8'0'-977,"0"0"1,5 4 911,-5 0 0,4-1 65,-3-3 0,3 2 159,-4 1 1,4-1-166,-3 1-4,4 4 1,-6-5 5,5 6 0,-3-4-8,3 3 0,0-3-20,4 4 0,-1-4 43,-3 3 0,3 1-23,-3 3 1,3 1 4,1-1 1,-4 1-7,0-1 0,0 0 16,4 1 0,0-1-1,0 1 0,0-1 38,0 0-17,0 1 1,0-1-22,0 1 0,2-6 5,1-2 0,0 1-6,5-1 0,-5 0 6,5-4 1,0 0-19,3 0 1,1 0 7,-1 0 1,0 0-2,1 0 1,0 0-2,4 0 1,-4 0 1,4 0 1,-4 0 10,0 0 1,0 0-9,4 0 15,-4 5 1,5 0-14,-6 2 0,-3 3 39,-1-2 0,-4 2-39,1 2 0,-3 3 0,-1 0 0,0 5-8,0-1 1,-5-1-5,-3 1 0,-2-1-116,-1 1 1,-1 1 71,1-4 1,0-1 53,-1-4 0,-4 1 0,-2-1 0</inkml:trace>
  <inkml:trace contextRef="#ctx0" brushRef="#br0" timeOffset="4">7287 12152 7629,'-12'0'-1267,"4"0"1346,1 0-248,4 0 164,-2 0-63,5-5 0,2 3 56,1-1 1,0-2-200,4 1 179,1-5 32,4 8 0,-1-10 0,0 5 0</inkml:trace>
  <inkml:trace contextRef="#ctx0" brushRef="#br0" timeOffset="5">7401 12540 8093,'5'12'-1173,"-4"-1"907,3 0 0,-3 5 247,-1-1 0,0 1 23,0 0 1,0-2-1,0 5 0,0-2-57,0 2 0,0 3 53,0-3 0,0-3 0,0 1 0</inkml:trace>
  <inkml:trace contextRef="#ctx0" brushRef="#br0" timeOffset="6">7572 12414 8179,'6'-11'-865,"5"0"1,-9 0 838,6 4 1,-5 1 44,5 2 0,-2 1 4,2-4 0,2 3-12,-2-4 0,-2 6 3,2-2 1,-1-1-38,5 1 0,-1 0 3,1 4-85,-1 0 95,1 0 1,-2 5-7,-3 3 0,-2 3-2,-5 4 0,0-1-5,0 5 0,-1 0 30,-3 4 1,-2 0-19,-5 0 0,3 0 26,0 0 0,1 1-42,-5 2 0,1-3 1,-1 0 0,2 0 25,3-4 1,-4-1-4,4 1-4,2-5-4,-5 2 108,8-4-101,-3-1 0,7-5 78,1-2-65,4-2 0,8-2-5,0 0 1,0-6-40,-3-1 0,3 0-99,0 0 1,4-2 134,-3-6 0,4 2 0,-2-3 0</inkml:trace>
  <inkml:trace contextRef="#ctx0" brushRef="#br0" timeOffset="7">8029 12403 8091,'0'-11'-749,"0"4"1,1-2 700,3 6 1,2-5-4,6 4 1,3-5-2,0 2 1,2-1-9,-2-3 1,1 2-22,3-6 0,2-2 45,-6 2 1,0 0 54,-3 3 1,-1-3-102,0 0 204,1-1 1,-6 5-52,-2 0 1,-3-1 59,-1 1 0,0 3-89,0 1 1,-5 0 15,-2 0 1,0-4-43,0 4 1,-1 1 28,-3-2 0,-1 5-98,1 0 0,-1 1 31,1 2 1,-1 0-18,1 0 1,-2 0 59,-2 0 0,2 2-3,-2 1 1,3 4 11,0 4 0,-3 2 8,0 2 1,1-1-34,6 5 0,-2 0 14,2 4 0,3 4-36,1-1 1,3 2 11,1-1 0,0-3-5,0 3 1,5-2 4,3 2 0,3-7-10,5 3 1,-3-7 6,7 3 0,-5-5 2,4 1 0,0-7-53,4-4 0,-1-3 53,1-1 1,1 0-139,3 0 1,-3-5 19,3-3 1,-3-6 123,-1-1 0,5-5 0,1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3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9191 2277 8213,'0'10'-1564,"0"-3"1663,0-7-256,0 0 268,-8 0-144,6 0 55,-6 0 0,8 0-17,0 0 3,-8 0-24,7 0-14,-7 0 44,8 0 103,0 0-66,8 0-24,-7 0 0,9 0 30,-4 0-12,-4 0-24,13 0 0,-11 0-3,8 0 0,-6 2 27,5 4-16,-7-4 17,11 6-22,-5-8 0,2 0-7,-1 0 1,-5 0-2,6 0 1,-7 0 22,7 0 2,0 0-61,5 0 34,0 0 1,1 0 7,-1 0 1,-5 0-6,-1 0 0,-5 0 17,6 0-15,-1 0 0,7 2 0,-1 3 0,-6-3-1,1 4 0,0-4-34,5-2 0,0 0 27,1 0 1,-7 0 34,1 0-34,0 0-7,5-8 1,0 6 5,1-3 1,-1-3 0,0 2 0,1 0-22,-1 6 0,1 0 21,-1 0 0,0-5-26,1-1 1,5 0 12,0 6 0,2 0-3,-2 0 0,-3-2 3,3-4 0,-4 4-1,-2-3 0,7 3 2,-1 2 0,0-2 0,-6-4 0,1 4 28,-1-4 1,0 4-26,1 2 1,-1-6 29,0 1 1,1-1-30,-1 6 0,1 0 1,-1 0 0,0-6 4,1 0 1,-1 0 1,0 6 0,1 0 0,-1 0 1,1 0-2,-1 0 1,0-1 3,1-5 1,-1 4-8,0-4 0,1 4 11,-1 2 1,1 0-9,-1 0 1,2-6-1,4 0 0,-3 1-5,3 5 1,-4 0-1,-1 0 1,1 0 0,4 0 0,-4 0-2,4 0 1,-3 0-16,-3 0 1,1-2 14,-1-4 0,0 4 22,1-4 1,-1 4-16,0 2 1,1 0-1,-1 0 1,1-6-4,-1 1 0,0-1 2,1 6 0,-1 0 1,0 0 0,-5 0 2,0 0 0,-1 0-23,7 0 0,-1 0 18,0 0 0,1 0 4,-1 0 0,-5 0 2,-1 0 1,1 0 0,5 0 0,1 0-8,-1 0 1,0 0 1,1 0 1,5 0 5,0 0 1,0 0 0,-6 0 1,1 0-15,-1 0 1,1 2 7,-1 4 0,0-4-22,1 3 0,-1-1 18,0 2 1,1-4-4,-1 4 1,1-4 9,-1-2 0,-5 5 1,-1 1 1,1 0 9,5-6 0,0 0 2,1 0 1,-1 6-11,1 0 1,-1-1-1,0-5 0,1 2 10,-1 4 1,0-4-17,1 4 1,-1-2-3,1 2 0,-1-5 13,0 5 1,6 2 0,1-2 1,-1 0-2,-6-6 1,1 5 2,-1 1 0,2 0-10,4-6 1,-3 2 3,3 4 0,2-4-23,-2 3 0,6-3 9,-6-2 1,6 0-3,-6 0 0,8 0 0,-2 0 1,-2 0-5,2 0 1,-2 0 11,2 0 0,2 0 0,-8 0 0,8 0-7,-2 0 1,-2 0 2,2 0 1,-2 0 15,2 0 1,4 0-18,-4 0 1,2 0-1,-2 0 1,3 0-5,-3 0 0,0 0-3,6 0 0,-10 0 1,10 0 0,-6 0-2,0 0 0,4 0 1,-4 0 1,-2 0 1,2 0 1,-2 0-4,2 0 0,-2 0 3,-4 0 0,-2 0 6,8 0 1,-8 0 10,2 0 1,-1 0 2,1 0 0,-4 0-6,4 0 0,-3 0 3,-3 0 0,0 0-6,1 0 1,-1 0 0,0 0 0,1 6-15,-1 0 0,1 0 9,-1-6 0,0 0-3,1 0 1,-1 6-1,0-1 1,-5 1-2,0-6 1,-1 0-6,7 0 0,-9 0-5,7 8 14,-14-6-8,13 5 0,-13-7 0,6 0-97,-8 0-1339,0 0 1149,-8 0 1,6-1-4,-4-5 1,4 2 292,2-8 0,0 1 0,0-7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3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12214 4693 7640,'9'-8'-862,"1"6"843,-4-3-61,-4 3 106,13-6 0,-5 6-13,7-4 1,-5 4-23,-1 2 0,1 0-10,5 0 0,1 0 11,-1 0 1,2 0-23,4 0 0,-3 0-5,3 0 1,-2 0-109,2 0 0,-3 0 61,3 0 0,-4 0 50,-2 0 0,1 0-222,-1 0 254,-7 0 0,5-8 0,-5-1 0</inkml:trace>
  <inkml:trace contextRef="#ctx0" brushRef="#br0" timeOffset="1">12214 4710 7964,'-8'10'-1586,"6"-2"1607,-6-1 1,2-3 9,1 8 1,-1-6 49,6 5-31,0 1 1,0 5-29,0 1 1,0-1-9,0 0 0,0 7-13,0-1 0,6 2 19,-1-2 0,3-2-56,-2 8 1,-4-2 10,4 2 1,-4-2-7,-2-4 0,5-3 2,1 3 20,0-4 0,-6-1 17,0-1-25,8-7 80,-6-3 1,7-7-37,-3 0 1,-2 0 8,7 0 1,-1-2-15,2-3 1,5-3 1,0-4 1,1-3-47,5 3 1,-4-1-9,-1 1 0,-1-3-166,0 3 1,1-1 113,-1 1 0,1-3-55,-1 3 1,0 2 136,1-1 0,-1-9 0,0-7 0</inkml:trace>
  <inkml:trace contextRef="#ctx0" brushRef="#br0" timeOffset="2">12648 4658 7964,'6'12'-498,"-1"-1"1,1-5 332,-6 6 1,0-6 97,0 5 0,0 1 54,0 5 0,6 1 14,0-1 1,0 2-10,-6 4 0,0-1-43,0 7 1,5-6 75,1 6 1,0-6-82,-6 6 0,0-6-7,0 6 1,0-6-61,0 6 73,0-8 1,0 5-61,0-9 110,0-7 0,0-3 0,0-7 0</inkml:trace>
  <inkml:trace contextRef="#ctx0" brushRef="#br0" timeOffset="3">12752 4902 7964,'16'-2'-2053,"-5"-4"2256,5 4 0,-13-6 119,9 8-579,-8 0 181,11 0 92,-5 0 1,2 0-28,-1 0 0,-5-2-6,6-4 0,-7 5-200,7-5 217,-8 4 0,11 2 0,-5 0 0</inkml:trace>
  <inkml:trace contextRef="#ctx0" brushRef="#br0" timeOffset="4">12908 4658 7964,'-7'10'-1159,"3"5"940,-8-3 1,8-2 253,-1 1 0,3 1-38,2 5 1,0 1 4,0-1 0,0 6 82,0 0 1,0 2-89,0-1 0,0-3 62,0 8 0,0-2-81,0 2 0,2 4 0,3-4 0,-3 1-20,4-1 0,-2 4-141,2-4 0,-4-2 109,4 2 1,-5-8-150,-1 3 224,8-5 0,2-9 0,7-3 0</inkml:trace>
  <inkml:trace contextRef="#ctx0" brushRef="#br0" timeOffset="5">13204 4728 7961,'0'17'-191,"0"1"1,-6-1-195,0 0 1,0 1 262,6-1 0,0-5 31,0-1 1,0 1 127,0 5 0,0-5 28,0-1 3,0 1 11,0 5-62,0 1 1,6-7-12,0 1-6,8-8 1,-5 3-3,9-7 0,-7-1-10,1-5 1,-3 2 3,3-8 1,3-1-8,-3-10 0,-2 1 4,1-7 1,-7 6 8,2-6 0,-2 6-54,2-6 0,-5 8-44,5-2 41,-4 3 1,-2 3-76,0 0-204,0 7 338,-8 2 0,-1 8 0,-9 0 0</inkml:trace>
  <inkml:trace contextRef="#ctx0" brushRef="#br0" timeOffset="6">13603 4519 8000,'0'12'-2,"0"-1"-300,0 1 1,0 5 168,0 1 1,0 1-122,0 4 0,0-4 130,0 5 0,0 1 31,0-2 1,0 8 81,0-2 0,0-2-11,0 2 0,0-6-107,0 6 0,0-6 125,0 6 4,0-8 0,0 12 0,0-6 0</inkml:trace>
  <inkml:trace contextRef="#ctx0" brushRef="#br0" timeOffset="7">13395 5023 7998,'-2'12'-544,"-4"-1"1,4-5 364,-4 6 0,-1-1-168,1 7 434,-8-1 1,13 1-113,-5-1 1,-2 0 39,2 1 0,0-1-9,6 0 0,0 1 3,0-1 1,-5 1-7,-1-1 0,0-5 2,6-1 1,0-5-42,0 5 0,6-5-276,0 6 312,7-8 0,-3 3 0,7-7 0</inkml:trace>
  <inkml:trace contextRef="#ctx0" brushRef="#br0" timeOffset="8">13656 5058 7968,'0'12'-96,"0"-1"71,0-7 1,0 6-244,0-5 1,0-1 9,0 8 54,0 0 1,0 5 33,0 0 1,-6-5 178,0-1 1,0 1-92,6 5 0,0-5 79,0 0 1,-2-1-169,-4 7 171,5-9 0,-15 7 0,6-7 0</inkml:trace>
  <inkml:trace contextRef="#ctx0" brushRef="#br0" timeOffset="9">13360 5284 7968,'10'0'-782,"-2"0"656,-1 0 0,-3 0-174,8 0 141,-8 0 67,11 0 51,-5 0 0,7 0-7,0 0 0,1 0 8,-1 0 1,-5 0-325,-1 0 364,1 0 0,5-8 0,1-1 0</inkml:trace>
  <inkml:trace contextRef="#ctx0" brushRef="#br0" timeOffset="10">13395 5371 7557,'10'0'-584,"5"0"0,-5 0 442,7 0 1,0 0 115,1 0 1,1 0 25,4 0 0,-3 0 0,12-8 0,-5-2 0</inkml:trace>
  <inkml:trace contextRef="#ctx0" brushRef="#br0" timeOffset="11">14107 4658 6805,'-11'6'-12,"-1"0"0,6 2 2,-5-3 1,7-1 0,-2 8 1,-2-6-13,3 5 1,-3-5 45,2 6 1,4-1-6,-4 7 1,-1-7 53,1 1 0,0-1-59,6 7 0,0-1 50,0 0 0,0 1-64,0-1 1,2-5 1,4-1 1,-2-1-6,7 2 1,1 1-11,5-7 1,-5 0-8,-1-6 1,3 0-85,9 0 0,-4-8 40,4-4 1,-5-5 40,-7-6 1,5 4 0,-5-5 0,-1-1-4,2 2 1,-8-2 0,1 2 0,-3 3-12,-2-3 9,0 4 19,0 2 7,0-1-135,-7 1 0,3 7 113,-8 4 0,6 4-217,-5 2 240,7 0 0,-12-7 0,7-3 0</inkml:trace>
  <inkml:trace contextRef="#ctx0" brushRef="#br0" timeOffset="12">14246 4623 7956,'0'10'-365,"0"-2"204,8 0 190,-6-7 0,6 9-356,-8-4 189,7-4 0,-3 6 52,8-8 0,-8 2 69,1 3-32,5-3-7,0 6-305,7-8 196,0 0 105,1 0 60,-1 0 0,1 0 0,-9 0 0,-1 0 0,0 8 0,1 1 0</inkml:trace>
  <inkml:trace contextRef="#ctx0" brushRef="#br0" timeOffset="13">14229 4902 6553,'10'0'-285,"-1"0"416,-3 0 31,-4 0-153,13 0 1,-5 0 17,7 0 1,-5-2-40,0-4-16,-1 4 0,6-12-106,1 9 1,-1-3 65,1 2 0,-7 4 68,1-4 0,-1-3 0,7-1 0</inkml:trace>
  <inkml:trace contextRef="#ctx0" brushRef="#br0" timeOffset="14">14472 4589 7917,'-10'2'-39,"5"3"1,1-3 244,-2 4-469,4 4 0,-6-6 123,8 7-74,-7-7 130,5 12-174,-6-7 227,8 9 0,0-1-14,0 0 1,6 1-32,0-1 1,-1 2 23,-5 5 0,0-5-79,0 4 0,0-2 63,0 3 1,0-5 67,0 4 0,0 4 0,0 0 0</inkml:trace>
  <inkml:trace contextRef="#ctx0" brushRef="#br0" timeOffset="15">14159 5110 7917,'0'12'0,"0"-1"-616,0 1 564,0 5 0,0 1-81,0-1 0,0-5-5,0-1 175,0 1 0,0 5-29,0 1 0,0-7-11,0 1 56,8-8 1,2 9 30,7-7-111,0 0 1,1-6 65,-1 0 1,6 0-111,1 0 1,-1 0 32,-6 0 0,8-2-11,4-4 1,-4-2-21,-2-3 0,3-5-256,-3 5 325,8-5 0,-4-9 0,7-2 0</inkml:trace>
  <inkml:trace contextRef="#ctx0" brushRef="#br0" timeOffset="16">14889 4589 7962,'0'17'-721,"0"0"636,0 1 0,-6-7-169,0 1 0,1-6-115,5 5 335,-8 1 1,4 5 42,-7 1 1,7-7-7,-2 1 1,-2 0 8,2 5 0,-5 0 1,5 1 0,-6 5-13,7 0 1,-7 0 3,6-5 0,-7 1-186,1 4 182,-3-4 0,-3 14 0,1-6 0</inkml:trace>
  <inkml:trace contextRef="#ctx0" brushRef="#br0" timeOffset="17">14802 4954 7890,'2'11'-168,"4"1"0,-4-6-154,4 5 0,-3-5 148,3 6 0,-4-7 168,4 7 1,2-6-86,-2 5 1,1-5 14,-1 6 0,2-6 31,3 5 0,5-5 0,-5 6 0,5-9-11,1 3 0,-5 2 56,-1-2 0,1 0 0,5-6 0</inkml:trace>
  <inkml:trace contextRef="#ctx0" brushRef="#br0" timeOffset="18">15045 4676 6518,'10'0'-354,"-2"0"349,-8 0 103,0 0 0,0 7-44,0 3-24,8 7 0,-7 1-19,5-1 1,-4 2 5,-2 5 1,0-3-42,0 8 0,0-6 40,0 6 0,0 0-24,0 6 0,0-6-29,0 0 0,0-6-6,0 6 1,0-8-7,0 2 0,-6-3-228,1-3 226,-1-7 51,6-3 0,0 1 0,0 2 0</inkml:trace>
  <inkml:trace contextRef="#ctx0" brushRef="#br0" timeOffset="19">15150 4919 6832,'9'0'-101,"1"2"85,-4 4-30,-4-4-40,13 5 0,-7-5-10,3 4 12,5-4 1,-12 6-41,7-8-221,-7 0 345,12 7 0,-14-5 0,13 6 0,-5-8 0</inkml:trace>
  <inkml:trace contextRef="#ctx0" brushRef="#br0" timeOffset="20">14802 5267 7890,'0'11'-309,"0"1"414,0-8-297,0 11 0,0-11 21,0 7 151,-8-7 50,7 12 1,-7-12-120,8 7 0,0-5 121,0 6 0,0-7-15,0 7 1,0-6-35,0 5 1,0-5 20,0 6 1,6-6-46,-1 5 1,3-7 42,-2 2 0,4 2-6,7-3 1,-5 1-15,-1-6 0,3 0-9,9 0 0,-4-2-45,4-4 1,-3 3-137,-3-9 1,0 2-122,1-1 329,-1-5 0,0 7 0,1-9 0</inkml:trace>
  <inkml:trace contextRef="#ctx0" brushRef="#br0" timeOffset="21">12161 5597 7889,'-9'8'-783,"1"-7"0,6 7 679,-4-8 104,4 0 0,-5 0 1,7 8-1,0-6 43,0 6-42,0-8 0,2 0 86,3 0 1,-1 0-57,8 0 0,-6 0 6,5 0 0,-5 0 77,6 0-47,-1 0 0,7 0-5,-1 0 1,-5 0 7,-1 0 1,1 0 80,5 0 1,0 0-97,1 0 0,-1 0-36,1 0 0,-1 0 1,0 0 0,6 0-11,1 0 1,5 0 1,-6 0 1,6 2-8,-6 3 1,6-3 13,-6 4 1,6-4-11,-6-2 0,2 0 25,-2 0 0,2 0-15,4 0 0,-2 0 49,-3 0 0,-3 0-6,8 0 1,-2 0 4,2 0 0,2 0-65,-8 0 0,6 0 2,-6 0 0,8 2 10,-2 4 1,-2-4-5,2 3 0,-6-3-39,6-2 1,-2 0 41,2 0 1,2 0 18,-8 0 1,8-2-10,-2-3 0,2 3 2,-2-4 0,3-2 29,-3 2 0,-2-1 10,2 1 1,0 4-16,6-4 1,-6 4 9,0 2 0,-2 0-40,2 0 1,4 0 19,-4 0 1,-2 0-68,2 0 0,-6 0 25,6 0 0,-6 0-9,6 0 1,-2 0 12,2 0 0,2 0-10,-8 0 0,6-6 19,-6 1 1,6-1 0,-6 6 1,2-2 165,-2-4 1,-1 4-97,7-4 1,-8 4-12,2 2 0,-2 0-63,2 0 1,-3 0-2,3 0 0,-4 0 27,-1 0 1,-1 0-9,0 0 0,-5 0 26,0 0 1,-1 0-6,6 0 1,1 0-43,-1 0 0,1 0 21,-1 0 0,-5 0-44,-1 0 0,1 0 19,5 0 1,0 0-7,1 0 1,-1 0 26,1 0 1,-5 0-10,4 0 0,-9 0 29,10 0 1,-5 6 6,4 0 1,-5 0-19,0-6 0,-1 0-4,7 0 0,-7 0-28,1 0 3,-1 0 1,7 0-6,-1 0 0,-5 2 0,-1 4 0,1-5-9,5 5 1,-5-4-1,-1-2 4,1 0 0,5 6 2,1 0 5,-1 0 1,0-6 1,1 0 44,-1 0 1,-5 2 3,-1 3 1,-5-3 25,6 4-28,-1-4 1,5 0-56,-5 4 9,5-4 1,-9 7-171,5-3 125,4-4-149,-7 6 1,3-2-160,-1-1 240,-7 1 0,6-4-113,-4 4 43,-4-4-73,5 5-280,-7-7 73,0 0-265,0 8 729,-7-6 0,-3 14 0,-7-7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3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2502 6257 22864,'0'10'-6872,"-2"3"4789,-4-7 1273,4 0 1,-6-4 1676,8 4-1075,0-4 59,0 5 93,0-7 1,0 2-917,0 4 1022,0-4 175,0 6 441,0-8 8,0 0-151,8 0 1,-4 0-27,8 0 1,-7 0 16,7 0 1,-6 0-6,5 0 0,-5 0 1,6 0 0,-7 0 23,7 0 0,0 2 187,5 4 1,0-5-518,1 5 1,-1-4-137,1-2 0,-1 0-44,0 0 0,6 6 196,1 0 0,5 0-101,-6-6 1,2 0-110,-2 0 0,-4 0-13,4 0 1,-3 0-216,-3 0 0,2 0 22,5 0 0,-9 0 114,8 0 0,-7 0 39,7 0 0,-4 0-205,-2 0 0,1 0 74,-1 0 0,6 0 112,1 0 1,5 0-3,-6 0 0,6 5 156,-6 1 1,6 0-61,-6-6 1,8 6 51,-2 0 1,-2 1 31,2-1 0,-6-4-69,6 4 1,-6-4-79,6-2 1,-8 0-15,2 0 0,-3 0-23,-3 0 0,0 0-163,1 0 0,-1 0 75,1 0 0,-7 0-57,1 0 0,-1 0 0,7 0 0,-1 0 69,0 0 1,1 0 52,-1 0 0,1 0 32,-1 0 0,0 0 5,1 0 1,-1-6-179,0 0 0,7 0-169,-1 6 336,0 0-11,2 0 49,2 0 1,0-5-136,-4-1 1,-3 0 56,-3 6 0,0 0 97,1 0 0,-1 0 185,0 0 0,1 0 84,-1 0-286,0 0 0,1 0 1,-1 0 0,-5-6-268,-1 0 1,1 1 288,5 5 1,-5 0 69,0 0 1,-7 0-92,7 0 0,-2-2-244,1-4-290,5 4 388,-7-6-606,9 8 1292,-1 0-301,0-8-368,1 7 1,-1-7 31,0 8 0,-5-6-167,0 0 301,-1 0-47,7 6 0,-3-1 662,-3-5-776,3 4 0,-5-6 44,7 8 0,-5 0 517,-1 0-104,1 0-11,5 0 0,1-2-153,-1-4 1,-5 4-206,-1-3 1,-5 3 72,5 2 0,-5 0 347,6 0-101,-1 0-248,7 0 1,-1 0 1,1 0-8,-1 0 1,0 0 123,1 0 0,-1 0 57,0 0 0,1 0-116,-1 0 0,1 5 112,-1 1 1,-5 0-34,-1-6 1,1 0-143,5 0 1,0 0 0,1 0 0,-7 0-3,1 0 1,0 0 12,5 0 0,0 0 1,1 0 1,-7 0-34,1 0-173,-1 0 1,7 0-23,-1 0 0,-5 0 38,-1 0 133,-7 0 1,6 0-28,-4 0-99,-4 0-56,5 0-59,-7 0-253,0-8 1,-2 6 369,-3-3 191,-5-5 0,-7 0 0,-1-7 0</inkml:trace>
  <inkml:trace contextRef="#ctx0" brushRef="#br0" timeOffset="1">17217 7439 12324,'0'-9'-2717,"0"1"1903,0 8 1635,0 0-618,8 0 0,-4 0 61,7 0-58,1 0 7,5 0-248,1 0 0,-1 2 349,0 4 0,1-4 1,-1 3 0,-5-3-285,-1-2 0,1 2 28,5 4 1,1-4-15,-1 4 0,2-4-27,4-2 0,-3 5 47,3 1 0,-4 0-25,-1-6 1,1 2-43,4 4 0,-4-4 37,5 3 0,1-3-33,-2-2 0,6 6 29,-6 0 1,8 0-47,-2-6 0,4 0 19,1 0 1,-5 0-47,0 0 0,0 2 52,6 3 0,0-3-52,-1 4 0,-1-4 20,-4-2 1,4 0 57,-4 0 0,-2 0-76,2 0 0,-6 2 82,6 4 1,0-4-2,6 4 0,-6-4-18,0-2 0,0 0-33,5 0 1,3 0 3,4 0 0,-3 0 27,9 0 0,-1 1 16,6 5 0,0-4 12,0 4 1,-2-4-64,-3-2 1,1 0-29,-7 0 0,1 0 36,-1 0 1,-11 0 6,5 0 1,-4 0 2,4 0 1,0 0-4,-1 0 1,1 0-3,0 0 1,-2 2 26,-4 4 1,3-4-2,-3 3 0,2-3-7,-2-2 0,4 0-6,-4 0 1,4 0 9,2 0 0,1 0 0,5 0 0,3 0 65,8 0 0,0 6 38,0 0 1,-1 0-136,-5-6 0,2 0 24,-7 0 0,5 0-37,-5 0 0,-1 0 33,-5 0 0,0 0-5,-1 0 1,1 0-1,0 0 1,-8 0-11,-4 0 0,-2 0-18,3 0 0,-3-2-21,8-4 0,-8 4 47,2-4 0,4 4 2,2 2 1,10 0-111,1 0 0,9 0 233,-3 0 1,2 0 192,-2 0 0,5 0-306,-5 0 0,-4 0-212,-1 0 1,1 0 245,-1 0 1,5-2-23,-5-3 0,-6 3-43,-6-4 0,-2 2-2,2-2 0,1 4-29,-6-4 1,1 5 28,-2 1 0,-4-6-47,4 0 1,2 0 57,-1 6 1,-1-6-21,-6 1 0,6-1 29,0 6 1,8-6-9,-2 0 1,-4 0 27,-1 6 0,3-5-25,1-1 1,3-2-34,-2 2 1,4 4 76,-4-3 0,-2 1-45,2-2 0,6 4 9,5-4 0,1 4-22,-6 2 0,-6 0 24,0 0 0,-6-6-75,6 1 0,-8-1 65,2 6 1,-4 0 26,-1 0 1,-1 0 1,1 0 0,-7 0-88,1 0-48,-1 0-110,7 0-66,-9 0 1,-3 0 290,-12 0-21,-3 0 0,-16-8 0,-2-2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3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2554 10568 23587,'10'0'66,"-3"0"-7,-7 0-48,0 0 5,8 0-12,-6 8-1285,6-6 1894,-8 5-2172,7-7 1591,-5 8 163,14-6 0,-12 6 43,7-8 0,-5 5-185,6 1 1,-7 0 84,7-6 0,-6 6 329,5 0 1,-1 1-822,2-1 0,3-4 1092,-3 4 0,3 2-787,2-3 1,1 3-232,-1-2 1,1-4-112,-1 4 1,0 1 244,1-1 1,-7 0-145,1-6 0,-1 6 151,7 0 177,-1-1-171,0-5 1,1 0-108,-1 0 1,-5-2-200,-1-3 1,1 3 168,5-4 0,-5 2-195,0-2 1,-1 4 152,6-4 1,1 3-21,-1-3 1,1 4-13,-1-4 1,0-2 7,1 3 0,-1-1 240,0 6 0,1-6 88,-1 0 0,1 0 80,-1 6 0,0-5-9,1-1 0,-1 0 5,0 6 0,1 0 99,-1 0 1,3-6-200,3 0 1,-4 1 182,4 5 1,-4-6-241,-1 0 0,5 0 217,0 6 0,0-2-141,-5-3 1,5 3 120,0-4 0,6 4-11,-6 2 1,6-2-190,-6-4 1,6 4 187,-6-4 0,2 5-33,-1 1 0,-3 0 136,8 0 1,-6 0-116,6 0 0,-8 0 40,2 0 1,-1-6-194,1 0 1,-2 0 19,8 6 0,-8 0 166,2 0 1,2 0-21,-1 0 1,1-6-217,-2 1 0,-4-1 58,4 6 0,-3 0 90,-3 0 0,0 0-5,1 0 1,1 0 170,4 0 1,-3 0-97,3 0 0,-4 0-72,-2 0 1,7 0-34,-1 0 1,8 0 166,-2 0 1,-2 0-89,2 0 0,-1 2 2,7 3 1,0-3-16,0 4 1,-2 2 73,-5-2 0,5 0-82,-4-6 1,2 5 67,-2 1 1,2 0-54,-8-6 1,6 0-69,-6 0 1,6 0 0,-6 0 0,6 0-78,-5 0 0,1 0 6,-2 0 1,-2 0-69,8 0 1,-6 0 78,6 0 1,-6-2-160,6-4 1,-2 4 61,2-4 0,4 5 137,-4 1 1,2-6-104,-2 0 0,4 0 63,-4 6 1,1-2-23,-1-4 0,2 4-9,-8-3 0,6 1-27,-5-2 0,1 4 111,-2-4 1,-4 4 66,4 2 1,2-2-143,-1-3 0,-1 3 85,-6-4 0,2 4 29,5 2 1,-5 0 51,4 0 0,-2 0 9,2 0 0,-3 0 27,3 0 0,2-2-119,-2-4 0,2 4-74,-2-3 1,-3 3 146,3 2 1,2 0 48,-2 0 0,0 0-93,-5 0 1,-1 0-30,0 0 0,7 0 0,-1 0 0,0 0 0,-6 0 0,3 0 108,3 0 0,-2 0 0,8 0 1,-8 0-67,2 0 0,4 0-28,2 0 1,-2 0-14,2 0 1,-2 0 4,2 0 0,4 0-11,-4 0 1,-4 0 3,-2 0 1,2 0-1,-1 0 0,5 0 0,-6 0 0,2 0-3,-2 0 1,-4 0-1,4 0 1,3 0-4,-3 0-208,0 0 197,-6 0-156,-7 0 59,5 0-26,-13 0 56,-2 0 1,-9 5-272,-9 1 0,1 0 208,-1-6 1,-1 0 147,-4 0-47,4 0 0,-22 8 1,5 1-1</inkml:trace>
  <inkml:trace contextRef="#ctx0" brushRef="#br0" timeOffset="1">17321 11559 22976,'0'9'-8285,"0"1"5201,0-4 1832,0-4 617,0 5 211,0 1 121,0-6 77,0 6-1318,0-8 3183,0 0 2,8 0-35,-6 0-740,6 0 0,-8-2-787,0-4 282,7 4 0,-3-6 171,8 8 0,-6-5 136,5-1-941,1 0 0,5 0 106,1 0 1,-1 1 106,0 5 1,1-6-118,-1 0 1,0 0 874,1 6 1,5-6-370,0 1 1,8-3-184,-2 2 0,4 4 264,2-4 1,7-1-224,4 1 1,6-6-94,6 7 0,-4-1-36,4 6 1,-2-6 55,2 0 0,-2 0-41,8 6 0,-6 0 70,6 0 1,-7-5-73,7-1 0,0 0-36,5 6 1,-1 0 38,-4 0 1,3 0 2,-3 0 1,-4 0-52,-2 0 1,-4 0 27,-2 0 1,0 0-101,0 0 0,-2-2-15,-3-4 0,3 4 58,-4-3 0,-2 3-8,3 2 0,-9-2-67,3-4 0,-10 4-37,-2-4-161,-8 4 145,4 2 123,-15 0 41,-2 0 3,-8 0 0,-8 0 1,-2 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4T06:29:41.3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2554 14531 20497,'10'8'-1342,"-3"-7"1192,-7 7-2140,0-8 2498,0 0-142,8 0 1,-4 0 26,7 0-67,-7 0 0,12 0-19,-5 0 1,-1 0-117,2 0 1,-1 0-39,7 0 1,-1 0 600,0 0 0,1 0-413,-1 0 1,6 0 10,0 0 0,1 0 11,-7 0 1,8 6 93,4 0 1,-2 2 35,2-3 0,-2-3-92,2 4 0,9-2-12,-3 2 1,4-2 45,-4 7 1,5-7-62,1 2 0,5-2-5,-5 1 1,-1-3-6,-5 4 0,2 2-75,3-2 1,-3 0-74,3-6 0,3 5 105,-3 1 0,1 0-34,-6-6 0,5 6-6,1-1 1,-1 1 15,-5-6 1,0 0-44,-1 0 0,-1 0 3,-4 0 1,2-2-132,-8-3 0,8 3 66,-2-4 1,4-2-85,2 2 1,-6 1 94,0 5 0,-1 0 17,7 0 1,0 0 35,0 0 0,-6 0 42,0 0 1,-6 0-5,6 0 1,-8 0 109,2 0 0,-2 0-37,3 0 0,-3 0 41,8 0 0,-8 0-58,2 0 1,2 0-68,-2 0 1,3 0-15,-3 0 17,-4 0 1,6 5 136,-8 1 1,-7 2-286,-4-2-233,-4-4 135,-2 5-1219,0-7 1482,0 0 1,-16 0-1,-3 0 1</inkml:trace>
  <inkml:trace contextRef="#ctx0" brushRef="#br0" timeOffset="1">15306 16877 22251,'17'0'-733,"-5"0"-71,0 0 0,-7 0 493,7 0 0,-6 0 214,5 0 70,-7 0 49,12 0-55,-14 0 47,5 0 0,-7 0-8,8 0-9,-6 0 0,8 0 16,-5 0 0,-1 2-70,8 4 1,-6-4 109,5 4-23,1-4 0,5-2-18,1 0 0,-1 0-1,0 0 1,1 0 26,-1 0 1,2 0-21,4 0 1,-3 0 0,3 0 0,2 0 78,-2 0 1,6 0-80,-6 0 0,6 0-23,-6 0 1,6 0 11,-5 0 1,5 0-27,-6 0 0,8 0 36,-2 0 0,-2 0 5,1 0 1,-4 0-13,5 0 0,0 0-1,5 0 1,1 0 15,0 0 1,-4-2-63,3-4 1,-3 4-7,10-4 0,-3 4 50,3 2 0,-4-5-85,3-1 0,3-2 10,-3 2 0,7 2-32,-7-7 1,3 5-4,-3-6 1,3 7 7,3-7 1,-2 6 60,-3-5 1,-3 5-5,9-6 1,-1 6-30,6-5 0,-2 5 71,-3-6 0,5 7 17,0-7 1,-6 2-18,6-1 0,-3-3 31,3 9 1,0-9-34,0 2 0,0 3 26,0-3 1,0 3 0,1-3 0,-5-2-9,4 9 0,-4-7 19,10 6 0,-4 0 56,-2 6 0,0-5-5,1-1 1,-1-2-24,0 2 0,-6 4 8,0-3 0,-5 3 58,5 2 0,-1-6-64,1 0 0,2 0 28,-7 6 1,7 0 16,-2 0 1,5 0-71,1 0 1,0 0 21,0 0 0,0 0 8,0 0 1,0 0-37,0 0 1,-5 0-30,-1 0 0,-5-5 17,5-1 0,-2 0 4,3 6 1,1-6-74,-8 0 0,7-1-7,-7 1 1,1 4 28,-6-4 1,-3-2-61,-3 3 1,4-3-47,-4 2 1,2 4 109,-2-4 1,4-1-23,-4 1 0,6-2-20,5 2 1,-3 4 83,3-3 0,5-3-19,1 2 1,-2-2-32,3 3 0,-7 1 78,7-8 1,-9 8 17,3-2 0,-5-1-92,-1 1 1,-2-2 31,-4 2 0,2 4 43,-8-3 1,8 1-68,-2-2 1,2 4 41,-2-4 1,4 4-69,-5 2 1,5-2 61,2-3 0,-2 3-34,-4-4 1,2 4-18,-8 2 1,8 0-49,-2 0 1,-4 0-95,-2 0 79,-4 8 0,6-6 0,2 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INSERT</a:t>
            </a:r>
            <a:r>
              <a:rPr lang="ko-KR" altLang="en-US"/>
              <a:t>를 하는데 시간이 얼마나 드는지를 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en-US" altLang="ko-KR"/>
              <a:t>size</a:t>
            </a:r>
            <a:r>
              <a:rPr lang="ko-KR" altLang="en-US"/>
              <a:t>는 증가만 한번 시키면 되고</a:t>
            </a:r>
            <a:r>
              <a:rPr lang="en-US" altLang="ko-KR"/>
              <a:t>, data </a:t>
            </a:r>
            <a:r>
              <a:rPr lang="ko-KR" altLang="en-US"/>
              <a:t>배열에 값을 대입하는데 주로 시간이 쓰이기 때문에 대입을 몇번 하는지가 중요해요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k</a:t>
            </a:r>
            <a:r>
              <a:rPr lang="ko-KR" altLang="en-US"/>
              <a:t>가 </a:t>
            </a:r>
            <a:r>
              <a:rPr lang="en-US" altLang="ko-KR"/>
              <a:t>1</a:t>
            </a:r>
            <a:r>
              <a:rPr lang="ko-KR" altLang="en-US"/>
              <a:t>일 때 모든 데이터를 한 칸 뒤로 보내야 하기 때문에 대입을 가장 많이 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기존 데이터를 이동하는데 </a:t>
            </a:r>
            <a:r>
              <a:rPr lang="en-US" altLang="ko-KR"/>
              <a:t>n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새로운 데이터를 저장하는데 </a:t>
            </a:r>
            <a:r>
              <a:rPr lang="en-US" altLang="ko-KR"/>
              <a:t>1</a:t>
            </a:r>
            <a:r>
              <a:rPr lang="ko-KR" altLang="en-US"/>
              <a:t>번 대입을 해서 총 </a:t>
            </a:r>
            <a:r>
              <a:rPr lang="en-US" altLang="ko-KR"/>
              <a:t>n+1</a:t>
            </a:r>
            <a:r>
              <a:rPr lang="ko-KR" altLang="en-US"/>
              <a:t>번 대입을 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k</a:t>
            </a:r>
            <a:r>
              <a:rPr lang="ko-KR" altLang="en-US"/>
              <a:t>가 </a:t>
            </a:r>
            <a:r>
              <a:rPr lang="en-US" altLang="ko-KR"/>
              <a:t>size + 1</a:t>
            </a:r>
            <a:r>
              <a:rPr lang="ko-KR" altLang="en-US"/>
              <a:t>일 때는 기존 데이터를 이동하지 않으므로 총 </a:t>
            </a:r>
            <a:r>
              <a:rPr lang="en-US" altLang="ko-KR"/>
              <a:t>1</a:t>
            </a:r>
            <a:r>
              <a:rPr lang="ko-KR" altLang="en-US"/>
              <a:t>번 대입을 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평균을 내보면</a:t>
            </a:r>
            <a:r>
              <a:rPr lang="en-US" altLang="ko-KR"/>
              <a:t>, size</a:t>
            </a:r>
            <a:r>
              <a:rPr lang="ko-KR" altLang="en-US"/>
              <a:t>를 </a:t>
            </a:r>
            <a:r>
              <a:rPr lang="en-US" altLang="ko-KR"/>
              <a:t>n</a:t>
            </a:r>
            <a:r>
              <a:rPr lang="ko-KR" altLang="en-US"/>
              <a:t>이라고 했을 때</a:t>
            </a:r>
            <a:r>
              <a:rPr lang="en-US" altLang="ko-KR"/>
              <a:t>, 1</a:t>
            </a:r>
            <a:r>
              <a:rPr lang="ko-KR" altLang="en-US"/>
              <a:t>부터 </a:t>
            </a:r>
            <a:r>
              <a:rPr lang="en-US" altLang="ko-KR"/>
              <a:t>n+1</a:t>
            </a:r>
            <a:r>
              <a:rPr lang="ko-KR" altLang="en-US"/>
              <a:t>까지 더하면 </a:t>
            </a:r>
            <a:r>
              <a:rPr lang="en-US" altLang="ko-KR"/>
              <a:t>(n+1)(n+2)/2</a:t>
            </a:r>
            <a:r>
              <a:rPr lang="ko-KR" altLang="en-US"/>
              <a:t>가 되고</a:t>
            </a:r>
            <a:r>
              <a:rPr lang="en-US" altLang="ko-KR"/>
              <a:t>, n+1</a:t>
            </a:r>
            <a:r>
              <a:rPr lang="ko-KR" altLang="en-US"/>
              <a:t>로 나누면 </a:t>
            </a:r>
            <a:r>
              <a:rPr lang="en-US" altLang="ko-KR"/>
              <a:t>(n+2)/2</a:t>
            </a:r>
            <a:r>
              <a:rPr lang="ko-KR" altLang="en-US"/>
              <a:t>가 되서 </a:t>
            </a:r>
            <a:r>
              <a:rPr lang="en-US" altLang="ko-KR"/>
              <a:t>n</a:t>
            </a:r>
            <a:r>
              <a:rPr lang="ko-KR" altLang="en-US"/>
              <a:t>에 비례하게 되요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077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DELETE</a:t>
            </a:r>
            <a:r>
              <a:rPr lang="ko-KR" altLang="en-US"/>
              <a:t>도</a:t>
            </a:r>
            <a:r>
              <a:rPr lang="en-US" altLang="ko-KR"/>
              <a:t> </a:t>
            </a:r>
            <a:r>
              <a:rPr lang="ko-KR" altLang="en-US"/>
              <a:t>시간이 얼마나 드는지를 따져볼게요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핵심은 </a:t>
            </a:r>
            <a:r>
              <a:rPr lang="en-US" altLang="ko-KR"/>
              <a:t>k </a:t>
            </a:r>
            <a:r>
              <a:rPr lang="ko-KR" altLang="en-US"/>
              <a:t>다음 원소들을 몇개 앞으로 당겨야 하느냐예요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최악의 경우는 </a:t>
            </a:r>
            <a:r>
              <a:rPr lang="en-US" altLang="ko-KR"/>
              <a:t>k</a:t>
            </a:r>
            <a:r>
              <a:rPr lang="ko-KR" altLang="en-US"/>
              <a:t>가 </a:t>
            </a:r>
            <a:r>
              <a:rPr lang="en-US" altLang="ko-KR"/>
              <a:t>1</a:t>
            </a:r>
            <a:r>
              <a:rPr lang="ko-KR" altLang="en-US"/>
              <a:t>일 때 맨 앞의 원소를 지워서 </a:t>
            </a:r>
            <a:r>
              <a:rPr lang="en-US" altLang="ko-KR"/>
              <a:t>2</a:t>
            </a:r>
            <a:r>
              <a:rPr lang="ko-KR" altLang="en-US"/>
              <a:t>부터 </a:t>
            </a:r>
            <a:r>
              <a:rPr lang="en-US" altLang="ko-KR"/>
              <a:t>n</a:t>
            </a:r>
            <a:r>
              <a:rPr lang="ko-KR" altLang="en-US"/>
              <a:t>까지를 전부 앞으로 이동시켜서 배열에 </a:t>
            </a:r>
            <a:r>
              <a:rPr lang="en-US" altLang="ko-KR"/>
              <a:t>n- 1</a:t>
            </a:r>
            <a:r>
              <a:rPr lang="ko-KR" altLang="en-US"/>
              <a:t>번 대입이 발생해요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최선의 경우는 </a:t>
            </a:r>
            <a:r>
              <a:rPr lang="en-US" altLang="ko-KR"/>
              <a:t>k</a:t>
            </a:r>
            <a:r>
              <a:rPr lang="ko-KR" altLang="en-US"/>
              <a:t>가 </a:t>
            </a:r>
            <a:r>
              <a:rPr lang="en-US" altLang="ko-KR"/>
              <a:t>n</a:t>
            </a:r>
            <a:r>
              <a:rPr lang="ko-KR" altLang="en-US"/>
              <a:t>일 때 맨 뒤의 원소를 지워서 대입이 일어나지 않아요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평균적으로는</a:t>
            </a:r>
            <a:r>
              <a:rPr lang="en-US" altLang="ko-KR"/>
              <a:t>, n-1/2</a:t>
            </a:r>
            <a:r>
              <a:rPr lang="ko-KR" altLang="en-US"/>
              <a:t>가 되어서 </a:t>
            </a:r>
            <a:r>
              <a:rPr lang="en-US" altLang="ko-KR"/>
              <a:t>n</a:t>
            </a:r>
            <a:r>
              <a:rPr lang="ko-KR" altLang="en-US"/>
              <a:t>에 비례해요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748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00.png"/><Relationship Id="rId18" Type="http://schemas.openxmlformats.org/officeDocument/2006/relationships/customXml" Target="../ink/ink7.xml"/><Relationship Id="rId3" Type="http://schemas.openxmlformats.org/officeDocument/2006/relationships/image" Target="../media/image1.png"/><Relationship Id="rId7" Type="http://schemas.openxmlformats.org/officeDocument/2006/relationships/image" Target="../media/image197.png"/><Relationship Id="rId12" Type="http://schemas.openxmlformats.org/officeDocument/2006/relationships/customXml" Target="../ink/ink4.xml"/><Relationship Id="rId17" Type="http://schemas.openxmlformats.org/officeDocument/2006/relationships/image" Target="../media/image202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99.png"/><Relationship Id="rId15" Type="http://schemas.openxmlformats.org/officeDocument/2006/relationships/image" Target="../media/image201.png"/><Relationship Id="rId10" Type="http://schemas.openxmlformats.org/officeDocument/2006/relationships/customXml" Target="../ink/ink3.xml"/><Relationship Id="rId19" Type="http://schemas.openxmlformats.org/officeDocument/2006/relationships/image" Target="../media/image203.png"/><Relationship Id="rId4" Type="http://schemas.openxmlformats.org/officeDocument/2006/relationships/customXml" Target="../ink/ink1.xml"/><Relationship Id="rId9" Type="http://schemas.openxmlformats.org/officeDocument/2006/relationships/image" Target="../media/image198.png"/><Relationship Id="rId14" Type="http://schemas.openxmlformats.org/officeDocument/2006/relationships/customXml" Target="../ink/ink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207.png"/><Relationship Id="rId3" Type="http://schemas.openxmlformats.org/officeDocument/2006/relationships/image" Target="../media/image2.png"/><Relationship Id="rId7" Type="http://schemas.openxmlformats.org/officeDocument/2006/relationships/image" Target="../media/image204.png"/><Relationship Id="rId12" Type="http://schemas.openxmlformats.org/officeDocument/2006/relationships/customXml" Target="../ink/ink1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06.png"/><Relationship Id="rId15" Type="http://schemas.openxmlformats.org/officeDocument/2006/relationships/image" Target="../media/image208.png"/><Relationship Id="rId10" Type="http://schemas.openxmlformats.org/officeDocument/2006/relationships/customXml" Target="../ink/ink10.xml"/><Relationship Id="rId4" Type="http://schemas.openxmlformats.org/officeDocument/2006/relationships/customXml" Target="../ink/ink8.xml"/><Relationship Id="rId9" Type="http://schemas.openxmlformats.org/officeDocument/2006/relationships/image" Target="../media/image205.png"/><Relationship Id="rId14" Type="http://schemas.openxmlformats.org/officeDocument/2006/relationships/customXml" Target="../ink/ink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6818" y="262442"/>
            <a:ext cx="6875657" cy="607653"/>
          </a:xfrm>
        </p:spPr>
        <p:txBody>
          <a:bodyPr>
            <a:spAutoFit/>
          </a:bodyPr>
          <a:lstStyle/>
          <a:p>
            <a:r>
              <a:t>INSERT(A, k, val)의 시간 효율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/>
                  <a:t>k == 1</a:t>
                </a:r>
                <a:r>
                  <a:rPr lang="ko-KR" altLang="en-US"/>
                  <a:t>일 때</a:t>
                </a:r>
                <a:r>
                  <a:rPr lang="en-US" altLang="ko-KR"/>
                  <a:t>:</a:t>
                </a:r>
                <a:r>
                  <a:rPr lang="ko-KR" altLang="en-US"/>
                  <a:t>		</a:t>
                </a:r>
                <a:br>
                  <a:rPr lang="ko-KR" altLang="en-US"/>
                </a:br>
                <a:r>
                  <a:rPr lang="ko-KR" altLang="en-US"/>
                  <a:t>				배열에 대입 </a:t>
                </a:r>
                <a:r>
                  <a:rPr lang="en-US" altLang="ko-KR"/>
                  <a:t>A.size + 1</a:t>
                </a:r>
                <a:r>
                  <a:rPr lang="ko-KR" altLang="en-US"/>
                  <a:t>번</a:t>
                </a:r>
              </a:p>
              <a:p>
                <a:endParaRPr lang="ko-KR" altLang="en-US"/>
              </a:p>
              <a:p>
                <a:r>
                  <a:rPr lang="en-US" altLang="ko-KR"/>
                  <a:t>k == A.size + 1</a:t>
                </a:r>
                <a:r>
                  <a:rPr lang="ko-KR" altLang="en-US"/>
                  <a:t>일 때</a:t>
                </a:r>
                <a:r>
                  <a:rPr lang="en-US" altLang="ko-KR"/>
                  <a:t>:</a:t>
                </a:r>
                <a:r>
                  <a:rPr lang="ko-KR" altLang="en-US"/>
                  <a:t>	</a:t>
                </a:r>
                <a:br>
                  <a:rPr lang="ko-KR" altLang="en-US"/>
                </a:br>
                <a:r>
                  <a:rPr lang="ko-KR" altLang="en-US"/>
                  <a:t>				배열에 대입 </a:t>
                </a:r>
                <a:r>
                  <a:rPr lang="en-US" altLang="ko-KR"/>
                  <a:t>1</a:t>
                </a:r>
                <a:r>
                  <a:rPr lang="ko-KR" altLang="en-US"/>
                  <a:t>번</a:t>
                </a:r>
              </a:p>
              <a:p>
                <a:endParaRPr lang="ko-KR" altLang="en-US"/>
              </a:p>
              <a:p>
                <a:r>
                  <a:rPr lang="ko-KR" altLang="en-US"/>
                  <a:t>평균</a:t>
                </a:r>
                <a:r>
                  <a:rPr lang="en-US" altLang="ko-KR"/>
                  <a:t>: </a:t>
                </a:r>
                <a:endParaRPr lang="en-US" altLang="ko-KR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1+…+(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88" t="-2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FA6800C6-E2C5-BA0A-87CD-913AAA03B4E6}"/>
                  </a:ext>
                </a:extLst>
              </p14:cNvPr>
              <p14:cNvContentPartPr/>
              <p14:nvPr/>
            </p14:nvContentPartPr>
            <p14:xfrm>
              <a:off x="4386960" y="1249920"/>
              <a:ext cx="1275120" cy="44424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FA6800C6-E2C5-BA0A-87CD-913AAA03B4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65360" y="1228320"/>
                <a:ext cx="131832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AB059082-0AE0-CE1F-C203-69BD135E3651}"/>
                  </a:ext>
                </a:extLst>
              </p14:cNvPr>
              <p14:cNvContentPartPr/>
              <p14:nvPr/>
            </p14:nvContentPartPr>
            <p14:xfrm>
              <a:off x="912600" y="2138040"/>
              <a:ext cx="1049040" cy="16884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AB059082-0AE0-CE1F-C203-69BD135E365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6400" y="2121840"/>
                <a:ext cx="108144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B3F17C21-E5BA-C98F-7825-F66667C1611F}"/>
                  </a:ext>
                </a:extLst>
              </p14:cNvPr>
              <p14:cNvContentPartPr/>
              <p14:nvPr/>
            </p14:nvContentPartPr>
            <p14:xfrm>
              <a:off x="6282360" y="2590200"/>
              <a:ext cx="1472400" cy="2520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B3F17C21-E5BA-C98F-7825-F66667C161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60760" y="2568600"/>
                <a:ext cx="15156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FC29A2C0-2D81-9BFA-28AD-BF7A56A3C16B}"/>
                  </a:ext>
                </a:extLst>
              </p14:cNvPr>
              <p14:cNvContentPartPr/>
              <p14:nvPr/>
            </p14:nvContentPartPr>
            <p14:xfrm>
              <a:off x="888120" y="3564720"/>
              <a:ext cx="2302920" cy="1238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FC29A2C0-2D81-9BFA-28AD-BF7A56A3C16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71920" y="3548520"/>
                <a:ext cx="233532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C11CB57E-D2A0-2CD0-6E88-42A185EA08C0}"/>
                  </a:ext>
                </a:extLst>
              </p14:cNvPr>
              <p14:cNvContentPartPr/>
              <p14:nvPr/>
            </p14:nvContentPartPr>
            <p14:xfrm>
              <a:off x="6257880" y="3996360"/>
              <a:ext cx="571680" cy="4572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C11CB57E-D2A0-2CD0-6E88-42A185EA08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41680" y="3980160"/>
                <a:ext cx="60408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C3C3114C-F9B6-79E3-91D6-53E05AE18ABF}"/>
                  </a:ext>
                </a:extLst>
              </p14:cNvPr>
              <p14:cNvContentPartPr/>
              <p14:nvPr/>
            </p14:nvContentPartPr>
            <p14:xfrm>
              <a:off x="904680" y="4987440"/>
              <a:ext cx="818280" cy="8244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C3C3114C-F9B6-79E3-91D6-53E05AE18AB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8480" y="4971240"/>
                <a:ext cx="8506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9D86C768-95B5-1CA5-A777-02C387E53D70}"/>
                  </a:ext>
                </a:extLst>
              </p14:cNvPr>
              <p14:cNvContentPartPr/>
              <p14:nvPr/>
            </p14:nvContentPartPr>
            <p14:xfrm>
              <a:off x="2080440" y="4349880"/>
              <a:ext cx="937800" cy="4485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9D86C768-95B5-1CA5-A777-02C387E53D7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64240" y="4333680"/>
                <a:ext cx="970200" cy="48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867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14"/>
    </mc:Choice>
    <mc:Fallback xmlns="">
      <p:transition spd="slow" advTm="129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75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75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0"/>
                            </p:stCondLst>
                            <p:childTnLst>
                              <p:par>
                                <p:cTn id="2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1568" y="262442"/>
            <a:ext cx="6150907" cy="607653"/>
          </a:xfrm>
        </p:spPr>
        <p:txBody>
          <a:bodyPr>
            <a:spAutoFit/>
          </a:bodyPr>
          <a:lstStyle/>
          <a:p>
            <a:r>
              <a:t>DELETE(A, k)의 시간 효율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/>
                  <a:t>k == 1</a:t>
                </a:r>
                <a:r>
                  <a:rPr lang="ko-KR" altLang="en-US"/>
                  <a:t>일 때</a:t>
                </a:r>
                <a:r>
                  <a:rPr lang="en-US" altLang="ko-KR"/>
                  <a:t>:</a:t>
                </a:r>
              </a:p>
              <a:p>
                <a:pPr marL="0" indent="0">
                  <a:buNone/>
                </a:pPr>
                <a:r>
                  <a:rPr lang="ko-KR" altLang="en-US"/>
                  <a:t>				배열에 대입 </a:t>
                </a:r>
                <a:r>
                  <a:rPr lang="en-US" altLang="ko-KR"/>
                  <a:t>A.size - 1</a:t>
                </a:r>
                <a:r>
                  <a:rPr lang="ko-KR" altLang="en-US"/>
                  <a:t>번</a:t>
                </a:r>
              </a:p>
              <a:p>
                <a:endParaRPr lang="ko-KR" altLang="en-US"/>
              </a:p>
              <a:p>
                <a:r>
                  <a:rPr lang="en-US" altLang="ko-KR"/>
                  <a:t>k == A.size</a:t>
                </a:r>
                <a:r>
                  <a:rPr lang="ko-KR" altLang="en-US"/>
                  <a:t>일 때</a:t>
                </a:r>
                <a:r>
                  <a:rPr lang="en-US" altLang="ko-KR"/>
                  <a:t>:</a:t>
                </a:r>
                <a:br>
                  <a:rPr lang="en-US" altLang="ko-KR"/>
                </a:br>
                <a:r>
                  <a:rPr lang="en-US" altLang="ko-KR"/>
                  <a:t>	</a:t>
                </a:r>
                <a:r>
                  <a:rPr lang="ko-KR" altLang="en-US"/>
                  <a:t>			배열에 대입 </a:t>
                </a:r>
                <a:r>
                  <a:rPr lang="en-US" altLang="ko-KR"/>
                  <a:t>0</a:t>
                </a:r>
                <a:r>
                  <a:rPr lang="ko-KR" altLang="en-US"/>
                  <a:t>번</a:t>
                </a:r>
              </a:p>
              <a:p>
                <a:endParaRPr lang="ko-KR" altLang="en-US"/>
              </a:p>
              <a:p>
                <a:r>
                  <a:rPr lang="ko-KR" altLang="en-US"/>
                  <a:t>평균</a:t>
                </a:r>
                <a:r>
                  <a:rPr lang="en-US" altLang="ko-KR"/>
                  <a:t>: </a:t>
                </a:r>
                <a:endParaRPr lang="ko-KR" alt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+…+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1)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ko-KR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ko-KR" altLang="en-US"/>
              </a:p>
              <a:p>
                <a:pPr marL="0" indent="0">
                  <a:buNone/>
                </a:pPr>
                <a:endParaRPr lang="ko-KR" altLang="en-US"/>
              </a:p>
              <a:p>
                <a:endParaRPr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88" t="-2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313FAC53-1B15-A3BB-567B-A654D61EF3D8}"/>
                  </a:ext>
                </a:extLst>
              </p14:cNvPr>
              <p14:cNvContentPartPr/>
              <p14:nvPr/>
            </p14:nvContentPartPr>
            <p14:xfrm>
              <a:off x="3296160" y="769680"/>
              <a:ext cx="1639080" cy="7524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313FAC53-1B15-A3BB-567B-A654D61EF3D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86800" y="760320"/>
                <a:ext cx="16578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3F6D6B9E-900B-314A-D600-1332143DDE82}"/>
                  </a:ext>
                </a:extLst>
              </p14:cNvPr>
              <p14:cNvContentPartPr/>
              <p14:nvPr/>
            </p14:nvContentPartPr>
            <p14:xfrm>
              <a:off x="4365720" y="1626840"/>
              <a:ext cx="1138680" cy="4446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3F6D6B9E-900B-314A-D600-1332143DDE8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56360" y="1617480"/>
                <a:ext cx="115740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0810B8D0-7CBE-F687-CE5C-D8570111C289}"/>
                  </a:ext>
                </a:extLst>
              </p14:cNvPr>
              <p14:cNvContentPartPr/>
              <p14:nvPr/>
            </p14:nvContentPartPr>
            <p14:xfrm>
              <a:off x="894240" y="2246400"/>
              <a:ext cx="7211160" cy="4885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0810B8D0-7CBE-F687-CE5C-D8570111C28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4880" y="2237040"/>
                <a:ext cx="722988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9FAF34F9-16BB-6229-4A07-276E95E47D84}"/>
                  </a:ext>
                </a:extLst>
              </p14:cNvPr>
              <p14:cNvContentPartPr/>
              <p14:nvPr/>
            </p14:nvContentPartPr>
            <p14:xfrm>
              <a:off x="919440" y="3767040"/>
              <a:ext cx="6173640" cy="41328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9FAF34F9-16BB-6229-4A07-276E95E47D8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0080" y="3757680"/>
                <a:ext cx="61923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F72FE231-C512-C23B-E72D-6E8CFFB359EF}"/>
                  </a:ext>
                </a:extLst>
              </p14:cNvPr>
              <p14:cNvContentPartPr/>
              <p14:nvPr/>
            </p14:nvContentPartPr>
            <p14:xfrm>
              <a:off x="919440" y="5231160"/>
              <a:ext cx="6723720" cy="85140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F72FE231-C512-C23B-E72D-6E8CFFB359E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10080" y="5221800"/>
                <a:ext cx="6742440" cy="87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5188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16"/>
    </mc:Choice>
    <mc:Fallback xmlns="">
      <p:transition spd="slow" advTm="113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5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20413</TotalTime>
  <Words>309</Words>
  <Application>Microsoft Office PowerPoint</Application>
  <PresentationFormat>화면 슬라이드 쇼(4:3)</PresentationFormat>
  <Paragraphs>37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맑은 고딕</vt:lpstr>
      <vt:lpstr>Aptos</vt:lpstr>
      <vt:lpstr>Aptos Display</vt:lpstr>
      <vt:lpstr>Arial</vt:lpstr>
      <vt:lpstr>Cambria Math</vt:lpstr>
      <vt:lpstr>Office 테마</vt:lpstr>
      <vt:lpstr>INSERT(A, k, val)의 시간 효율</vt:lpstr>
      <vt:lpstr>DELETE(A, k)의 시간 효율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자료구조 (Data Structure) 1주차: 리스트</dc:title>
  <dc:creator>K C</dc:creator>
  <cp:lastModifiedBy>K C</cp:lastModifiedBy>
  <cp:revision>47</cp:revision>
  <dcterms:created xsi:type="dcterms:W3CDTF">2025-07-28T15:04:23Z</dcterms:created>
  <dcterms:modified xsi:type="dcterms:W3CDTF">2025-10-15T10:23:14Z</dcterms:modified>
</cp:coreProperties>
</file>